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4" r:id="rId2"/>
    <p:sldId id="315" r:id="rId3"/>
    <p:sldId id="272" r:id="rId4"/>
    <p:sldId id="273" r:id="rId5"/>
    <p:sldId id="311" r:id="rId6"/>
    <p:sldId id="274" r:id="rId7"/>
    <p:sldId id="275" r:id="rId8"/>
    <p:sldId id="312" r:id="rId9"/>
    <p:sldId id="276" r:id="rId10"/>
    <p:sldId id="277" r:id="rId11"/>
    <p:sldId id="313" r:id="rId12"/>
    <p:sldId id="314" r:id="rId13"/>
    <p:sldId id="278" r:id="rId14"/>
    <p:sldId id="279" r:id="rId15"/>
    <p:sldId id="280" r:id="rId16"/>
    <p:sldId id="281" r:id="rId17"/>
    <p:sldId id="316" r:id="rId18"/>
    <p:sldId id="259" r:id="rId19"/>
    <p:sldId id="260" r:id="rId20"/>
    <p:sldId id="261" r:id="rId21"/>
    <p:sldId id="262" r:id="rId22"/>
    <p:sldId id="263" r:id="rId23"/>
    <p:sldId id="264" r:id="rId24"/>
    <p:sldId id="317" r:id="rId25"/>
    <p:sldId id="267" r:id="rId26"/>
    <p:sldId id="268" r:id="rId27"/>
    <p:sldId id="269" r:id="rId28"/>
    <p:sldId id="270" r:id="rId29"/>
    <p:sldId id="27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6586243-C353-4BF9-A4A5-9A2F83C0DF3A}">
          <p14:sldIdLst>
            <p14:sldId id="304"/>
          </p14:sldIdLst>
        </p14:section>
        <p14:section name="Civil Society" id="{155A7270-DDD0-4BA2-A9CF-E29DF3975231}">
          <p14:sldIdLst>
            <p14:sldId id="315"/>
            <p14:sldId id="272"/>
            <p14:sldId id="273"/>
            <p14:sldId id="311"/>
            <p14:sldId id="274"/>
            <p14:sldId id="275"/>
            <p14:sldId id="312"/>
            <p14:sldId id="276"/>
            <p14:sldId id="277"/>
            <p14:sldId id="313"/>
            <p14:sldId id="314"/>
            <p14:sldId id="278"/>
            <p14:sldId id="279"/>
            <p14:sldId id="280"/>
            <p14:sldId id="281"/>
          </p14:sldIdLst>
        </p14:section>
        <p14:section name="Government" id="{8D200E2B-C0DD-477D-885A-06B05758537E}">
          <p14:sldIdLst>
            <p14:sldId id="316"/>
            <p14:sldId id="259"/>
            <p14:sldId id="260"/>
            <p14:sldId id="261"/>
            <p14:sldId id="262"/>
            <p14:sldId id="263"/>
            <p14:sldId id="264"/>
            <p14:sldId id="317"/>
            <p14:sldId id="267"/>
            <p14:sldId id="268"/>
            <p14:sldId id="269"/>
            <p14:sldId id="270"/>
            <p14:sldId id="271"/>
          </p14:sldIdLst>
        </p14:section>
        <p14:section name="TOMS" id="{2BEC3A02-3FAB-4D0F-9EFA-52DB6D66BE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90"/>
    <p:restoredTop sz="85616" autoAdjust="0"/>
  </p:normalViewPr>
  <p:slideViewPr>
    <p:cSldViewPr snapToGrid="0">
      <p:cViewPr varScale="1">
        <p:scale>
          <a:sx n="108" d="100"/>
          <a:sy n="108" d="100"/>
        </p:scale>
        <p:origin x="4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Hepburn" userId="4e8e14d8-d579-466d-803b-afb427748fed" providerId="ADAL" clId="{FF43B96A-0AAA-47F3-8C80-61EA9AD315DD}"/>
    <pc:docChg chg="modSld">
      <pc:chgData name="Ali Hepburn" userId="4e8e14d8-d579-466d-803b-afb427748fed" providerId="ADAL" clId="{FF43B96A-0AAA-47F3-8C80-61EA9AD315DD}" dt="2024-01-02T16:53:41.127" v="7" actId="20577"/>
      <pc:docMkLst>
        <pc:docMk/>
      </pc:docMkLst>
      <pc:sldChg chg="modSp mod">
        <pc:chgData name="Ali Hepburn" userId="4e8e14d8-d579-466d-803b-afb427748fed" providerId="ADAL" clId="{FF43B96A-0AAA-47F3-8C80-61EA9AD315DD}" dt="2024-01-02T16:53:41.127" v="7" actId="20577"/>
        <pc:sldMkLst>
          <pc:docMk/>
          <pc:sldMk cId="111846451" sldId="322"/>
        </pc:sldMkLst>
        <pc:spChg chg="mod">
          <ac:chgData name="Ali Hepburn" userId="4e8e14d8-d579-466d-803b-afb427748fed" providerId="ADAL" clId="{FF43B96A-0AAA-47F3-8C80-61EA9AD315DD}" dt="2024-01-02T16:53:41.127" v="7" actId="20577"/>
          <ac:spMkLst>
            <pc:docMk/>
            <pc:sldMk cId="111846451" sldId="322"/>
            <ac:spMk id="3" creationId="{32D9A10E-3ADE-7F25-A7BD-1A938784E852}"/>
          </ac:spMkLst>
        </pc:spChg>
      </pc:sldChg>
    </pc:docChg>
  </pc:docChgLst>
  <pc:docChgLst>
    <pc:chgData name="Ali Hepburn" userId="4e8e14d8-d579-466d-803b-afb427748fed" providerId="ADAL" clId="{E97F84C3-1B4B-4AFC-B900-894091CA3026}"/>
    <pc:docChg chg="modSld">
      <pc:chgData name="Ali Hepburn" userId="4e8e14d8-d579-466d-803b-afb427748fed" providerId="ADAL" clId="{E97F84C3-1B4B-4AFC-B900-894091CA3026}" dt="2022-07-22T16:02:45.037" v="3" actId="20577"/>
      <pc:docMkLst>
        <pc:docMk/>
      </pc:docMkLst>
      <pc:sldChg chg="modSp mod">
        <pc:chgData name="Ali Hepburn" userId="4e8e14d8-d579-466d-803b-afb427748fed" providerId="ADAL" clId="{E97F84C3-1B4B-4AFC-B900-894091CA3026}" dt="2022-07-22T16:02:45.037" v="3" actId="20577"/>
        <pc:sldMkLst>
          <pc:docMk/>
          <pc:sldMk cId="728174566" sldId="256"/>
        </pc:sldMkLst>
        <pc:spChg chg="mod">
          <ac:chgData name="Ali Hepburn" userId="4e8e14d8-d579-466d-803b-afb427748fed" providerId="ADAL" clId="{E97F84C3-1B4B-4AFC-B900-894091CA3026}" dt="2022-07-22T16:02:45.037" v="3" actId="20577"/>
          <ac:spMkLst>
            <pc:docMk/>
            <pc:sldMk cId="728174566" sldId="256"/>
            <ac:spMk id="3" creationId="{50F051FA-2D04-CB9B-D1B4-FD9A1BBBEE71}"/>
          </ac:spMkLst>
        </pc:spChg>
      </pc:sldChg>
    </pc:docChg>
  </pc:docChgLst>
  <pc:docChgLst>
    <pc:chgData name="Ali Hepburn" userId="4e8e14d8-d579-466d-803b-afb427748fed" providerId="ADAL" clId="{72C3D381-7D35-4E25-919A-AD58347DADAC}"/>
    <pc:docChg chg="delSld modSection">
      <pc:chgData name="Ali Hepburn" userId="4e8e14d8-d579-466d-803b-afb427748fed" providerId="ADAL" clId="{72C3D381-7D35-4E25-919A-AD58347DADAC}" dt="2023-06-21T17:33:46.311" v="1" actId="47"/>
      <pc:docMkLst>
        <pc:docMk/>
      </pc:docMkLst>
      <pc:sldChg chg="del">
        <pc:chgData name="Ali Hepburn" userId="4e8e14d8-d579-466d-803b-afb427748fed" providerId="ADAL" clId="{72C3D381-7D35-4E25-919A-AD58347DADAC}" dt="2023-06-21T17:33:45.585" v="0" actId="47"/>
        <pc:sldMkLst>
          <pc:docMk/>
          <pc:sldMk cId="2746438452" sldId="309"/>
        </pc:sldMkLst>
      </pc:sldChg>
      <pc:sldChg chg="del">
        <pc:chgData name="Ali Hepburn" userId="4e8e14d8-d579-466d-803b-afb427748fed" providerId="ADAL" clId="{72C3D381-7D35-4E25-919A-AD58347DADAC}" dt="2023-06-21T17:33:46.311" v="1" actId="47"/>
        <pc:sldMkLst>
          <pc:docMk/>
          <pc:sldMk cId="1922534589" sldId="310"/>
        </pc:sldMkLst>
      </pc:sldChg>
    </pc:docChg>
  </pc:docChgLst>
  <pc:docChgLst>
    <pc:chgData name="Ali Hepburn" userId="4e8e14d8-d579-466d-803b-afb427748fed" providerId="ADAL" clId="{C23D2401-2FCE-408B-BBDD-B86DB41D49C1}"/>
    <pc:docChg chg="undo redo custSel addSld delSld modSld">
      <pc:chgData name="Ali Hepburn" userId="4e8e14d8-d579-466d-803b-afb427748fed" providerId="ADAL" clId="{C23D2401-2FCE-408B-BBDD-B86DB41D49C1}" dt="2022-07-22T16:00:29.651" v="584" actId="14100"/>
      <pc:docMkLst>
        <pc:docMk/>
      </pc:docMkLst>
      <pc:sldChg chg="modSp mod">
        <pc:chgData name="Ali Hepburn" userId="4e8e14d8-d579-466d-803b-afb427748fed" providerId="ADAL" clId="{C23D2401-2FCE-408B-BBDD-B86DB41D49C1}" dt="2022-07-22T15:44:14.727" v="64" actId="20577"/>
        <pc:sldMkLst>
          <pc:docMk/>
          <pc:sldMk cId="728174566" sldId="256"/>
        </pc:sldMkLst>
        <pc:spChg chg="mod">
          <ac:chgData name="Ali Hepburn" userId="4e8e14d8-d579-466d-803b-afb427748fed" providerId="ADAL" clId="{C23D2401-2FCE-408B-BBDD-B86DB41D49C1}" dt="2022-07-22T15:44:14.727" v="64" actId="20577"/>
          <ac:spMkLst>
            <pc:docMk/>
            <pc:sldMk cId="728174566" sldId="256"/>
            <ac:spMk id="3" creationId="{50F051FA-2D04-CB9B-D1B4-FD9A1BBBEE71}"/>
          </ac:spMkLst>
        </pc:spChg>
      </pc:sldChg>
      <pc:sldChg chg="modSp new mod">
        <pc:chgData name="Ali Hepburn" userId="4e8e14d8-d579-466d-803b-afb427748fed" providerId="ADAL" clId="{C23D2401-2FCE-408B-BBDD-B86DB41D49C1}" dt="2022-07-22T15:44:32.590" v="85"/>
        <pc:sldMkLst>
          <pc:docMk/>
          <pc:sldMk cId="657071473" sldId="257"/>
        </pc:sldMkLst>
        <pc:spChg chg="mod">
          <ac:chgData name="Ali Hepburn" userId="4e8e14d8-d579-466d-803b-afb427748fed" providerId="ADAL" clId="{C23D2401-2FCE-408B-BBDD-B86DB41D49C1}" dt="2022-07-22T15:44:28.591" v="84" actId="20577"/>
          <ac:spMkLst>
            <pc:docMk/>
            <pc:sldMk cId="657071473" sldId="257"/>
            <ac:spMk id="2" creationId="{97522280-9297-37ED-1FC2-CF6F81C6DAB0}"/>
          </ac:spMkLst>
        </pc:spChg>
        <pc:spChg chg="mod">
          <ac:chgData name="Ali Hepburn" userId="4e8e14d8-d579-466d-803b-afb427748fed" providerId="ADAL" clId="{C23D2401-2FCE-408B-BBDD-B86DB41D49C1}" dt="2022-07-22T15:44:32.590" v="85"/>
          <ac:spMkLst>
            <pc:docMk/>
            <pc:sldMk cId="657071473" sldId="257"/>
            <ac:spMk id="3" creationId="{5BB5DBA5-FC56-506A-CC23-C77F56EB7865}"/>
          </ac:spMkLst>
        </pc:spChg>
      </pc:sldChg>
      <pc:sldChg chg="modSp add mod">
        <pc:chgData name="Ali Hepburn" userId="4e8e14d8-d579-466d-803b-afb427748fed" providerId="ADAL" clId="{C23D2401-2FCE-408B-BBDD-B86DB41D49C1}" dt="2022-07-22T15:44:47.167" v="100" actId="27636"/>
        <pc:sldMkLst>
          <pc:docMk/>
          <pc:sldMk cId="3735655742" sldId="258"/>
        </pc:sldMkLst>
        <pc:spChg chg="mod">
          <ac:chgData name="Ali Hepburn" userId="4e8e14d8-d579-466d-803b-afb427748fed" providerId="ADAL" clId="{C23D2401-2FCE-408B-BBDD-B86DB41D49C1}" dt="2022-07-22T15:44:42.100" v="98" actId="20577"/>
          <ac:spMkLst>
            <pc:docMk/>
            <pc:sldMk cId="3735655742" sldId="258"/>
            <ac:spMk id="2" creationId="{97522280-9297-37ED-1FC2-CF6F81C6DAB0}"/>
          </ac:spMkLst>
        </pc:spChg>
        <pc:spChg chg="mod">
          <ac:chgData name="Ali Hepburn" userId="4e8e14d8-d579-466d-803b-afb427748fed" providerId="ADAL" clId="{C23D2401-2FCE-408B-BBDD-B86DB41D49C1}" dt="2022-07-22T15:44:47.167" v="100" actId="27636"/>
          <ac:spMkLst>
            <pc:docMk/>
            <pc:sldMk cId="3735655742" sldId="258"/>
            <ac:spMk id="3" creationId="{5BB5DBA5-FC56-506A-CC23-C77F56EB7865}"/>
          </ac:spMkLst>
        </pc:spChg>
      </pc:sldChg>
      <pc:sldChg chg="addSp delSp modSp new mod">
        <pc:chgData name="Ali Hepburn" userId="4e8e14d8-d579-466d-803b-afb427748fed" providerId="ADAL" clId="{C23D2401-2FCE-408B-BBDD-B86DB41D49C1}" dt="2022-07-22T15:45:14.848" v="143" actId="1076"/>
        <pc:sldMkLst>
          <pc:docMk/>
          <pc:sldMk cId="3473143638" sldId="259"/>
        </pc:sldMkLst>
        <pc:spChg chg="mod">
          <ac:chgData name="Ali Hepburn" userId="4e8e14d8-d579-466d-803b-afb427748fed" providerId="ADAL" clId="{C23D2401-2FCE-408B-BBDD-B86DB41D49C1}" dt="2022-07-22T15:44:59.908" v="140" actId="20577"/>
          <ac:spMkLst>
            <pc:docMk/>
            <pc:sldMk cId="3473143638" sldId="259"/>
            <ac:spMk id="2" creationId="{37C35AF8-C90F-BB5E-F92F-8902B8D2F608}"/>
          </ac:spMkLst>
        </pc:spChg>
        <pc:spChg chg="del">
          <ac:chgData name="Ali Hepburn" userId="4e8e14d8-d579-466d-803b-afb427748fed" providerId="ADAL" clId="{C23D2401-2FCE-408B-BBDD-B86DB41D49C1}" dt="2022-07-22T15:45:01.700" v="141" actId="478"/>
          <ac:spMkLst>
            <pc:docMk/>
            <pc:sldMk cId="3473143638" sldId="259"/>
            <ac:spMk id="3" creationId="{072C9E42-F97F-17F2-758C-55EB7212EBFC}"/>
          </ac:spMkLst>
        </pc:spChg>
        <pc:spChg chg="add mod">
          <ac:chgData name="Ali Hepburn" userId="4e8e14d8-d579-466d-803b-afb427748fed" providerId="ADAL" clId="{C23D2401-2FCE-408B-BBDD-B86DB41D49C1}" dt="2022-07-22T15:45:14.848" v="143" actId="1076"/>
          <ac:spMkLst>
            <pc:docMk/>
            <pc:sldMk cId="3473143638" sldId="259"/>
            <ac:spMk id="4" creationId="{F0495F70-0B7C-DB8B-F901-CF9077B44013}"/>
          </ac:spMkLst>
        </pc:spChg>
        <pc:spChg chg="add mod">
          <ac:chgData name="Ali Hepburn" userId="4e8e14d8-d579-466d-803b-afb427748fed" providerId="ADAL" clId="{C23D2401-2FCE-408B-BBDD-B86DB41D49C1}" dt="2022-07-22T15:45:14.848" v="143" actId="1076"/>
          <ac:spMkLst>
            <pc:docMk/>
            <pc:sldMk cId="3473143638" sldId="259"/>
            <ac:spMk id="5" creationId="{33827960-FBF0-AF96-9A68-4D3245FED7D6}"/>
          </ac:spMkLst>
        </pc:spChg>
        <pc:spChg chg="add mod">
          <ac:chgData name="Ali Hepburn" userId="4e8e14d8-d579-466d-803b-afb427748fed" providerId="ADAL" clId="{C23D2401-2FCE-408B-BBDD-B86DB41D49C1}" dt="2022-07-22T15:45:14.848" v="143" actId="1076"/>
          <ac:spMkLst>
            <pc:docMk/>
            <pc:sldMk cId="3473143638" sldId="259"/>
            <ac:spMk id="6" creationId="{1C89C7A9-8231-B0F8-0BE2-65DD2410A224}"/>
          </ac:spMkLst>
        </pc:spChg>
        <pc:spChg chg="add mod">
          <ac:chgData name="Ali Hepburn" userId="4e8e14d8-d579-466d-803b-afb427748fed" providerId="ADAL" clId="{C23D2401-2FCE-408B-BBDD-B86DB41D49C1}" dt="2022-07-22T15:45:14.848" v="143" actId="1076"/>
          <ac:spMkLst>
            <pc:docMk/>
            <pc:sldMk cId="3473143638" sldId="259"/>
            <ac:spMk id="7" creationId="{A60891A7-FF25-794F-F6B7-75550F0348A9}"/>
          </ac:spMkLst>
        </pc:spChg>
        <pc:spChg chg="add mod">
          <ac:chgData name="Ali Hepburn" userId="4e8e14d8-d579-466d-803b-afb427748fed" providerId="ADAL" clId="{C23D2401-2FCE-408B-BBDD-B86DB41D49C1}" dt="2022-07-22T15:45:14.848" v="143" actId="1076"/>
          <ac:spMkLst>
            <pc:docMk/>
            <pc:sldMk cId="3473143638" sldId="259"/>
            <ac:spMk id="8" creationId="{CCAE6F91-91DB-99E8-EB2D-DB8EDE4D65A4}"/>
          </ac:spMkLst>
        </pc:spChg>
        <pc:spChg chg="add mod">
          <ac:chgData name="Ali Hepburn" userId="4e8e14d8-d579-466d-803b-afb427748fed" providerId="ADAL" clId="{C23D2401-2FCE-408B-BBDD-B86DB41D49C1}" dt="2022-07-22T15:45:14.848" v="143" actId="1076"/>
          <ac:spMkLst>
            <pc:docMk/>
            <pc:sldMk cId="3473143638" sldId="259"/>
            <ac:spMk id="9" creationId="{368A0F4F-3014-BFF2-4BA4-5811569FFBCF}"/>
          </ac:spMkLst>
        </pc:spChg>
        <pc:spChg chg="add mod">
          <ac:chgData name="Ali Hepburn" userId="4e8e14d8-d579-466d-803b-afb427748fed" providerId="ADAL" clId="{C23D2401-2FCE-408B-BBDD-B86DB41D49C1}" dt="2022-07-22T15:45:14.848" v="143" actId="1076"/>
          <ac:spMkLst>
            <pc:docMk/>
            <pc:sldMk cId="3473143638" sldId="259"/>
            <ac:spMk id="10" creationId="{CE1E5050-03A9-5D21-E5B0-0FA9047F99C8}"/>
          </ac:spMkLst>
        </pc:spChg>
        <pc:spChg chg="add mod">
          <ac:chgData name="Ali Hepburn" userId="4e8e14d8-d579-466d-803b-afb427748fed" providerId="ADAL" clId="{C23D2401-2FCE-408B-BBDD-B86DB41D49C1}" dt="2022-07-22T15:45:14.848" v="143" actId="1076"/>
          <ac:spMkLst>
            <pc:docMk/>
            <pc:sldMk cId="3473143638" sldId="259"/>
            <ac:spMk id="11" creationId="{46E35A38-3335-E56F-ED4D-BCC2A028B296}"/>
          </ac:spMkLst>
        </pc:spChg>
        <pc:spChg chg="add mod">
          <ac:chgData name="Ali Hepburn" userId="4e8e14d8-d579-466d-803b-afb427748fed" providerId="ADAL" clId="{C23D2401-2FCE-408B-BBDD-B86DB41D49C1}" dt="2022-07-22T15:45:14.848" v="143" actId="1076"/>
          <ac:spMkLst>
            <pc:docMk/>
            <pc:sldMk cId="3473143638" sldId="259"/>
            <ac:spMk id="12" creationId="{E6BD650E-35BA-D380-7346-94C29D259A4C}"/>
          </ac:spMkLst>
        </pc:spChg>
        <pc:spChg chg="add mod">
          <ac:chgData name="Ali Hepburn" userId="4e8e14d8-d579-466d-803b-afb427748fed" providerId="ADAL" clId="{C23D2401-2FCE-408B-BBDD-B86DB41D49C1}" dt="2022-07-22T15:45:14.848" v="143" actId="1076"/>
          <ac:spMkLst>
            <pc:docMk/>
            <pc:sldMk cId="3473143638" sldId="259"/>
            <ac:spMk id="13" creationId="{E8D1F989-D71C-9CD1-6CAA-05A580222DAF}"/>
          </ac:spMkLst>
        </pc:spChg>
        <pc:spChg chg="add mod">
          <ac:chgData name="Ali Hepburn" userId="4e8e14d8-d579-466d-803b-afb427748fed" providerId="ADAL" clId="{C23D2401-2FCE-408B-BBDD-B86DB41D49C1}" dt="2022-07-22T15:45:14.848" v="143" actId="1076"/>
          <ac:spMkLst>
            <pc:docMk/>
            <pc:sldMk cId="3473143638" sldId="259"/>
            <ac:spMk id="14" creationId="{2BC01EDD-11A7-7D03-4026-397AEE769F73}"/>
          </ac:spMkLst>
        </pc:spChg>
        <pc:spChg chg="add mod">
          <ac:chgData name="Ali Hepburn" userId="4e8e14d8-d579-466d-803b-afb427748fed" providerId="ADAL" clId="{C23D2401-2FCE-408B-BBDD-B86DB41D49C1}" dt="2022-07-22T15:45:14.848" v="143" actId="1076"/>
          <ac:spMkLst>
            <pc:docMk/>
            <pc:sldMk cId="3473143638" sldId="259"/>
            <ac:spMk id="15" creationId="{0C51828C-4A64-2482-D538-82A0EE3BC2B6}"/>
          </ac:spMkLst>
        </pc:spChg>
        <pc:spChg chg="add mod">
          <ac:chgData name="Ali Hepburn" userId="4e8e14d8-d579-466d-803b-afb427748fed" providerId="ADAL" clId="{C23D2401-2FCE-408B-BBDD-B86DB41D49C1}" dt="2022-07-22T15:45:14.848" v="143" actId="1076"/>
          <ac:spMkLst>
            <pc:docMk/>
            <pc:sldMk cId="3473143638" sldId="259"/>
            <ac:spMk id="16" creationId="{DEE0596D-E2C5-D5B4-C9E3-A6F17904E5F0}"/>
          </ac:spMkLst>
        </pc:spChg>
      </pc:sldChg>
      <pc:sldChg chg="modSp new mod">
        <pc:chgData name="Ali Hepburn" userId="4e8e14d8-d579-466d-803b-afb427748fed" providerId="ADAL" clId="{C23D2401-2FCE-408B-BBDD-B86DB41D49C1}" dt="2022-07-22T15:45:27.515" v="146"/>
        <pc:sldMkLst>
          <pc:docMk/>
          <pc:sldMk cId="2066841168" sldId="260"/>
        </pc:sldMkLst>
        <pc:spChg chg="mod">
          <ac:chgData name="Ali Hepburn" userId="4e8e14d8-d579-466d-803b-afb427748fed" providerId="ADAL" clId="{C23D2401-2FCE-408B-BBDD-B86DB41D49C1}" dt="2022-07-22T15:45:23.624" v="145"/>
          <ac:spMkLst>
            <pc:docMk/>
            <pc:sldMk cId="2066841168" sldId="260"/>
            <ac:spMk id="2" creationId="{6BC4CAE9-0876-6A71-44EE-95362DCB4396}"/>
          </ac:spMkLst>
        </pc:spChg>
        <pc:spChg chg="mod">
          <ac:chgData name="Ali Hepburn" userId="4e8e14d8-d579-466d-803b-afb427748fed" providerId="ADAL" clId="{C23D2401-2FCE-408B-BBDD-B86DB41D49C1}" dt="2022-07-22T15:45:27.515" v="146"/>
          <ac:spMkLst>
            <pc:docMk/>
            <pc:sldMk cId="2066841168" sldId="260"/>
            <ac:spMk id="3" creationId="{685F6A45-A969-382B-4C6D-677FA1715786}"/>
          </ac:spMkLst>
        </pc:spChg>
      </pc:sldChg>
      <pc:sldChg chg="modSp new mod">
        <pc:chgData name="Ali Hepburn" userId="4e8e14d8-d579-466d-803b-afb427748fed" providerId="ADAL" clId="{C23D2401-2FCE-408B-BBDD-B86DB41D49C1}" dt="2022-07-22T15:45:43.248" v="149"/>
        <pc:sldMkLst>
          <pc:docMk/>
          <pc:sldMk cId="191222979" sldId="261"/>
        </pc:sldMkLst>
        <pc:spChg chg="mod">
          <ac:chgData name="Ali Hepburn" userId="4e8e14d8-d579-466d-803b-afb427748fed" providerId="ADAL" clId="{C23D2401-2FCE-408B-BBDD-B86DB41D49C1}" dt="2022-07-22T15:45:38.938" v="148"/>
          <ac:spMkLst>
            <pc:docMk/>
            <pc:sldMk cId="191222979" sldId="261"/>
            <ac:spMk id="2" creationId="{96045CF9-F9F6-0063-DBAE-B85367707205}"/>
          </ac:spMkLst>
        </pc:spChg>
        <pc:spChg chg="mod">
          <ac:chgData name="Ali Hepburn" userId="4e8e14d8-d579-466d-803b-afb427748fed" providerId="ADAL" clId="{C23D2401-2FCE-408B-BBDD-B86DB41D49C1}" dt="2022-07-22T15:45:43.248" v="149"/>
          <ac:spMkLst>
            <pc:docMk/>
            <pc:sldMk cId="191222979" sldId="261"/>
            <ac:spMk id="3" creationId="{B48F04DC-4131-D24F-BE25-F949737E9CCD}"/>
          </ac:spMkLst>
        </pc:spChg>
      </pc:sldChg>
      <pc:sldChg chg="addSp modSp new mod">
        <pc:chgData name="Ali Hepburn" userId="4e8e14d8-d579-466d-803b-afb427748fed" providerId="ADAL" clId="{C23D2401-2FCE-408B-BBDD-B86DB41D49C1}" dt="2022-07-22T15:47:15.322" v="195" actId="20577"/>
        <pc:sldMkLst>
          <pc:docMk/>
          <pc:sldMk cId="2606217773" sldId="262"/>
        </pc:sldMkLst>
        <pc:spChg chg="mod">
          <ac:chgData name="Ali Hepburn" userId="4e8e14d8-d579-466d-803b-afb427748fed" providerId="ADAL" clId="{C23D2401-2FCE-408B-BBDD-B86DB41D49C1}" dt="2022-07-22T15:45:56.162" v="152" actId="27636"/>
          <ac:spMkLst>
            <pc:docMk/>
            <pc:sldMk cId="2606217773" sldId="262"/>
            <ac:spMk id="2" creationId="{266A210D-9D3E-8B59-F5FE-4FD2BA06A929}"/>
          </ac:spMkLst>
        </pc:spChg>
        <pc:spChg chg="mod">
          <ac:chgData name="Ali Hepburn" userId="4e8e14d8-d579-466d-803b-afb427748fed" providerId="ADAL" clId="{C23D2401-2FCE-408B-BBDD-B86DB41D49C1}" dt="2022-07-22T15:47:15.322" v="195" actId="20577"/>
          <ac:spMkLst>
            <pc:docMk/>
            <pc:sldMk cId="2606217773" sldId="262"/>
            <ac:spMk id="3" creationId="{D5C3C595-471D-B981-4E5C-FFB8D0FBC354}"/>
          </ac:spMkLst>
        </pc:spChg>
        <pc:spChg chg="mod">
          <ac:chgData name="Ali Hepburn" userId="4e8e14d8-d579-466d-803b-afb427748fed" providerId="ADAL" clId="{C23D2401-2FCE-408B-BBDD-B86DB41D49C1}" dt="2022-07-22T15:47:00.297" v="157" actId="1076"/>
          <ac:spMkLst>
            <pc:docMk/>
            <pc:sldMk cId="2606217773" sldId="262"/>
            <ac:spMk id="5" creationId="{19EC2EC9-ABF7-075F-D207-4E0E9377E686}"/>
          </ac:spMkLst>
        </pc:spChg>
        <pc:spChg chg="mod">
          <ac:chgData name="Ali Hepburn" userId="4e8e14d8-d579-466d-803b-afb427748fed" providerId="ADAL" clId="{C23D2401-2FCE-408B-BBDD-B86DB41D49C1}" dt="2022-07-22T15:47:00.297" v="157" actId="1076"/>
          <ac:spMkLst>
            <pc:docMk/>
            <pc:sldMk cId="2606217773" sldId="262"/>
            <ac:spMk id="6" creationId="{7F122E87-5A5A-EB92-5951-1620796BDBBE}"/>
          </ac:spMkLst>
        </pc:spChg>
        <pc:spChg chg="mod">
          <ac:chgData name="Ali Hepburn" userId="4e8e14d8-d579-466d-803b-afb427748fed" providerId="ADAL" clId="{C23D2401-2FCE-408B-BBDD-B86DB41D49C1}" dt="2022-07-22T15:47:00.297" v="157" actId="1076"/>
          <ac:spMkLst>
            <pc:docMk/>
            <pc:sldMk cId="2606217773" sldId="262"/>
            <ac:spMk id="7" creationId="{3B073EE8-9B37-1D7B-53BA-5DD46AC75BB3}"/>
          </ac:spMkLst>
        </pc:spChg>
        <pc:spChg chg="mod">
          <ac:chgData name="Ali Hepburn" userId="4e8e14d8-d579-466d-803b-afb427748fed" providerId="ADAL" clId="{C23D2401-2FCE-408B-BBDD-B86DB41D49C1}" dt="2022-07-22T15:47:00.297" v="157" actId="1076"/>
          <ac:spMkLst>
            <pc:docMk/>
            <pc:sldMk cId="2606217773" sldId="262"/>
            <ac:spMk id="8" creationId="{49BF039B-244E-4EAB-780E-F3761BD2A046}"/>
          </ac:spMkLst>
        </pc:spChg>
        <pc:spChg chg="mod">
          <ac:chgData name="Ali Hepburn" userId="4e8e14d8-d579-466d-803b-afb427748fed" providerId="ADAL" clId="{C23D2401-2FCE-408B-BBDD-B86DB41D49C1}" dt="2022-07-22T15:47:00.297" v="157" actId="1076"/>
          <ac:spMkLst>
            <pc:docMk/>
            <pc:sldMk cId="2606217773" sldId="262"/>
            <ac:spMk id="9" creationId="{410758FE-55DB-17AC-2720-C80BDDEC29CC}"/>
          </ac:spMkLst>
        </pc:spChg>
        <pc:spChg chg="mod">
          <ac:chgData name="Ali Hepburn" userId="4e8e14d8-d579-466d-803b-afb427748fed" providerId="ADAL" clId="{C23D2401-2FCE-408B-BBDD-B86DB41D49C1}" dt="2022-07-22T15:47:00.297" v="157" actId="1076"/>
          <ac:spMkLst>
            <pc:docMk/>
            <pc:sldMk cId="2606217773" sldId="262"/>
            <ac:spMk id="10" creationId="{E204D893-4FFF-1CAF-7D8E-196CAE096AB7}"/>
          </ac:spMkLst>
        </pc:spChg>
        <pc:spChg chg="mod">
          <ac:chgData name="Ali Hepburn" userId="4e8e14d8-d579-466d-803b-afb427748fed" providerId="ADAL" clId="{C23D2401-2FCE-408B-BBDD-B86DB41D49C1}" dt="2022-07-22T15:47:00.297" v="157" actId="1076"/>
          <ac:spMkLst>
            <pc:docMk/>
            <pc:sldMk cId="2606217773" sldId="262"/>
            <ac:spMk id="11" creationId="{FCB1F619-A1BD-4E4F-8F3E-9B478160951B}"/>
          </ac:spMkLst>
        </pc:spChg>
        <pc:spChg chg="mod">
          <ac:chgData name="Ali Hepburn" userId="4e8e14d8-d579-466d-803b-afb427748fed" providerId="ADAL" clId="{C23D2401-2FCE-408B-BBDD-B86DB41D49C1}" dt="2022-07-22T15:47:00.297" v="157" actId="1076"/>
          <ac:spMkLst>
            <pc:docMk/>
            <pc:sldMk cId="2606217773" sldId="262"/>
            <ac:spMk id="12" creationId="{F1AB13E3-7EEB-A0B6-0619-996A6F1D51EF}"/>
          </ac:spMkLst>
        </pc:spChg>
        <pc:spChg chg="mod">
          <ac:chgData name="Ali Hepburn" userId="4e8e14d8-d579-466d-803b-afb427748fed" providerId="ADAL" clId="{C23D2401-2FCE-408B-BBDD-B86DB41D49C1}" dt="2022-07-22T15:47:00.297" v="157" actId="1076"/>
          <ac:spMkLst>
            <pc:docMk/>
            <pc:sldMk cId="2606217773" sldId="262"/>
            <ac:spMk id="13" creationId="{4B1A7225-22F1-C81B-2E0E-3A14B4BEAF02}"/>
          </ac:spMkLst>
        </pc:spChg>
        <pc:spChg chg="mod">
          <ac:chgData name="Ali Hepburn" userId="4e8e14d8-d579-466d-803b-afb427748fed" providerId="ADAL" clId="{C23D2401-2FCE-408B-BBDD-B86DB41D49C1}" dt="2022-07-22T15:47:00.297" v="157" actId="1076"/>
          <ac:spMkLst>
            <pc:docMk/>
            <pc:sldMk cId="2606217773" sldId="262"/>
            <ac:spMk id="14" creationId="{4AB294F7-E92B-052D-7B12-C2C13AEB2269}"/>
          </ac:spMkLst>
        </pc:spChg>
        <pc:spChg chg="mod">
          <ac:chgData name="Ali Hepburn" userId="4e8e14d8-d579-466d-803b-afb427748fed" providerId="ADAL" clId="{C23D2401-2FCE-408B-BBDD-B86DB41D49C1}" dt="2022-07-22T15:47:00.297" v="157" actId="1076"/>
          <ac:spMkLst>
            <pc:docMk/>
            <pc:sldMk cId="2606217773" sldId="262"/>
            <ac:spMk id="15" creationId="{99205C36-B5E4-937D-E1E6-9FF31D18A5FB}"/>
          </ac:spMkLst>
        </pc:spChg>
        <pc:spChg chg="mod">
          <ac:chgData name="Ali Hepburn" userId="4e8e14d8-d579-466d-803b-afb427748fed" providerId="ADAL" clId="{C23D2401-2FCE-408B-BBDD-B86DB41D49C1}" dt="2022-07-22T15:47:00.297" v="157" actId="1076"/>
          <ac:spMkLst>
            <pc:docMk/>
            <pc:sldMk cId="2606217773" sldId="262"/>
            <ac:spMk id="16" creationId="{6C2601FE-7092-6E4F-4C71-B464A8135B83}"/>
          </ac:spMkLst>
        </pc:spChg>
        <pc:spChg chg="mod">
          <ac:chgData name="Ali Hepburn" userId="4e8e14d8-d579-466d-803b-afb427748fed" providerId="ADAL" clId="{C23D2401-2FCE-408B-BBDD-B86DB41D49C1}" dt="2022-07-22T15:47:00.297" v="157" actId="1076"/>
          <ac:spMkLst>
            <pc:docMk/>
            <pc:sldMk cId="2606217773" sldId="262"/>
            <ac:spMk id="17" creationId="{F199541D-267D-AC42-251C-C0AD7934FF5B}"/>
          </ac:spMkLst>
        </pc:spChg>
        <pc:spChg chg="mod">
          <ac:chgData name="Ali Hepburn" userId="4e8e14d8-d579-466d-803b-afb427748fed" providerId="ADAL" clId="{C23D2401-2FCE-408B-BBDD-B86DB41D49C1}" dt="2022-07-22T15:47:00.297" v="157" actId="1076"/>
          <ac:spMkLst>
            <pc:docMk/>
            <pc:sldMk cId="2606217773" sldId="262"/>
            <ac:spMk id="18" creationId="{2527D08D-A081-A4A4-3B12-B5F2A977877D}"/>
          </ac:spMkLst>
        </pc:spChg>
        <pc:grpChg chg="add mod">
          <ac:chgData name="Ali Hepburn" userId="4e8e14d8-d579-466d-803b-afb427748fed" providerId="ADAL" clId="{C23D2401-2FCE-408B-BBDD-B86DB41D49C1}" dt="2022-07-22T15:47:00.297" v="157" actId="1076"/>
          <ac:grpSpMkLst>
            <pc:docMk/>
            <pc:sldMk cId="2606217773" sldId="262"/>
            <ac:grpSpMk id="4" creationId="{BEC52BB1-9A35-AF0A-F185-3C293C05DA88}"/>
          </ac:grpSpMkLst>
        </pc:grpChg>
      </pc:sldChg>
      <pc:sldChg chg="modSp new mod">
        <pc:chgData name="Ali Hepburn" userId="4e8e14d8-d579-466d-803b-afb427748fed" providerId="ADAL" clId="{C23D2401-2FCE-408B-BBDD-B86DB41D49C1}" dt="2022-07-22T15:47:27.336" v="198"/>
        <pc:sldMkLst>
          <pc:docMk/>
          <pc:sldMk cId="1380306771" sldId="263"/>
        </pc:sldMkLst>
        <pc:spChg chg="mod">
          <ac:chgData name="Ali Hepburn" userId="4e8e14d8-d579-466d-803b-afb427748fed" providerId="ADAL" clId="{C23D2401-2FCE-408B-BBDD-B86DB41D49C1}" dt="2022-07-22T15:47:24.199" v="197"/>
          <ac:spMkLst>
            <pc:docMk/>
            <pc:sldMk cId="1380306771" sldId="263"/>
            <ac:spMk id="2" creationId="{3028A136-4199-E72A-1E3C-B1B5B1ED996D}"/>
          </ac:spMkLst>
        </pc:spChg>
        <pc:spChg chg="mod">
          <ac:chgData name="Ali Hepburn" userId="4e8e14d8-d579-466d-803b-afb427748fed" providerId="ADAL" clId="{C23D2401-2FCE-408B-BBDD-B86DB41D49C1}" dt="2022-07-22T15:47:27.336" v="198"/>
          <ac:spMkLst>
            <pc:docMk/>
            <pc:sldMk cId="1380306771" sldId="263"/>
            <ac:spMk id="3" creationId="{036F69F8-FD5D-1DF5-8C44-38EADF15D079}"/>
          </ac:spMkLst>
        </pc:spChg>
      </pc:sldChg>
      <pc:sldChg chg="modSp new mod">
        <pc:chgData name="Ali Hepburn" userId="4e8e14d8-d579-466d-803b-afb427748fed" providerId="ADAL" clId="{C23D2401-2FCE-408B-BBDD-B86DB41D49C1}" dt="2022-07-22T15:47:42.715" v="201"/>
        <pc:sldMkLst>
          <pc:docMk/>
          <pc:sldMk cId="2104404091" sldId="264"/>
        </pc:sldMkLst>
        <pc:spChg chg="mod">
          <ac:chgData name="Ali Hepburn" userId="4e8e14d8-d579-466d-803b-afb427748fed" providerId="ADAL" clId="{C23D2401-2FCE-408B-BBDD-B86DB41D49C1}" dt="2022-07-22T15:47:38.971" v="200"/>
          <ac:spMkLst>
            <pc:docMk/>
            <pc:sldMk cId="2104404091" sldId="264"/>
            <ac:spMk id="2" creationId="{D68120FA-D997-EC5D-57E8-2C1645BCF81F}"/>
          </ac:spMkLst>
        </pc:spChg>
        <pc:spChg chg="mod">
          <ac:chgData name="Ali Hepburn" userId="4e8e14d8-d579-466d-803b-afb427748fed" providerId="ADAL" clId="{C23D2401-2FCE-408B-BBDD-B86DB41D49C1}" dt="2022-07-22T15:47:42.715" v="201"/>
          <ac:spMkLst>
            <pc:docMk/>
            <pc:sldMk cId="2104404091" sldId="264"/>
            <ac:spMk id="3" creationId="{6F09B1DD-70CC-4828-D440-F21013F31B30}"/>
          </ac:spMkLst>
        </pc:spChg>
      </pc:sldChg>
      <pc:sldChg chg="addSp delSp modSp new mod">
        <pc:chgData name="Ali Hepburn" userId="4e8e14d8-d579-466d-803b-afb427748fed" providerId="ADAL" clId="{C23D2401-2FCE-408B-BBDD-B86DB41D49C1}" dt="2022-07-22T15:48:06.849" v="207"/>
        <pc:sldMkLst>
          <pc:docMk/>
          <pc:sldMk cId="4139037856" sldId="265"/>
        </pc:sldMkLst>
        <pc:spChg chg="mod">
          <ac:chgData name="Ali Hepburn" userId="4e8e14d8-d579-466d-803b-afb427748fed" providerId="ADAL" clId="{C23D2401-2FCE-408B-BBDD-B86DB41D49C1}" dt="2022-07-22T15:47:54.836" v="203"/>
          <ac:spMkLst>
            <pc:docMk/>
            <pc:sldMk cId="4139037856" sldId="265"/>
            <ac:spMk id="2" creationId="{53B865FA-7421-17CF-FDAC-E3E2AFD78733}"/>
          </ac:spMkLst>
        </pc:spChg>
        <pc:spChg chg="del">
          <ac:chgData name="Ali Hepburn" userId="4e8e14d8-d579-466d-803b-afb427748fed" providerId="ADAL" clId="{C23D2401-2FCE-408B-BBDD-B86DB41D49C1}" dt="2022-07-22T15:47:59.514" v="204" actId="478"/>
          <ac:spMkLst>
            <pc:docMk/>
            <pc:sldMk cId="4139037856" sldId="265"/>
            <ac:spMk id="3" creationId="{07B462F0-69FE-A46C-0B1B-D9DD08FDBB47}"/>
          </ac:spMkLst>
        </pc:spChg>
        <pc:graphicFrameChg chg="add mod">
          <ac:chgData name="Ali Hepburn" userId="4e8e14d8-d579-466d-803b-afb427748fed" providerId="ADAL" clId="{C23D2401-2FCE-408B-BBDD-B86DB41D49C1}" dt="2022-07-22T15:48:06.849" v="207"/>
          <ac:graphicFrameMkLst>
            <pc:docMk/>
            <pc:sldMk cId="4139037856" sldId="265"/>
            <ac:graphicFrameMk id="4" creationId="{E62BF269-C19B-73ED-073A-FCB34CC2BBB7}"/>
          </ac:graphicFrameMkLst>
        </pc:graphicFrameChg>
      </pc:sldChg>
      <pc:sldChg chg="modSp new mod">
        <pc:chgData name="Ali Hepburn" userId="4e8e14d8-d579-466d-803b-afb427748fed" providerId="ADAL" clId="{C23D2401-2FCE-408B-BBDD-B86DB41D49C1}" dt="2022-07-22T15:48:38.826" v="210"/>
        <pc:sldMkLst>
          <pc:docMk/>
          <pc:sldMk cId="1778598502" sldId="266"/>
        </pc:sldMkLst>
        <pc:spChg chg="mod">
          <ac:chgData name="Ali Hepburn" userId="4e8e14d8-d579-466d-803b-afb427748fed" providerId="ADAL" clId="{C23D2401-2FCE-408B-BBDD-B86DB41D49C1}" dt="2022-07-22T15:48:35.032" v="209"/>
          <ac:spMkLst>
            <pc:docMk/>
            <pc:sldMk cId="1778598502" sldId="266"/>
            <ac:spMk id="2" creationId="{8669C9A4-5798-2F55-CCB8-A339444B11D0}"/>
          </ac:spMkLst>
        </pc:spChg>
        <pc:spChg chg="mod">
          <ac:chgData name="Ali Hepburn" userId="4e8e14d8-d579-466d-803b-afb427748fed" providerId="ADAL" clId="{C23D2401-2FCE-408B-BBDD-B86DB41D49C1}" dt="2022-07-22T15:48:38.826" v="210"/>
          <ac:spMkLst>
            <pc:docMk/>
            <pc:sldMk cId="1778598502" sldId="266"/>
            <ac:spMk id="3" creationId="{5BF2F1A4-B303-FA5B-D033-2EB915CF799D}"/>
          </ac:spMkLst>
        </pc:spChg>
      </pc:sldChg>
      <pc:sldChg chg="addSp modSp new mod">
        <pc:chgData name="Ali Hepburn" userId="4e8e14d8-d579-466d-803b-afb427748fed" providerId="ADAL" clId="{C23D2401-2FCE-408B-BBDD-B86DB41D49C1}" dt="2022-07-22T15:49:14.473" v="221" actId="20577"/>
        <pc:sldMkLst>
          <pc:docMk/>
          <pc:sldMk cId="3796090729" sldId="267"/>
        </pc:sldMkLst>
        <pc:spChg chg="mod">
          <ac:chgData name="Ali Hepburn" userId="4e8e14d8-d579-466d-803b-afb427748fed" providerId="ADAL" clId="{C23D2401-2FCE-408B-BBDD-B86DB41D49C1}" dt="2022-07-22T15:48:49.962" v="212"/>
          <ac:spMkLst>
            <pc:docMk/>
            <pc:sldMk cId="3796090729" sldId="267"/>
            <ac:spMk id="2" creationId="{D79B90D2-A208-239E-8AE3-D647ED77F2C7}"/>
          </ac:spMkLst>
        </pc:spChg>
        <pc:spChg chg="mod">
          <ac:chgData name="Ali Hepburn" userId="4e8e14d8-d579-466d-803b-afb427748fed" providerId="ADAL" clId="{C23D2401-2FCE-408B-BBDD-B86DB41D49C1}" dt="2022-07-22T15:49:14.473" v="221" actId="20577"/>
          <ac:spMkLst>
            <pc:docMk/>
            <pc:sldMk cId="3796090729" sldId="267"/>
            <ac:spMk id="3" creationId="{15C29326-8BA9-5897-B699-FCEAD9AE5ACA}"/>
          </ac:spMkLst>
        </pc:spChg>
        <pc:picChg chg="add mod">
          <ac:chgData name="Ali Hepburn" userId="4e8e14d8-d579-466d-803b-afb427748fed" providerId="ADAL" clId="{C23D2401-2FCE-408B-BBDD-B86DB41D49C1}" dt="2022-07-22T15:49:05.418" v="217" actId="1076"/>
          <ac:picMkLst>
            <pc:docMk/>
            <pc:sldMk cId="3796090729" sldId="267"/>
            <ac:picMk id="4" creationId="{E4EC7211-2208-CB47-8537-737590D0A1A5}"/>
          </ac:picMkLst>
        </pc:picChg>
      </pc:sldChg>
      <pc:sldChg chg="modSp new mod">
        <pc:chgData name="Ali Hepburn" userId="4e8e14d8-d579-466d-803b-afb427748fed" providerId="ADAL" clId="{C23D2401-2FCE-408B-BBDD-B86DB41D49C1}" dt="2022-07-22T15:49:34.352" v="226"/>
        <pc:sldMkLst>
          <pc:docMk/>
          <pc:sldMk cId="4137392853" sldId="268"/>
        </pc:sldMkLst>
        <pc:spChg chg="mod">
          <ac:chgData name="Ali Hepburn" userId="4e8e14d8-d579-466d-803b-afb427748fed" providerId="ADAL" clId="{C23D2401-2FCE-408B-BBDD-B86DB41D49C1}" dt="2022-07-22T15:49:30.554" v="225" actId="20577"/>
          <ac:spMkLst>
            <pc:docMk/>
            <pc:sldMk cId="4137392853" sldId="268"/>
            <ac:spMk id="2" creationId="{C32D0213-E14A-3A1A-3757-295040C001FB}"/>
          </ac:spMkLst>
        </pc:spChg>
        <pc:spChg chg="mod">
          <ac:chgData name="Ali Hepburn" userId="4e8e14d8-d579-466d-803b-afb427748fed" providerId="ADAL" clId="{C23D2401-2FCE-408B-BBDD-B86DB41D49C1}" dt="2022-07-22T15:49:34.352" v="226"/>
          <ac:spMkLst>
            <pc:docMk/>
            <pc:sldMk cId="4137392853" sldId="268"/>
            <ac:spMk id="3" creationId="{011FF2F9-E9BC-579D-8AB2-4847BEE35A79}"/>
          </ac:spMkLst>
        </pc:spChg>
      </pc:sldChg>
      <pc:sldChg chg="modSp new mod">
        <pc:chgData name="Ali Hepburn" userId="4e8e14d8-d579-466d-803b-afb427748fed" providerId="ADAL" clId="{C23D2401-2FCE-408B-BBDD-B86DB41D49C1}" dt="2022-07-22T15:49:51.994" v="235" actId="6549"/>
        <pc:sldMkLst>
          <pc:docMk/>
          <pc:sldMk cId="398133438" sldId="269"/>
        </pc:sldMkLst>
        <pc:spChg chg="mod">
          <ac:chgData name="Ali Hepburn" userId="4e8e14d8-d579-466d-803b-afb427748fed" providerId="ADAL" clId="{C23D2401-2FCE-408B-BBDD-B86DB41D49C1}" dt="2022-07-22T15:49:46.975" v="232" actId="20577"/>
          <ac:spMkLst>
            <pc:docMk/>
            <pc:sldMk cId="398133438" sldId="269"/>
            <ac:spMk id="2" creationId="{03655D4E-81AF-8919-9438-45AE9BEE6688}"/>
          </ac:spMkLst>
        </pc:spChg>
        <pc:spChg chg="mod">
          <ac:chgData name="Ali Hepburn" userId="4e8e14d8-d579-466d-803b-afb427748fed" providerId="ADAL" clId="{C23D2401-2FCE-408B-BBDD-B86DB41D49C1}" dt="2022-07-22T15:49:51.994" v="235" actId="6549"/>
          <ac:spMkLst>
            <pc:docMk/>
            <pc:sldMk cId="398133438" sldId="269"/>
            <ac:spMk id="3" creationId="{2AF65115-6457-11E7-DAF5-519C3F657512}"/>
          </ac:spMkLst>
        </pc:spChg>
      </pc:sldChg>
      <pc:sldChg chg="modSp new mod">
        <pc:chgData name="Ali Hepburn" userId="4e8e14d8-d579-466d-803b-afb427748fed" providerId="ADAL" clId="{C23D2401-2FCE-408B-BBDD-B86DB41D49C1}" dt="2022-07-22T15:50:09.825" v="238"/>
        <pc:sldMkLst>
          <pc:docMk/>
          <pc:sldMk cId="2421190264" sldId="270"/>
        </pc:sldMkLst>
        <pc:spChg chg="mod">
          <ac:chgData name="Ali Hepburn" userId="4e8e14d8-d579-466d-803b-afb427748fed" providerId="ADAL" clId="{C23D2401-2FCE-408B-BBDD-B86DB41D49C1}" dt="2022-07-22T15:50:05.278" v="237"/>
          <ac:spMkLst>
            <pc:docMk/>
            <pc:sldMk cId="2421190264" sldId="270"/>
            <ac:spMk id="2" creationId="{128C1A7F-EF8B-8DAC-0FD3-580C2A86955C}"/>
          </ac:spMkLst>
        </pc:spChg>
        <pc:spChg chg="mod">
          <ac:chgData name="Ali Hepburn" userId="4e8e14d8-d579-466d-803b-afb427748fed" providerId="ADAL" clId="{C23D2401-2FCE-408B-BBDD-B86DB41D49C1}" dt="2022-07-22T15:50:09.825" v="238"/>
          <ac:spMkLst>
            <pc:docMk/>
            <pc:sldMk cId="2421190264" sldId="270"/>
            <ac:spMk id="3" creationId="{9F92FBE5-3348-859A-1106-2C3D69CAEB3B}"/>
          </ac:spMkLst>
        </pc:spChg>
      </pc:sldChg>
      <pc:sldChg chg="modSp new mod">
        <pc:chgData name="Ali Hepburn" userId="4e8e14d8-d579-466d-803b-afb427748fed" providerId="ADAL" clId="{C23D2401-2FCE-408B-BBDD-B86DB41D49C1}" dt="2022-07-22T15:50:27.087" v="242"/>
        <pc:sldMkLst>
          <pc:docMk/>
          <pc:sldMk cId="1381052696" sldId="271"/>
        </pc:sldMkLst>
        <pc:spChg chg="mod">
          <ac:chgData name="Ali Hepburn" userId="4e8e14d8-d579-466d-803b-afb427748fed" providerId="ADAL" clId="{C23D2401-2FCE-408B-BBDD-B86DB41D49C1}" dt="2022-07-22T15:50:23.180" v="241" actId="20577"/>
          <ac:spMkLst>
            <pc:docMk/>
            <pc:sldMk cId="1381052696" sldId="271"/>
            <ac:spMk id="2" creationId="{267055CE-C341-BA0B-BF13-598DB2681D03}"/>
          </ac:spMkLst>
        </pc:spChg>
        <pc:spChg chg="mod">
          <ac:chgData name="Ali Hepburn" userId="4e8e14d8-d579-466d-803b-afb427748fed" providerId="ADAL" clId="{C23D2401-2FCE-408B-BBDD-B86DB41D49C1}" dt="2022-07-22T15:50:27.087" v="242"/>
          <ac:spMkLst>
            <pc:docMk/>
            <pc:sldMk cId="1381052696" sldId="271"/>
            <ac:spMk id="3" creationId="{F1B1CB99-EF3A-3ED9-D3C7-E6BD0A32FBEA}"/>
          </ac:spMkLst>
        </pc:spChg>
      </pc:sldChg>
      <pc:sldChg chg="addSp delSp modSp new mod">
        <pc:chgData name="Ali Hepburn" userId="4e8e14d8-d579-466d-803b-afb427748fed" providerId="ADAL" clId="{C23D2401-2FCE-408B-BBDD-B86DB41D49C1}" dt="2022-07-22T15:50:57.514" v="247" actId="1076"/>
        <pc:sldMkLst>
          <pc:docMk/>
          <pc:sldMk cId="3752781520" sldId="272"/>
        </pc:sldMkLst>
        <pc:spChg chg="mod">
          <ac:chgData name="Ali Hepburn" userId="4e8e14d8-d579-466d-803b-afb427748fed" providerId="ADAL" clId="{C23D2401-2FCE-408B-BBDD-B86DB41D49C1}" dt="2022-07-22T15:50:39.341" v="244"/>
          <ac:spMkLst>
            <pc:docMk/>
            <pc:sldMk cId="3752781520" sldId="272"/>
            <ac:spMk id="2" creationId="{7069E6C6-B751-3F1D-F644-7557B95B7760}"/>
          </ac:spMkLst>
        </pc:spChg>
        <pc:spChg chg="del">
          <ac:chgData name="Ali Hepburn" userId="4e8e14d8-d579-466d-803b-afb427748fed" providerId="ADAL" clId="{C23D2401-2FCE-408B-BBDD-B86DB41D49C1}" dt="2022-07-22T15:50:41.227" v="245" actId="478"/>
          <ac:spMkLst>
            <pc:docMk/>
            <pc:sldMk cId="3752781520" sldId="272"/>
            <ac:spMk id="3" creationId="{0A4F470E-90FD-0F33-958C-6F7A39F3E17B}"/>
          </ac:spMkLst>
        </pc:spChg>
        <pc:spChg chg="add mod">
          <ac:chgData name="Ali Hepburn" userId="4e8e14d8-d579-466d-803b-afb427748fed" providerId="ADAL" clId="{C23D2401-2FCE-408B-BBDD-B86DB41D49C1}" dt="2022-07-22T15:50:57.514" v="247" actId="1076"/>
          <ac:spMkLst>
            <pc:docMk/>
            <pc:sldMk cId="3752781520" sldId="272"/>
            <ac:spMk id="4" creationId="{0E9A216E-C308-2B39-E7CB-7E2AE6E49D21}"/>
          </ac:spMkLst>
        </pc:spChg>
        <pc:spChg chg="add mod">
          <ac:chgData name="Ali Hepburn" userId="4e8e14d8-d579-466d-803b-afb427748fed" providerId="ADAL" clId="{C23D2401-2FCE-408B-BBDD-B86DB41D49C1}" dt="2022-07-22T15:50:57.514" v="247" actId="1076"/>
          <ac:spMkLst>
            <pc:docMk/>
            <pc:sldMk cId="3752781520" sldId="272"/>
            <ac:spMk id="5" creationId="{7E375BD0-FBCE-557E-B348-941EF9D53E49}"/>
          </ac:spMkLst>
        </pc:spChg>
        <pc:spChg chg="add mod">
          <ac:chgData name="Ali Hepburn" userId="4e8e14d8-d579-466d-803b-afb427748fed" providerId="ADAL" clId="{C23D2401-2FCE-408B-BBDD-B86DB41D49C1}" dt="2022-07-22T15:50:57.514" v="247" actId="1076"/>
          <ac:spMkLst>
            <pc:docMk/>
            <pc:sldMk cId="3752781520" sldId="272"/>
            <ac:spMk id="6" creationId="{143B0838-7F7D-65FB-13A6-B2661B387227}"/>
          </ac:spMkLst>
        </pc:spChg>
      </pc:sldChg>
      <pc:sldChg chg="modSp new mod">
        <pc:chgData name="Ali Hepburn" userId="4e8e14d8-d579-466d-803b-afb427748fed" providerId="ADAL" clId="{C23D2401-2FCE-408B-BBDD-B86DB41D49C1}" dt="2022-07-22T15:51:12.110" v="276"/>
        <pc:sldMkLst>
          <pc:docMk/>
          <pc:sldMk cId="2870166374" sldId="273"/>
        </pc:sldMkLst>
        <pc:spChg chg="mod">
          <ac:chgData name="Ali Hepburn" userId="4e8e14d8-d579-466d-803b-afb427748fed" providerId="ADAL" clId="{C23D2401-2FCE-408B-BBDD-B86DB41D49C1}" dt="2022-07-22T15:51:08.718" v="275" actId="20577"/>
          <ac:spMkLst>
            <pc:docMk/>
            <pc:sldMk cId="2870166374" sldId="273"/>
            <ac:spMk id="2" creationId="{3C4EEC2B-6984-1F08-FE3C-B1D8AE6C00F7}"/>
          </ac:spMkLst>
        </pc:spChg>
        <pc:spChg chg="mod">
          <ac:chgData name="Ali Hepburn" userId="4e8e14d8-d579-466d-803b-afb427748fed" providerId="ADAL" clId="{C23D2401-2FCE-408B-BBDD-B86DB41D49C1}" dt="2022-07-22T15:51:12.110" v="276"/>
          <ac:spMkLst>
            <pc:docMk/>
            <pc:sldMk cId="2870166374" sldId="273"/>
            <ac:spMk id="3" creationId="{A946645A-D2A1-9C97-A5EE-CF9DB8E4C26D}"/>
          </ac:spMkLst>
        </pc:spChg>
      </pc:sldChg>
      <pc:sldChg chg="modSp new mod">
        <pc:chgData name="Ali Hepburn" userId="4e8e14d8-d579-466d-803b-afb427748fed" providerId="ADAL" clId="{C23D2401-2FCE-408B-BBDD-B86DB41D49C1}" dt="2022-07-22T15:51:37.556" v="287"/>
        <pc:sldMkLst>
          <pc:docMk/>
          <pc:sldMk cId="3061104102" sldId="274"/>
        </pc:sldMkLst>
        <pc:spChg chg="mod">
          <ac:chgData name="Ali Hepburn" userId="4e8e14d8-d579-466d-803b-afb427748fed" providerId="ADAL" clId="{C23D2401-2FCE-408B-BBDD-B86DB41D49C1}" dt="2022-07-22T15:51:32.793" v="286" actId="20577"/>
          <ac:spMkLst>
            <pc:docMk/>
            <pc:sldMk cId="3061104102" sldId="274"/>
            <ac:spMk id="2" creationId="{EA55DFB9-9C54-B907-7A2B-37A9BDECEE11}"/>
          </ac:spMkLst>
        </pc:spChg>
        <pc:spChg chg="mod">
          <ac:chgData name="Ali Hepburn" userId="4e8e14d8-d579-466d-803b-afb427748fed" providerId="ADAL" clId="{C23D2401-2FCE-408B-BBDD-B86DB41D49C1}" dt="2022-07-22T15:51:37.556" v="287"/>
          <ac:spMkLst>
            <pc:docMk/>
            <pc:sldMk cId="3061104102" sldId="274"/>
            <ac:spMk id="3" creationId="{1DAF5C2F-FFCB-A184-0275-2629D14D4483}"/>
          </ac:spMkLst>
        </pc:spChg>
      </pc:sldChg>
      <pc:sldChg chg="modSp new mod">
        <pc:chgData name="Ali Hepburn" userId="4e8e14d8-d579-466d-803b-afb427748fed" providerId="ADAL" clId="{C23D2401-2FCE-408B-BBDD-B86DB41D49C1}" dt="2022-07-22T15:52:29.068" v="299"/>
        <pc:sldMkLst>
          <pc:docMk/>
          <pc:sldMk cId="640223369" sldId="275"/>
        </pc:sldMkLst>
        <pc:spChg chg="mod">
          <ac:chgData name="Ali Hepburn" userId="4e8e14d8-d579-466d-803b-afb427748fed" providerId="ADAL" clId="{C23D2401-2FCE-408B-BBDD-B86DB41D49C1}" dt="2022-07-22T15:52:24.857" v="298"/>
          <ac:spMkLst>
            <pc:docMk/>
            <pc:sldMk cId="640223369" sldId="275"/>
            <ac:spMk id="2" creationId="{455F4F6F-2E81-20C5-0480-A97F696C2EB2}"/>
          </ac:spMkLst>
        </pc:spChg>
        <pc:spChg chg="mod">
          <ac:chgData name="Ali Hepburn" userId="4e8e14d8-d579-466d-803b-afb427748fed" providerId="ADAL" clId="{C23D2401-2FCE-408B-BBDD-B86DB41D49C1}" dt="2022-07-22T15:52:29.068" v="299"/>
          <ac:spMkLst>
            <pc:docMk/>
            <pc:sldMk cId="640223369" sldId="275"/>
            <ac:spMk id="3" creationId="{6BBC9C3B-CFBC-6A2A-1BDC-4EAB6450E49F}"/>
          </ac:spMkLst>
        </pc:spChg>
      </pc:sldChg>
      <pc:sldChg chg="addSp modSp new del mod">
        <pc:chgData name="Ali Hepburn" userId="4e8e14d8-d579-466d-803b-afb427748fed" providerId="ADAL" clId="{C23D2401-2FCE-408B-BBDD-B86DB41D49C1}" dt="2022-07-22T15:52:17.209" v="296" actId="47"/>
        <pc:sldMkLst>
          <pc:docMk/>
          <pc:sldMk cId="1850199676" sldId="275"/>
        </pc:sldMkLst>
        <pc:spChg chg="mod">
          <ac:chgData name="Ali Hepburn" userId="4e8e14d8-d579-466d-803b-afb427748fed" providerId="ADAL" clId="{C23D2401-2FCE-408B-BBDD-B86DB41D49C1}" dt="2022-07-22T15:51:47.322" v="289"/>
          <ac:spMkLst>
            <pc:docMk/>
            <pc:sldMk cId="1850199676" sldId="275"/>
            <ac:spMk id="2" creationId="{BC6BE590-E1B4-03E0-AEFE-3091CE2351F6}"/>
          </ac:spMkLst>
        </pc:spChg>
        <pc:spChg chg="mod">
          <ac:chgData name="Ali Hepburn" userId="4e8e14d8-d579-466d-803b-afb427748fed" providerId="ADAL" clId="{C23D2401-2FCE-408B-BBDD-B86DB41D49C1}" dt="2022-07-22T15:52:10.530" v="295"/>
          <ac:spMkLst>
            <pc:docMk/>
            <pc:sldMk cId="1850199676" sldId="275"/>
            <ac:spMk id="3" creationId="{9DB3EC92-79E7-93D1-E6B4-08E08FCFFF1F}"/>
          </ac:spMkLst>
        </pc:spChg>
        <pc:picChg chg="add mod">
          <ac:chgData name="Ali Hepburn" userId="4e8e14d8-d579-466d-803b-afb427748fed" providerId="ADAL" clId="{C23D2401-2FCE-408B-BBDD-B86DB41D49C1}" dt="2022-07-22T15:52:00.082" v="293" actId="1076"/>
          <ac:picMkLst>
            <pc:docMk/>
            <pc:sldMk cId="1850199676" sldId="275"/>
            <ac:picMk id="4" creationId="{6C90F9B4-88A0-C0D7-4ED2-572DFBDD343E}"/>
          </ac:picMkLst>
        </pc:picChg>
      </pc:sldChg>
      <pc:sldChg chg="addSp modSp new mod">
        <pc:chgData name="Ali Hepburn" userId="4e8e14d8-d579-466d-803b-afb427748fed" providerId="ADAL" clId="{C23D2401-2FCE-408B-BBDD-B86DB41D49C1}" dt="2022-07-22T15:53:43.651" v="317" actId="5793"/>
        <pc:sldMkLst>
          <pc:docMk/>
          <pc:sldMk cId="4077001343" sldId="276"/>
        </pc:sldMkLst>
        <pc:spChg chg="mod">
          <ac:chgData name="Ali Hepburn" userId="4e8e14d8-d579-466d-803b-afb427748fed" providerId="ADAL" clId="{C23D2401-2FCE-408B-BBDD-B86DB41D49C1}" dt="2022-07-22T15:52:38.426" v="301"/>
          <ac:spMkLst>
            <pc:docMk/>
            <pc:sldMk cId="4077001343" sldId="276"/>
            <ac:spMk id="2" creationId="{4EACCB31-87D9-992E-0492-E2DA2B70E5CE}"/>
          </ac:spMkLst>
        </pc:spChg>
        <pc:spChg chg="mod">
          <ac:chgData name="Ali Hepburn" userId="4e8e14d8-d579-466d-803b-afb427748fed" providerId="ADAL" clId="{C23D2401-2FCE-408B-BBDD-B86DB41D49C1}" dt="2022-07-22T15:53:43.651" v="317" actId="5793"/>
          <ac:spMkLst>
            <pc:docMk/>
            <pc:sldMk cId="4077001343" sldId="276"/>
            <ac:spMk id="3" creationId="{A4E315AE-46AC-85F4-5583-F6E9EAECB97A}"/>
          </ac:spMkLst>
        </pc:spChg>
        <pc:spChg chg="add mod">
          <ac:chgData name="Ali Hepburn" userId="4e8e14d8-d579-466d-803b-afb427748fed" providerId="ADAL" clId="{C23D2401-2FCE-408B-BBDD-B86DB41D49C1}" dt="2022-07-22T15:53:26.622" v="313" actId="20577"/>
          <ac:spMkLst>
            <pc:docMk/>
            <pc:sldMk cId="4077001343" sldId="276"/>
            <ac:spMk id="6" creationId="{CC72A752-9664-AECA-663F-EFCF0D058AC9}"/>
          </ac:spMkLst>
        </pc:spChg>
        <pc:picChg chg="add mod">
          <ac:chgData name="Ali Hepburn" userId="4e8e14d8-d579-466d-803b-afb427748fed" providerId="ADAL" clId="{C23D2401-2FCE-408B-BBDD-B86DB41D49C1}" dt="2022-07-22T15:52:56.603" v="305" actId="1076"/>
          <ac:picMkLst>
            <pc:docMk/>
            <pc:sldMk cId="4077001343" sldId="276"/>
            <ac:picMk id="4" creationId="{3F3712F8-ABCC-E7FC-32A0-6EC707993E56}"/>
          </ac:picMkLst>
        </pc:picChg>
      </pc:sldChg>
      <pc:sldChg chg="modSp new mod">
        <pc:chgData name="Ali Hepburn" userId="4e8e14d8-d579-466d-803b-afb427748fed" providerId="ADAL" clId="{C23D2401-2FCE-408B-BBDD-B86DB41D49C1}" dt="2022-07-22T15:54:01.751" v="323" actId="27636"/>
        <pc:sldMkLst>
          <pc:docMk/>
          <pc:sldMk cId="119567723" sldId="277"/>
        </pc:sldMkLst>
        <pc:spChg chg="mod">
          <ac:chgData name="Ali Hepburn" userId="4e8e14d8-d579-466d-803b-afb427748fed" providerId="ADAL" clId="{C23D2401-2FCE-408B-BBDD-B86DB41D49C1}" dt="2022-07-22T15:53:57.742" v="321" actId="20577"/>
          <ac:spMkLst>
            <pc:docMk/>
            <pc:sldMk cId="119567723" sldId="277"/>
            <ac:spMk id="2" creationId="{ED36B8F5-2F92-2F64-0FD4-6EE552BB4F4E}"/>
          </ac:spMkLst>
        </pc:spChg>
        <pc:spChg chg="mod">
          <ac:chgData name="Ali Hepburn" userId="4e8e14d8-d579-466d-803b-afb427748fed" providerId="ADAL" clId="{C23D2401-2FCE-408B-BBDD-B86DB41D49C1}" dt="2022-07-22T15:54:01.751" v="323" actId="27636"/>
          <ac:spMkLst>
            <pc:docMk/>
            <pc:sldMk cId="119567723" sldId="277"/>
            <ac:spMk id="3" creationId="{D730A7BF-5785-91E5-3EE8-D2571FA492EF}"/>
          </ac:spMkLst>
        </pc:spChg>
      </pc:sldChg>
      <pc:sldChg chg="modSp new mod">
        <pc:chgData name="Ali Hepburn" userId="4e8e14d8-d579-466d-803b-afb427748fed" providerId="ADAL" clId="{C23D2401-2FCE-408B-BBDD-B86DB41D49C1}" dt="2022-07-22T15:54:15.271" v="330"/>
        <pc:sldMkLst>
          <pc:docMk/>
          <pc:sldMk cId="3902898796" sldId="278"/>
        </pc:sldMkLst>
        <pc:spChg chg="mod">
          <ac:chgData name="Ali Hepburn" userId="4e8e14d8-d579-466d-803b-afb427748fed" providerId="ADAL" clId="{C23D2401-2FCE-408B-BBDD-B86DB41D49C1}" dt="2022-07-22T15:54:12.167" v="329" actId="20577"/>
          <ac:spMkLst>
            <pc:docMk/>
            <pc:sldMk cId="3902898796" sldId="278"/>
            <ac:spMk id="2" creationId="{56C4949B-1DDB-ED03-1141-05E9AB9FC609}"/>
          </ac:spMkLst>
        </pc:spChg>
        <pc:spChg chg="mod">
          <ac:chgData name="Ali Hepburn" userId="4e8e14d8-d579-466d-803b-afb427748fed" providerId="ADAL" clId="{C23D2401-2FCE-408B-BBDD-B86DB41D49C1}" dt="2022-07-22T15:54:15.271" v="330"/>
          <ac:spMkLst>
            <pc:docMk/>
            <pc:sldMk cId="3902898796" sldId="278"/>
            <ac:spMk id="3" creationId="{FE21102C-06F2-0174-9532-76F9B5B1E774}"/>
          </ac:spMkLst>
        </pc:spChg>
      </pc:sldChg>
      <pc:sldChg chg="modSp new mod">
        <pc:chgData name="Ali Hepburn" userId="4e8e14d8-d579-466d-803b-afb427748fed" providerId="ADAL" clId="{C23D2401-2FCE-408B-BBDD-B86DB41D49C1}" dt="2022-07-22T15:54:26.431" v="333"/>
        <pc:sldMkLst>
          <pc:docMk/>
          <pc:sldMk cId="2736506283" sldId="279"/>
        </pc:sldMkLst>
        <pc:spChg chg="mod">
          <ac:chgData name="Ali Hepburn" userId="4e8e14d8-d579-466d-803b-afb427748fed" providerId="ADAL" clId="{C23D2401-2FCE-408B-BBDD-B86DB41D49C1}" dt="2022-07-22T15:54:23.437" v="332"/>
          <ac:spMkLst>
            <pc:docMk/>
            <pc:sldMk cId="2736506283" sldId="279"/>
            <ac:spMk id="2" creationId="{AADAB2AA-E939-D033-6A88-D48F4F73D90B}"/>
          </ac:spMkLst>
        </pc:spChg>
        <pc:spChg chg="mod">
          <ac:chgData name="Ali Hepburn" userId="4e8e14d8-d579-466d-803b-afb427748fed" providerId="ADAL" clId="{C23D2401-2FCE-408B-BBDD-B86DB41D49C1}" dt="2022-07-22T15:54:26.431" v="333"/>
          <ac:spMkLst>
            <pc:docMk/>
            <pc:sldMk cId="2736506283" sldId="279"/>
            <ac:spMk id="3" creationId="{F8C7DE48-E65C-A7AD-23CC-390B131D5B38}"/>
          </ac:spMkLst>
        </pc:spChg>
      </pc:sldChg>
      <pc:sldChg chg="modSp new mod">
        <pc:chgData name="Ali Hepburn" userId="4e8e14d8-d579-466d-803b-afb427748fed" providerId="ADAL" clId="{C23D2401-2FCE-408B-BBDD-B86DB41D49C1}" dt="2022-07-22T15:54:37.857" v="352" actId="27636"/>
        <pc:sldMkLst>
          <pc:docMk/>
          <pc:sldMk cId="1624833029" sldId="280"/>
        </pc:sldMkLst>
        <pc:spChg chg="mod">
          <ac:chgData name="Ali Hepburn" userId="4e8e14d8-d579-466d-803b-afb427748fed" providerId="ADAL" clId="{C23D2401-2FCE-408B-BBDD-B86DB41D49C1}" dt="2022-07-22T15:54:34.583" v="350" actId="20577"/>
          <ac:spMkLst>
            <pc:docMk/>
            <pc:sldMk cId="1624833029" sldId="280"/>
            <ac:spMk id="2" creationId="{C68C15F3-E578-0A6D-FA27-9E5FCBCDE35D}"/>
          </ac:spMkLst>
        </pc:spChg>
        <pc:spChg chg="mod">
          <ac:chgData name="Ali Hepburn" userId="4e8e14d8-d579-466d-803b-afb427748fed" providerId="ADAL" clId="{C23D2401-2FCE-408B-BBDD-B86DB41D49C1}" dt="2022-07-22T15:54:37.857" v="352" actId="27636"/>
          <ac:spMkLst>
            <pc:docMk/>
            <pc:sldMk cId="1624833029" sldId="280"/>
            <ac:spMk id="3" creationId="{0ACE757F-1C47-BBF7-A819-99B7B427580C}"/>
          </ac:spMkLst>
        </pc:spChg>
      </pc:sldChg>
      <pc:sldChg chg="modSp new mod">
        <pc:chgData name="Ali Hepburn" userId="4e8e14d8-d579-466d-803b-afb427748fed" providerId="ADAL" clId="{C23D2401-2FCE-408B-BBDD-B86DB41D49C1}" dt="2022-07-22T15:54:51.478" v="355"/>
        <pc:sldMkLst>
          <pc:docMk/>
          <pc:sldMk cId="1415086754" sldId="281"/>
        </pc:sldMkLst>
        <pc:spChg chg="mod">
          <ac:chgData name="Ali Hepburn" userId="4e8e14d8-d579-466d-803b-afb427748fed" providerId="ADAL" clId="{C23D2401-2FCE-408B-BBDD-B86DB41D49C1}" dt="2022-07-22T15:54:47.972" v="354"/>
          <ac:spMkLst>
            <pc:docMk/>
            <pc:sldMk cId="1415086754" sldId="281"/>
            <ac:spMk id="2" creationId="{D2E6F700-19CA-BFFE-C3CD-FE9F3389A61F}"/>
          </ac:spMkLst>
        </pc:spChg>
        <pc:spChg chg="mod">
          <ac:chgData name="Ali Hepburn" userId="4e8e14d8-d579-466d-803b-afb427748fed" providerId="ADAL" clId="{C23D2401-2FCE-408B-BBDD-B86DB41D49C1}" dt="2022-07-22T15:54:51.478" v="355"/>
          <ac:spMkLst>
            <pc:docMk/>
            <pc:sldMk cId="1415086754" sldId="281"/>
            <ac:spMk id="3" creationId="{E70E34C3-823A-B351-2AFC-13EE093C4F46}"/>
          </ac:spMkLst>
        </pc:spChg>
      </pc:sldChg>
      <pc:sldChg chg="modSp new mod">
        <pc:chgData name="Ali Hepburn" userId="4e8e14d8-d579-466d-803b-afb427748fed" providerId="ADAL" clId="{C23D2401-2FCE-408B-BBDD-B86DB41D49C1}" dt="2022-07-22T15:55:01.969" v="359" actId="27636"/>
        <pc:sldMkLst>
          <pc:docMk/>
          <pc:sldMk cId="2182881795" sldId="282"/>
        </pc:sldMkLst>
        <pc:spChg chg="mod">
          <ac:chgData name="Ali Hepburn" userId="4e8e14d8-d579-466d-803b-afb427748fed" providerId="ADAL" clId="{C23D2401-2FCE-408B-BBDD-B86DB41D49C1}" dt="2022-07-22T15:54:59" v="357"/>
          <ac:spMkLst>
            <pc:docMk/>
            <pc:sldMk cId="2182881795" sldId="282"/>
            <ac:spMk id="2" creationId="{75A3F603-2EC8-F8B4-8B66-3E2235FCF752}"/>
          </ac:spMkLst>
        </pc:spChg>
        <pc:spChg chg="mod">
          <ac:chgData name="Ali Hepburn" userId="4e8e14d8-d579-466d-803b-afb427748fed" providerId="ADAL" clId="{C23D2401-2FCE-408B-BBDD-B86DB41D49C1}" dt="2022-07-22T15:55:01.969" v="359" actId="27636"/>
          <ac:spMkLst>
            <pc:docMk/>
            <pc:sldMk cId="2182881795" sldId="282"/>
            <ac:spMk id="3" creationId="{A4D8C22D-FEFD-B33C-F527-109E1083D414}"/>
          </ac:spMkLst>
        </pc:spChg>
      </pc:sldChg>
      <pc:sldChg chg="modSp add mod">
        <pc:chgData name="Ali Hepburn" userId="4e8e14d8-d579-466d-803b-afb427748fed" providerId="ADAL" clId="{C23D2401-2FCE-408B-BBDD-B86DB41D49C1}" dt="2022-07-22T15:55:15.086" v="374" actId="27636"/>
        <pc:sldMkLst>
          <pc:docMk/>
          <pc:sldMk cId="770422784" sldId="283"/>
        </pc:sldMkLst>
        <pc:spChg chg="mod">
          <ac:chgData name="Ali Hepburn" userId="4e8e14d8-d579-466d-803b-afb427748fed" providerId="ADAL" clId="{C23D2401-2FCE-408B-BBDD-B86DB41D49C1}" dt="2022-07-22T15:55:08.683" v="372" actId="20577"/>
          <ac:spMkLst>
            <pc:docMk/>
            <pc:sldMk cId="770422784" sldId="283"/>
            <ac:spMk id="2" creationId="{75A3F603-2EC8-F8B4-8B66-3E2235FCF752}"/>
          </ac:spMkLst>
        </pc:spChg>
        <pc:spChg chg="mod">
          <ac:chgData name="Ali Hepburn" userId="4e8e14d8-d579-466d-803b-afb427748fed" providerId="ADAL" clId="{C23D2401-2FCE-408B-BBDD-B86DB41D49C1}" dt="2022-07-22T15:55:15.086" v="374" actId="27636"/>
          <ac:spMkLst>
            <pc:docMk/>
            <pc:sldMk cId="770422784" sldId="283"/>
            <ac:spMk id="3" creationId="{A4D8C22D-FEFD-B33C-F527-109E1083D414}"/>
          </ac:spMkLst>
        </pc:spChg>
      </pc:sldChg>
      <pc:sldChg chg="addSp delSp modSp new mod modClrScheme chgLayout">
        <pc:chgData name="Ali Hepburn" userId="4e8e14d8-d579-466d-803b-afb427748fed" providerId="ADAL" clId="{C23D2401-2FCE-408B-BBDD-B86DB41D49C1}" dt="2022-07-22T15:55:23.977" v="388" actId="20577"/>
        <pc:sldMkLst>
          <pc:docMk/>
          <pc:sldMk cId="1703421773" sldId="284"/>
        </pc:sldMkLst>
        <pc:spChg chg="del mod ord">
          <ac:chgData name="Ali Hepburn" userId="4e8e14d8-d579-466d-803b-afb427748fed" providerId="ADAL" clId="{C23D2401-2FCE-408B-BBDD-B86DB41D49C1}" dt="2022-07-22T15:55:21.770" v="376" actId="700"/>
          <ac:spMkLst>
            <pc:docMk/>
            <pc:sldMk cId="1703421773" sldId="284"/>
            <ac:spMk id="2" creationId="{2490921A-D577-2FA3-BCA5-E1D176196AB4}"/>
          </ac:spMkLst>
        </pc:spChg>
        <pc:spChg chg="del mod ord">
          <ac:chgData name="Ali Hepburn" userId="4e8e14d8-d579-466d-803b-afb427748fed" providerId="ADAL" clId="{C23D2401-2FCE-408B-BBDD-B86DB41D49C1}" dt="2022-07-22T15:55:21.770" v="376" actId="700"/>
          <ac:spMkLst>
            <pc:docMk/>
            <pc:sldMk cId="1703421773" sldId="284"/>
            <ac:spMk id="3" creationId="{E4C37A31-5648-8A42-7AF1-6A5187240634}"/>
          </ac:spMkLst>
        </pc:spChg>
        <pc:spChg chg="add mod ord">
          <ac:chgData name="Ali Hepburn" userId="4e8e14d8-d579-466d-803b-afb427748fed" providerId="ADAL" clId="{C23D2401-2FCE-408B-BBDD-B86DB41D49C1}" dt="2022-07-22T15:55:23.977" v="388" actId="20577"/>
          <ac:spMkLst>
            <pc:docMk/>
            <pc:sldMk cId="1703421773" sldId="284"/>
            <ac:spMk id="4" creationId="{8CC8BA59-7FB8-678C-B3F6-AE32FE4B160D}"/>
          </ac:spMkLst>
        </pc:spChg>
        <pc:spChg chg="add mod ord">
          <ac:chgData name="Ali Hepburn" userId="4e8e14d8-d579-466d-803b-afb427748fed" providerId="ADAL" clId="{C23D2401-2FCE-408B-BBDD-B86DB41D49C1}" dt="2022-07-22T15:55:21.770" v="376" actId="700"/>
          <ac:spMkLst>
            <pc:docMk/>
            <pc:sldMk cId="1703421773" sldId="284"/>
            <ac:spMk id="5" creationId="{8E648D9B-23DD-24CB-F726-C23C53356928}"/>
          </ac:spMkLst>
        </pc:spChg>
      </pc:sldChg>
      <pc:sldChg chg="addSp delSp modSp new mod modClrScheme chgLayout">
        <pc:chgData name="Ali Hepburn" userId="4e8e14d8-d579-466d-803b-afb427748fed" providerId="ADAL" clId="{C23D2401-2FCE-408B-BBDD-B86DB41D49C1}" dt="2022-07-22T15:56:32.491" v="447" actId="1076"/>
        <pc:sldMkLst>
          <pc:docMk/>
          <pc:sldMk cId="4007786554" sldId="285"/>
        </pc:sldMkLst>
        <pc:spChg chg="del mod ord">
          <ac:chgData name="Ali Hepburn" userId="4e8e14d8-d579-466d-803b-afb427748fed" providerId="ADAL" clId="{C23D2401-2FCE-408B-BBDD-B86DB41D49C1}" dt="2022-07-22T15:55:44.309" v="390" actId="700"/>
          <ac:spMkLst>
            <pc:docMk/>
            <pc:sldMk cId="4007786554" sldId="285"/>
            <ac:spMk id="2" creationId="{B25F4F05-1432-E0B3-911E-FF9DA7E96281}"/>
          </ac:spMkLst>
        </pc:spChg>
        <pc:spChg chg="del mod ord">
          <ac:chgData name="Ali Hepburn" userId="4e8e14d8-d579-466d-803b-afb427748fed" providerId="ADAL" clId="{C23D2401-2FCE-408B-BBDD-B86DB41D49C1}" dt="2022-07-22T15:55:44.309" v="390" actId="700"/>
          <ac:spMkLst>
            <pc:docMk/>
            <pc:sldMk cId="4007786554" sldId="285"/>
            <ac:spMk id="3" creationId="{4D78FB00-0D93-956E-BC2D-193A900F610C}"/>
          </ac:spMkLst>
        </pc:spChg>
        <pc:spChg chg="add mod ord">
          <ac:chgData name="Ali Hepburn" userId="4e8e14d8-d579-466d-803b-afb427748fed" providerId="ADAL" clId="{C23D2401-2FCE-408B-BBDD-B86DB41D49C1}" dt="2022-07-22T15:55:51.545" v="426" actId="20577"/>
          <ac:spMkLst>
            <pc:docMk/>
            <pc:sldMk cId="4007786554" sldId="285"/>
            <ac:spMk id="4" creationId="{F0BC9401-57E5-C3AA-0647-6129A8B5EEB3}"/>
          </ac:spMkLst>
        </pc:spChg>
        <pc:spChg chg="add mod ord">
          <ac:chgData name="Ali Hepburn" userId="4e8e14d8-d579-466d-803b-afb427748fed" providerId="ADAL" clId="{C23D2401-2FCE-408B-BBDD-B86DB41D49C1}" dt="2022-07-22T15:56:24.654" v="445" actId="20577"/>
          <ac:spMkLst>
            <pc:docMk/>
            <pc:sldMk cId="4007786554" sldId="285"/>
            <ac:spMk id="5" creationId="{27A47D2F-050E-90A0-CE9C-6D80B565AEBE}"/>
          </ac:spMkLst>
        </pc:spChg>
        <pc:picChg chg="add mod">
          <ac:chgData name="Ali Hepburn" userId="4e8e14d8-d579-466d-803b-afb427748fed" providerId="ADAL" clId="{C23D2401-2FCE-408B-BBDD-B86DB41D49C1}" dt="2022-07-22T15:56:32.491" v="447" actId="1076"/>
          <ac:picMkLst>
            <pc:docMk/>
            <pc:sldMk cId="4007786554" sldId="285"/>
            <ac:picMk id="6" creationId="{96FAA1FE-7546-093E-6DFB-F2CDFF13E351}"/>
          </ac:picMkLst>
        </pc:picChg>
      </pc:sldChg>
      <pc:sldChg chg="modSp new mod">
        <pc:chgData name="Ali Hepburn" userId="4e8e14d8-d579-466d-803b-afb427748fed" providerId="ADAL" clId="{C23D2401-2FCE-408B-BBDD-B86DB41D49C1}" dt="2022-07-22T15:56:57.482" v="503" actId="403"/>
        <pc:sldMkLst>
          <pc:docMk/>
          <pc:sldMk cId="2764454048" sldId="286"/>
        </pc:sldMkLst>
        <pc:spChg chg="mod">
          <ac:chgData name="Ali Hepburn" userId="4e8e14d8-d579-466d-803b-afb427748fed" providerId="ADAL" clId="{C23D2401-2FCE-408B-BBDD-B86DB41D49C1}" dt="2022-07-22T15:56:47.769" v="498" actId="20577"/>
          <ac:spMkLst>
            <pc:docMk/>
            <pc:sldMk cId="2764454048" sldId="286"/>
            <ac:spMk id="2" creationId="{C3696449-F896-8241-F980-F2C0ED7A69D8}"/>
          </ac:spMkLst>
        </pc:spChg>
        <pc:spChg chg="mod">
          <ac:chgData name="Ali Hepburn" userId="4e8e14d8-d579-466d-803b-afb427748fed" providerId="ADAL" clId="{C23D2401-2FCE-408B-BBDD-B86DB41D49C1}" dt="2022-07-22T15:56:57.482" v="503" actId="403"/>
          <ac:spMkLst>
            <pc:docMk/>
            <pc:sldMk cId="2764454048" sldId="286"/>
            <ac:spMk id="3" creationId="{7F949A2A-3CDA-48E1-4C4B-91EC45C4BFC4}"/>
          </ac:spMkLst>
        </pc:spChg>
      </pc:sldChg>
      <pc:sldChg chg="addSp modSp new mod">
        <pc:chgData name="Ali Hepburn" userId="4e8e14d8-d579-466d-803b-afb427748fed" providerId="ADAL" clId="{C23D2401-2FCE-408B-BBDD-B86DB41D49C1}" dt="2022-07-22T15:57:34.747" v="515" actId="1076"/>
        <pc:sldMkLst>
          <pc:docMk/>
          <pc:sldMk cId="2131127234" sldId="287"/>
        </pc:sldMkLst>
        <pc:spChg chg="mod">
          <ac:chgData name="Ali Hepburn" userId="4e8e14d8-d579-466d-803b-afb427748fed" providerId="ADAL" clId="{C23D2401-2FCE-408B-BBDD-B86DB41D49C1}" dt="2022-07-22T15:57:06.389" v="505"/>
          <ac:spMkLst>
            <pc:docMk/>
            <pc:sldMk cId="2131127234" sldId="287"/>
            <ac:spMk id="2" creationId="{FA2267E1-6BDD-4C88-5CAC-CD7798ADF327}"/>
          </ac:spMkLst>
        </pc:spChg>
        <pc:spChg chg="mod">
          <ac:chgData name="Ali Hepburn" userId="4e8e14d8-d579-466d-803b-afb427748fed" providerId="ADAL" clId="{C23D2401-2FCE-408B-BBDD-B86DB41D49C1}" dt="2022-07-22T15:57:18.757" v="511" actId="404"/>
          <ac:spMkLst>
            <pc:docMk/>
            <pc:sldMk cId="2131127234" sldId="287"/>
            <ac:spMk id="3" creationId="{3679AFEC-A21A-7A8B-F43A-F12D715FB3FA}"/>
          </ac:spMkLst>
        </pc:spChg>
        <pc:picChg chg="add mod">
          <ac:chgData name="Ali Hepburn" userId="4e8e14d8-d579-466d-803b-afb427748fed" providerId="ADAL" clId="{C23D2401-2FCE-408B-BBDD-B86DB41D49C1}" dt="2022-07-22T15:57:34.747" v="515" actId="1076"/>
          <ac:picMkLst>
            <pc:docMk/>
            <pc:sldMk cId="2131127234" sldId="287"/>
            <ac:picMk id="4" creationId="{5EA4B08D-2D4D-5B57-9CAD-3A694C0779E1}"/>
          </ac:picMkLst>
        </pc:picChg>
      </pc:sldChg>
      <pc:sldChg chg="addSp modSp new mod">
        <pc:chgData name="Ali Hepburn" userId="4e8e14d8-d579-466d-803b-afb427748fed" providerId="ADAL" clId="{C23D2401-2FCE-408B-BBDD-B86DB41D49C1}" dt="2022-07-22T15:58:25.598" v="536" actId="20577"/>
        <pc:sldMkLst>
          <pc:docMk/>
          <pc:sldMk cId="3457568352" sldId="288"/>
        </pc:sldMkLst>
        <pc:spChg chg="mod">
          <ac:chgData name="Ali Hepburn" userId="4e8e14d8-d579-466d-803b-afb427748fed" providerId="ADAL" clId="{C23D2401-2FCE-408B-BBDD-B86DB41D49C1}" dt="2022-07-22T15:57:42.707" v="517"/>
          <ac:spMkLst>
            <pc:docMk/>
            <pc:sldMk cId="3457568352" sldId="288"/>
            <ac:spMk id="2" creationId="{2BE29776-075C-2EA3-B185-4C203D9C0B6D}"/>
          </ac:spMkLst>
        </pc:spChg>
        <pc:spChg chg="mod">
          <ac:chgData name="Ali Hepburn" userId="4e8e14d8-d579-466d-803b-afb427748fed" providerId="ADAL" clId="{C23D2401-2FCE-408B-BBDD-B86DB41D49C1}" dt="2022-07-22T15:58:25.598" v="536" actId="20577"/>
          <ac:spMkLst>
            <pc:docMk/>
            <pc:sldMk cId="3457568352" sldId="288"/>
            <ac:spMk id="3" creationId="{BE07CC0F-C310-C38A-7A76-18B4D15C0C36}"/>
          </ac:spMkLst>
        </pc:spChg>
        <pc:spChg chg="add mod">
          <ac:chgData name="Ali Hepburn" userId="4e8e14d8-d579-466d-803b-afb427748fed" providerId="ADAL" clId="{C23D2401-2FCE-408B-BBDD-B86DB41D49C1}" dt="2022-07-22T15:58:18.435" v="531" actId="1076"/>
          <ac:spMkLst>
            <pc:docMk/>
            <pc:sldMk cId="3457568352" sldId="288"/>
            <ac:spMk id="5" creationId="{C70B17F1-6C78-F13B-3A59-E7D46BFC5FCB}"/>
          </ac:spMkLst>
        </pc:spChg>
        <pc:picChg chg="add mod">
          <ac:chgData name="Ali Hepburn" userId="4e8e14d8-d579-466d-803b-afb427748fed" providerId="ADAL" clId="{C23D2401-2FCE-408B-BBDD-B86DB41D49C1}" dt="2022-07-22T15:58:22.130" v="533" actId="1076"/>
          <ac:picMkLst>
            <pc:docMk/>
            <pc:sldMk cId="3457568352" sldId="288"/>
            <ac:picMk id="4" creationId="{80111DB5-D577-8F2B-DF04-30C1A42D929A}"/>
          </ac:picMkLst>
        </pc:picChg>
      </pc:sldChg>
      <pc:sldChg chg="addSp delSp modSp new mod modAnim">
        <pc:chgData name="Ali Hepburn" userId="4e8e14d8-d579-466d-803b-afb427748fed" providerId="ADAL" clId="{C23D2401-2FCE-408B-BBDD-B86DB41D49C1}" dt="2022-07-22T15:59:20.666" v="556" actId="1076"/>
        <pc:sldMkLst>
          <pc:docMk/>
          <pc:sldMk cId="1574249364" sldId="289"/>
        </pc:sldMkLst>
        <pc:spChg chg="mod">
          <ac:chgData name="Ali Hepburn" userId="4e8e14d8-d579-466d-803b-afb427748fed" providerId="ADAL" clId="{C23D2401-2FCE-408B-BBDD-B86DB41D49C1}" dt="2022-07-22T15:58:47.408" v="544"/>
          <ac:spMkLst>
            <pc:docMk/>
            <pc:sldMk cId="1574249364" sldId="289"/>
            <ac:spMk id="2" creationId="{13EAC508-6A9D-D1CD-EBF7-B697B3FBFD04}"/>
          </ac:spMkLst>
        </pc:spChg>
        <pc:spChg chg="add del mod">
          <ac:chgData name="Ali Hepburn" userId="4e8e14d8-d579-466d-803b-afb427748fed" providerId="ADAL" clId="{C23D2401-2FCE-408B-BBDD-B86DB41D49C1}" dt="2022-07-22T15:59:02.581" v="550" actId="404"/>
          <ac:spMkLst>
            <pc:docMk/>
            <pc:sldMk cId="1574249364" sldId="289"/>
            <ac:spMk id="3" creationId="{D6626C19-2C81-9C87-473A-0CA060CD50F4}"/>
          </ac:spMkLst>
        </pc:spChg>
        <pc:picChg chg="add del mod">
          <ac:chgData name="Ali Hepburn" userId="4e8e14d8-d579-466d-803b-afb427748fed" providerId="ADAL" clId="{C23D2401-2FCE-408B-BBDD-B86DB41D49C1}" dt="2022-07-22T15:58:44.768" v="542"/>
          <ac:picMkLst>
            <pc:docMk/>
            <pc:sldMk cId="1574249364" sldId="289"/>
            <ac:picMk id="4" creationId="{0AB60055-8348-BCD8-E3C6-F05CB8F15F4B}"/>
          </ac:picMkLst>
        </pc:picChg>
        <pc:picChg chg="add mod">
          <ac:chgData name="Ali Hepburn" userId="4e8e14d8-d579-466d-803b-afb427748fed" providerId="ADAL" clId="{C23D2401-2FCE-408B-BBDD-B86DB41D49C1}" dt="2022-07-22T15:59:20.666" v="556" actId="1076"/>
          <ac:picMkLst>
            <pc:docMk/>
            <pc:sldMk cId="1574249364" sldId="289"/>
            <ac:picMk id="5" creationId="{CBF10975-26AA-59EE-CE24-EE48F4BD1E02}"/>
          </ac:picMkLst>
        </pc:picChg>
        <pc:picChg chg="add mod">
          <ac:chgData name="Ali Hepburn" userId="4e8e14d8-d579-466d-803b-afb427748fed" providerId="ADAL" clId="{C23D2401-2FCE-408B-BBDD-B86DB41D49C1}" dt="2022-07-22T15:59:17.842" v="555" actId="1076"/>
          <ac:picMkLst>
            <pc:docMk/>
            <pc:sldMk cId="1574249364" sldId="289"/>
            <ac:picMk id="6" creationId="{F54712BE-2391-1123-E084-2F40605D4723}"/>
          </ac:picMkLst>
        </pc:picChg>
      </pc:sldChg>
      <pc:sldChg chg="modSp new mod">
        <pc:chgData name="Ali Hepburn" userId="4e8e14d8-d579-466d-803b-afb427748fed" providerId="ADAL" clId="{C23D2401-2FCE-408B-BBDD-B86DB41D49C1}" dt="2022-07-22T15:59:32.660" v="559"/>
        <pc:sldMkLst>
          <pc:docMk/>
          <pc:sldMk cId="1809794564" sldId="290"/>
        </pc:sldMkLst>
        <pc:spChg chg="mod">
          <ac:chgData name="Ali Hepburn" userId="4e8e14d8-d579-466d-803b-afb427748fed" providerId="ADAL" clId="{C23D2401-2FCE-408B-BBDD-B86DB41D49C1}" dt="2022-07-22T15:59:29.331" v="558"/>
          <ac:spMkLst>
            <pc:docMk/>
            <pc:sldMk cId="1809794564" sldId="290"/>
            <ac:spMk id="2" creationId="{8705B825-EF7A-0A36-7632-C0AE30D40F8B}"/>
          </ac:spMkLst>
        </pc:spChg>
        <pc:spChg chg="mod">
          <ac:chgData name="Ali Hepburn" userId="4e8e14d8-d579-466d-803b-afb427748fed" providerId="ADAL" clId="{C23D2401-2FCE-408B-BBDD-B86DB41D49C1}" dt="2022-07-22T15:59:32.660" v="559"/>
          <ac:spMkLst>
            <pc:docMk/>
            <pc:sldMk cId="1809794564" sldId="290"/>
            <ac:spMk id="3" creationId="{EFEC2470-B22E-6EF4-783A-0614C588BC90}"/>
          </ac:spMkLst>
        </pc:spChg>
      </pc:sldChg>
      <pc:sldChg chg="addSp modSp new mod">
        <pc:chgData name="Ali Hepburn" userId="4e8e14d8-d579-466d-803b-afb427748fed" providerId="ADAL" clId="{C23D2401-2FCE-408B-BBDD-B86DB41D49C1}" dt="2022-07-22T16:00:29.651" v="584" actId="14100"/>
        <pc:sldMkLst>
          <pc:docMk/>
          <pc:sldMk cId="3359394281" sldId="291"/>
        </pc:sldMkLst>
        <pc:spChg chg="mod">
          <ac:chgData name="Ali Hepburn" userId="4e8e14d8-d579-466d-803b-afb427748fed" providerId="ADAL" clId="{C23D2401-2FCE-408B-BBDD-B86DB41D49C1}" dt="2022-07-22T15:59:41.533" v="561"/>
          <ac:spMkLst>
            <pc:docMk/>
            <pc:sldMk cId="3359394281" sldId="291"/>
            <ac:spMk id="2" creationId="{CAC6702B-A341-9B5F-82C5-4E492BAB3759}"/>
          </ac:spMkLst>
        </pc:spChg>
        <pc:spChg chg="mod">
          <ac:chgData name="Ali Hepburn" userId="4e8e14d8-d579-466d-803b-afb427748fed" providerId="ADAL" clId="{C23D2401-2FCE-408B-BBDD-B86DB41D49C1}" dt="2022-07-22T16:00:22.779" v="581" actId="14100"/>
          <ac:spMkLst>
            <pc:docMk/>
            <pc:sldMk cId="3359394281" sldId="291"/>
            <ac:spMk id="3" creationId="{D87F5F2B-43CA-84AE-F1D4-AD382D0584F3}"/>
          </ac:spMkLst>
        </pc:spChg>
        <pc:picChg chg="add mod">
          <ac:chgData name="Ali Hepburn" userId="4e8e14d8-d579-466d-803b-afb427748fed" providerId="ADAL" clId="{C23D2401-2FCE-408B-BBDD-B86DB41D49C1}" dt="2022-07-22T16:00:15.723" v="577" actId="1076"/>
          <ac:picMkLst>
            <pc:docMk/>
            <pc:sldMk cId="3359394281" sldId="291"/>
            <ac:picMk id="4" creationId="{6E76EFDE-86BA-44BE-14BF-346A6CCCAE20}"/>
          </ac:picMkLst>
        </pc:picChg>
        <pc:picChg chg="add mod">
          <ac:chgData name="Ali Hepburn" userId="4e8e14d8-d579-466d-803b-afb427748fed" providerId="ADAL" clId="{C23D2401-2FCE-408B-BBDD-B86DB41D49C1}" dt="2022-07-22T16:00:29.651" v="584" actId="14100"/>
          <ac:picMkLst>
            <pc:docMk/>
            <pc:sldMk cId="3359394281" sldId="291"/>
            <ac:picMk id="5" creationId="{54FD6C87-0C8A-864D-CC08-A7C1A54E703A}"/>
          </ac:picMkLst>
        </pc:picChg>
      </pc:sldChg>
    </pc:docChg>
  </pc:docChgLst>
  <pc:docChgLst>
    <pc:chgData name="Ali Hepburn" userId="4e8e14d8-d579-466d-803b-afb427748fed" providerId="ADAL" clId="{877C2D6B-BDDB-46ED-BA65-4FBF4F44B017}"/>
    <pc:docChg chg="undo custSel addSld delSld modSld sldOrd addSection delSection modSection">
      <pc:chgData name="Ali Hepburn" userId="4e8e14d8-d579-466d-803b-afb427748fed" providerId="ADAL" clId="{877C2D6B-BDDB-46ED-BA65-4FBF4F44B017}" dt="2022-10-31T21:44:25.385" v="5569" actId="27636"/>
      <pc:docMkLst>
        <pc:docMk/>
      </pc:docMkLst>
      <pc:sldChg chg="del">
        <pc:chgData name="Ali Hepburn" userId="4e8e14d8-d579-466d-803b-afb427748fed" providerId="ADAL" clId="{877C2D6B-BDDB-46ED-BA65-4FBF4F44B017}" dt="2022-10-31T11:12:55.953" v="0" actId="47"/>
        <pc:sldMkLst>
          <pc:docMk/>
          <pc:sldMk cId="728174566" sldId="256"/>
        </pc:sldMkLst>
      </pc:sldChg>
      <pc:sldChg chg="del">
        <pc:chgData name="Ali Hepburn" userId="4e8e14d8-d579-466d-803b-afb427748fed" providerId="ADAL" clId="{877C2D6B-BDDB-46ED-BA65-4FBF4F44B017}" dt="2022-10-31T19:16:36.842" v="1578" actId="47"/>
        <pc:sldMkLst>
          <pc:docMk/>
          <pc:sldMk cId="657071473" sldId="257"/>
        </pc:sldMkLst>
      </pc:sldChg>
      <pc:sldChg chg="del">
        <pc:chgData name="Ali Hepburn" userId="4e8e14d8-d579-466d-803b-afb427748fed" providerId="ADAL" clId="{877C2D6B-BDDB-46ED-BA65-4FBF4F44B017}" dt="2022-10-31T19:16:37.525" v="1579" actId="47"/>
        <pc:sldMkLst>
          <pc:docMk/>
          <pc:sldMk cId="3735655742" sldId="258"/>
        </pc:sldMkLst>
      </pc:sldChg>
      <pc:sldChg chg="addSp delSp modSp mod">
        <pc:chgData name="Ali Hepburn" userId="4e8e14d8-d579-466d-803b-afb427748fed" providerId="ADAL" clId="{877C2D6B-BDDB-46ED-BA65-4FBF4F44B017}" dt="2022-10-31T21:04:45.806" v="4439" actId="1035"/>
        <pc:sldMkLst>
          <pc:docMk/>
          <pc:sldMk cId="3473143638" sldId="259"/>
        </pc:sldMkLst>
        <pc:spChg chg="mod">
          <ac:chgData name="Ali Hepburn" userId="4e8e14d8-d579-466d-803b-afb427748fed" providerId="ADAL" clId="{877C2D6B-BDDB-46ED-BA65-4FBF4F44B017}" dt="2022-10-31T21:04:45.806" v="4439" actId="1035"/>
          <ac:spMkLst>
            <pc:docMk/>
            <pc:sldMk cId="3473143638" sldId="259"/>
            <ac:spMk id="2" creationId="{37C35AF8-C90F-BB5E-F92F-8902B8D2F608}"/>
          </ac:spMkLst>
        </pc:spChg>
        <pc:spChg chg="del mod">
          <ac:chgData name="Ali Hepburn" userId="4e8e14d8-d579-466d-803b-afb427748fed" providerId="ADAL" clId="{877C2D6B-BDDB-46ED-BA65-4FBF4F44B017}" dt="2022-10-31T21:02:04.858" v="4413" actId="478"/>
          <ac:spMkLst>
            <pc:docMk/>
            <pc:sldMk cId="3473143638" sldId="259"/>
            <ac:spMk id="4" creationId="{F0495F70-0B7C-DB8B-F901-CF9077B44013}"/>
          </ac:spMkLst>
        </pc:spChg>
        <pc:spChg chg="del">
          <ac:chgData name="Ali Hepburn" userId="4e8e14d8-d579-466d-803b-afb427748fed" providerId="ADAL" clId="{877C2D6B-BDDB-46ED-BA65-4FBF4F44B017}" dt="2022-10-31T21:02:04.858" v="4413" actId="478"/>
          <ac:spMkLst>
            <pc:docMk/>
            <pc:sldMk cId="3473143638" sldId="259"/>
            <ac:spMk id="5" creationId="{33827960-FBF0-AF96-9A68-4D3245FED7D6}"/>
          </ac:spMkLst>
        </pc:spChg>
        <pc:spChg chg="del">
          <ac:chgData name="Ali Hepburn" userId="4e8e14d8-d579-466d-803b-afb427748fed" providerId="ADAL" clId="{877C2D6B-BDDB-46ED-BA65-4FBF4F44B017}" dt="2022-10-31T21:02:11.420" v="4415" actId="478"/>
          <ac:spMkLst>
            <pc:docMk/>
            <pc:sldMk cId="3473143638" sldId="259"/>
            <ac:spMk id="6" creationId="{1C89C7A9-8231-B0F8-0BE2-65DD2410A224}"/>
          </ac:spMkLst>
        </pc:spChg>
        <pc:spChg chg="del">
          <ac:chgData name="Ali Hepburn" userId="4e8e14d8-d579-466d-803b-afb427748fed" providerId="ADAL" clId="{877C2D6B-BDDB-46ED-BA65-4FBF4F44B017}" dt="2022-10-31T21:02:04.858" v="4413" actId="478"/>
          <ac:spMkLst>
            <pc:docMk/>
            <pc:sldMk cId="3473143638" sldId="259"/>
            <ac:spMk id="7" creationId="{A60891A7-FF25-794F-F6B7-75550F0348A9}"/>
          </ac:spMkLst>
        </pc:spChg>
        <pc:spChg chg="del">
          <ac:chgData name="Ali Hepburn" userId="4e8e14d8-d579-466d-803b-afb427748fed" providerId="ADAL" clId="{877C2D6B-BDDB-46ED-BA65-4FBF4F44B017}" dt="2022-10-31T21:02:04.858" v="4413" actId="478"/>
          <ac:spMkLst>
            <pc:docMk/>
            <pc:sldMk cId="3473143638" sldId="259"/>
            <ac:spMk id="8" creationId="{CCAE6F91-91DB-99E8-EB2D-DB8EDE4D65A4}"/>
          </ac:spMkLst>
        </pc:spChg>
        <pc:spChg chg="del">
          <ac:chgData name="Ali Hepburn" userId="4e8e14d8-d579-466d-803b-afb427748fed" providerId="ADAL" clId="{877C2D6B-BDDB-46ED-BA65-4FBF4F44B017}" dt="2022-10-31T21:02:04.858" v="4413" actId="478"/>
          <ac:spMkLst>
            <pc:docMk/>
            <pc:sldMk cId="3473143638" sldId="259"/>
            <ac:spMk id="9" creationId="{368A0F4F-3014-BFF2-4BA4-5811569FFBCF}"/>
          </ac:spMkLst>
        </pc:spChg>
        <pc:spChg chg="del">
          <ac:chgData name="Ali Hepburn" userId="4e8e14d8-d579-466d-803b-afb427748fed" providerId="ADAL" clId="{877C2D6B-BDDB-46ED-BA65-4FBF4F44B017}" dt="2022-10-31T21:02:04.858" v="4413" actId="478"/>
          <ac:spMkLst>
            <pc:docMk/>
            <pc:sldMk cId="3473143638" sldId="259"/>
            <ac:spMk id="10" creationId="{CE1E5050-03A9-5D21-E5B0-0FA9047F99C8}"/>
          </ac:spMkLst>
        </pc:spChg>
        <pc:spChg chg="del mod">
          <ac:chgData name="Ali Hepburn" userId="4e8e14d8-d579-466d-803b-afb427748fed" providerId="ADAL" clId="{877C2D6B-BDDB-46ED-BA65-4FBF4F44B017}" dt="2022-10-31T21:02:04.858" v="4413" actId="478"/>
          <ac:spMkLst>
            <pc:docMk/>
            <pc:sldMk cId="3473143638" sldId="259"/>
            <ac:spMk id="11" creationId="{46E35A38-3335-E56F-ED4D-BCC2A028B296}"/>
          </ac:spMkLst>
        </pc:spChg>
        <pc:spChg chg="del mod">
          <ac:chgData name="Ali Hepburn" userId="4e8e14d8-d579-466d-803b-afb427748fed" providerId="ADAL" clId="{877C2D6B-BDDB-46ED-BA65-4FBF4F44B017}" dt="2022-10-31T21:02:11.420" v="4415" actId="478"/>
          <ac:spMkLst>
            <pc:docMk/>
            <pc:sldMk cId="3473143638" sldId="259"/>
            <ac:spMk id="12" creationId="{E6BD650E-35BA-D380-7346-94C29D259A4C}"/>
          </ac:spMkLst>
        </pc:spChg>
        <pc:spChg chg="del">
          <ac:chgData name="Ali Hepburn" userId="4e8e14d8-d579-466d-803b-afb427748fed" providerId="ADAL" clId="{877C2D6B-BDDB-46ED-BA65-4FBF4F44B017}" dt="2022-10-31T21:02:04.858" v="4413" actId="478"/>
          <ac:spMkLst>
            <pc:docMk/>
            <pc:sldMk cId="3473143638" sldId="259"/>
            <ac:spMk id="13" creationId="{E8D1F989-D71C-9CD1-6CAA-05A580222DAF}"/>
          </ac:spMkLst>
        </pc:spChg>
        <pc:spChg chg="del">
          <ac:chgData name="Ali Hepburn" userId="4e8e14d8-d579-466d-803b-afb427748fed" providerId="ADAL" clId="{877C2D6B-BDDB-46ED-BA65-4FBF4F44B017}" dt="2022-10-31T21:02:04.858" v="4413" actId="478"/>
          <ac:spMkLst>
            <pc:docMk/>
            <pc:sldMk cId="3473143638" sldId="259"/>
            <ac:spMk id="14" creationId="{2BC01EDD-11A7-7D03-4026-397AEE769F73}"/>
          </ac:spMkLst>
        </pc:spChg>
        <pc:spChg chg="del">
          <ac:chgData name="Ali Hepburn" userId="4e8e14d8-d579-466d-803b-afb427748fed" providerId="ADAL" clId="{877C2D6B-BDDB-46ED-BA65-4FBF4F44B017}" dt="2022-10-31T21:02:04.858" v="4413" actId="478"/>
          <ac:spMkLst>
            <pc:docMk/>
            <pc:sldMk cId="3473143638" sldId="259"/>
            <ac:spMk id="15" creationId="{0C51828C-4A64-2482-D538-82A0EE3BC2B6}"/>
          </ac:spMkLst>
        </pc:spChg>
        <pc:spChg chg="del">
          <ac:chgData name="Ali Hepburn" userId="4e8e14d8-d579-466d-803b-afb427748fed" providerId="ADAL" clId="{877C2D6B-BDDB-46ED-BA65-4FBF4F44B017}" dt="2022-10-31T21:02:11.420" v="4415" actId="478"/>
          <ac:spMkLst>
            <pc:docMk/>
            <pc:sldMk cId="3473143638" sldId="259"/>
            <ac:spMk id="16" creationId="{DEE0596D-E2C5-D5B4-C9E3-A6F17904E5F0}"/>
          </ac:spMkLst>
        </pc:spChg>
        <pc:graphicFrameChg chg="add mod modGraphic">
          <ac:chgData name="Ali Hepburn" userId="4e8e14d8-d579-466d-803b-afb427748fed" providerId="ADAL" clId="{877C2D6B-BDDB-46ED-BA65-4FBF4F44B017}" dt="2022-10-31T21:03:17.959" v="4424" actId="1076"/>
          <ac:graphicFrameMkLst>
            <pc:docMk/>
            <pc:sldMk cId="3473143638" sldId="259"/>
            <ac:graphicFrameMk id="3" creationId="{EB4468DF-6F8D-5E8F-4C6C-DB76A43A9CB5}"/>
          </ac:graphicFrameMkLst>
        </pc:graphicFrameChg>
      </pc:sldChg>
      <pc:sldChg chg="addSp delSp modSp mod setBg">
        <pc:chgData name="Ali Hepburn" userId="4e8e14d8-d579-466d-803b-afb427748fed" providerId="ADAL" clId="{877C2D6B-BDDB-46ED-BA65-4FBF4F44B017}" dt="2022-10-31T21:05:54.755" v="4457" actId="20577"/>
        <pc:sldMkLst>
          <pc:docMk/>
          <pc:sldMk cId="2066841168" sldId="260"/>
        </pc:sldMkLst>
        <pc:spChg chg="mod">
          <ac:chgData name="Ali Hepburn" userId="4e8e14d8-d579-466d-803b-afb427748fed" providerId="ADAL" clId="{877C2D6B-BDDB-46ED-BA65-4FBF4F44B017}" dt="2022-10-31T21:05:38.388" v="4450" actId="26606"/>
          <ac:spMkLst>
            <pc:docMk/>
            <pc:sldMk cId="2066841168" sldId="260"/>
            <ac:spMk id="2" creationId="{6BC4CAE9-0876-6A71-44EE-95362DCB4396}"/>
          </ac:spMkLst>
        </pc:spChg>
        <pc:spChg chg="add del mod">
          <ac:chgData name="Ali Hepburn" userId="4e8e14d8-d579-466d-803b-afb427748fed" providerId="ADAL" clId="{877C2D6B-BDDB-46ED-BA65-4FBF4F44B017}" dt="2022-10-31T21:05:54.755" v="4457" actId="20577"/>
          <ac:spMkLst>
            <pc:docMk/>
            <pc:sldMk cId="2066841168" sldId="260"/>
            <ac:spMk id="3" creationId="{685F6A45-A969-382B-4C6D-677FA1715786}"/>
          </ac:spMkLst>
        </pc:spChg>
        <pc:spChg chg="add">
          <ac:chgData name="Ali Hepburn" userId="4e8e14d8-d579-466d-803b-afb427748fed" providerId="ADAL" clId="{877C2D6B-BDDB-46ED-BA65-4FBF4F44B017}" dt="2022-10-31T21:05:38.388" v="4450" actId="26606"/>
          <ac:spMkLst>
            <pc:docMk/>
            <pc:sldMk cId="2066841168" sldId="260"/>
            <ac:spMk id="6" creationId="{777A147A-9ED8-46B4-8660-1B3C2AA880B5}"/>
          </ac:spMkLst>
        </pc:spChg>
        <pc:spChg chg="add">
          <ac:chgData name="Ali Hepburn" userId="4e8e14d8-d579-466d-803b-afb427748fed" providerId="ADAL" clId="{877C2D6B-BDDB-46ED-BA65-4FBF4F44B017}" dt="2022-10-31T21:05:38.388" v="4450" actId="26606"/>
          <ac:spMkLst>
            <pc:docMk/>
            <pc:sldMk cId="2066841168" sldId="260"/>
            <ac:spMk id="7" creationId="{5D6C15A0-C087-4593-8414-2B4EC1CDC3DE}"/>
          </ac:spMkLst>
        </pc:spChg>
        <pc:spChg chg="add del">
          <ac:chgData name="Ali Hepburn" userId="4e8e14d8-d579-466d-803b-afb427748fed" providerId="ADAL" clId="{877C2D6B-BDDB-46ED-BA65-4FBF4F44B017}" dt="2022-10-31T21:05:25.828" v="4447" actId="26606"/>
          <ac:spMkLst>
            <pc:docMk/>
            <pc:sldMk cId="2066841168" sldId="260"/>
            <ac:spMk id="8" creationId="{777A147A-9ED8-46B4-8660-1B3C2AA880B5}"/>
          </ac:spMkLst>
        </pc:spChg>
        <pc:spChg chg="add del">
          <ac:chgData name="Ali Hepburn" userId="4e8e14d8-d579-466d-803b-afb427748fed" providerId="ADAL" clId="{877C2D6B-BDDB-46ED-BA65-4FBF4F44B017}" dt="2022-10-31T21:05:24.853" v="4443" actId="26606"/>
          <ac:spMkLst>
            <pc:docMk/>
            <pc:sldMk cId="2066841168" sldId="260"/>
            <ac:spMk id="9" creationId="{2E442304-DDBD-4F7B-8017-36BCC863FB40}"/>
          </ac:spMkLst>
        </pc:spChg>
        <pc:spChg chg="add del">
          <ac:chgData name="Ali Hepburn" userId="4e8e14d8-d579-466d-803b-afb427748fed" providerId="ADAL" clId="{877C2D6B-BDDB-46ED-BA65-4FBF4F44B017}" dt="2022-10-31T21:05:25.828" v="4447" actId="26606"/>
          <ac:spMkLst>
            <pc:docMk/>
            <pc:sldMk cId="2066841168" sldId="260"/>
            <ac:spMk id="10" creationId="{5D6C15A0-C087-4593-8414-2B4EC1CDC3DE}"/>
          </ac:spMkLst>
        </pc:spChg>
        <pc:spChg chg="add del">
          <ac:chgData name="Ali Hepburn" userId="4e8e14d8-d579-466d-803b-afb427748fed" providerId="ADAL" clId="{877C2D6B-BDDB-46ED-BA65-4FBF4F44B017}" dt="2022-10-31T21:05:24.853" v="4443" actId="26606"/>
          <ac:spMkLst>
            <pc:docMk/>
            <pc:sldMk cId="2066841168" sldId="260"/>
            <ac:spMk id="11" creationId="{5E107275-3853-46FD-A241-DE4355A42675}"/>
          </ac:spMkLst>
        </pc:spChg>
        <pc:spChg chg="add del">
          <ac:chgData name="Ali Hepburn" userId="4e8e14d8-d579-466d-803b-afb427748fed" providerId="ADAL" clId="{877C2D6B-BDDB-46ED-BA65-4FBF4F44B017}" dt="2022-10-31T21:05:25.411" v="4445" actId="26606"/>
          <ac:spMkLst>
            <pc:docMk/>
            <pc:sldMk cId="2066841168" sldId="260"/>
            <ac:spMk id="13" creationId="{2E442304-DDBD-4F7B-8017-36BCC863FB40}"/>
          </ac:spMkLst>
        </pc:spChg>
        <pc:spChg chg="add del">
          <ac:chgData name="Ali Hepburn" userId="4e8e14d8-d579-466d-803b-afb427748fed" providerId="ADAL" clId="{877C2D6B-BDDB-46ED-BA65-4FBF4F44B017}" dt="2022-10-31T21:05:25.411" v="4445" actId="26606"/>
          <ac:spMkLst>
            <pc:docMk/>
            <pc:sldMk cId="2066841168" sldId="260"/>
            <ac:spMk id="14" creationId="{5E107275-3853-46FD-A241-DE4355A42675}"/>
          </ac:spMkLst>
        </pc:spChg>
        <pc:spChg chg="add del">
          <ac:chgData name="Ali Hepburn" userId="4e8e14d8-d579-466d-803b-afb427748fed" providerId="ADAL" clId="{877C2D6B-BDDB-46ED-BA65-4FBF4F44B017}" dt="2022-10-31T21:05:25.828" v="4447" actId="26606"/>
          <ac:spMkLst>
            <pc:docMk/>
            <pc:sldMk cId="2066841168" sldId="260"/>
            <ac:spMk id="17" creationId="{685F6A45-A969-382B-4C6D-677FA1715786}"/>
          </ac:spMkLst>
        </pc:spChg>
        <pc:spChg chg="add del">
          <ac:chgData name="Ali Hepburn" userId="4e8e14d8-d579-466d-803b-afb427748fed" providerId="ADAL" clId="{877C2D6B-BDDB-46ED-BA65-4FBF4F44B017}" dt="2022-10-31T21:05:28.592" v="4449" actId="26606"/>
          <ac:spMkLst>
            <pc:docMk/>
            <pc:sldMk cId="2066841168" sldId="260"/>
            <ac:spMk id="19" creationId="{100EDD19-6802-4EC3-95CE-CFFAB042CFD6}"/>
          </ac:spMkLst>
        </pc:spChg>
        <pc:spChg chg="add del">
          <ac:chgData name="Ali Hepburn" userId="4e8e14d8-d579-466d-803b-afb427748fed" providerId="ADAL" clId="{877C2D6B-BDDB-46ED-BA65-4FBF4F44B017}" dt="2022-10-31T21:05:28.592" v="4449" actId="26606"/>
          <ac:spMkLst>
            <pc:docMk/>
            <pc:sldMk cId="2066841168" sldId="260"/>
            <ac:spMk id="20" creationId="{DB17E863-922E-4C26-BD64-E8FD41D28661}"/>
          </ac:spMkLst>
        </pc:spChg>
        <pc:spChg chg="add del">
          <ac:chgData name="Ali Hepburn" userId="4e8e14d8-d579-466d-803b-afb427748fed" providerId="ADAL" clId="{877C2D6B-BDDB-46ED-BA65-4FBF4F44B017}" dt="2022-10-31T21:05:28.592" v="4449" actId="26606"/>
          <ac:spMkLst>
            <pc:docMk/>
            <pc:sldMk cId="2066841168" sldId="260"/>
            <ac:spMk id="21" creationId="{685F6A45-A969-382B-4C6D-677FA1715786}"/>
          </ac:spMkLst>
        </pc:spChg>
        <pc:graphicFrameChg chg="add del">
          <ac:chgData name="Ali Hepburn" userId="4e8e14d8-d579-466d-803b-afb427748fed" providerId="ADAL" clId="{877C2D6B-BDDB-46ED-BA65-4FBF4F44B017}" dt="2022-10-31T21:05:24.853" v="4443" actId="26606"/>
          <ac:graphicFrameMkLst>
            <pc:docMk/>
            <pc:sldMk cId="2066841168" sldId="260"/>
            <ac:graphicFrameMk id="5" creationId="{68C38992-5EC8-9CE5-EE32-BE0C7669BCC3}"/>
          </ac:graphicFrameMkLst>
        </pc:graphicFrameChg>
        <pc:graphicFrameChg chg="add del">
          <ac:chgData name="Ali Hepburn" userId="4e8e14d8-d579-466d-803b-afb427748fed" providerId="ADAL" clId="{877C2D6B-BDDB-46ED-BA65-4FBF4F44B017}" dt="2022-10-31T21:05:25.411" v="4445" actId="26606"/>
          <ac:graphicFrameMkLst>
            <pc:docMk/>
            <pc:sldMk cId="2066841168" sldId="260"/>
            <ac:graphicFrameMk id="15" creationId="{199053BA-D50F-7071-86C2-243A7129BD92}"/>
          </ac:graphicFrameMkLst>
        </pc:graphicFrameChg>
      </pc:sldChg>
      <pc:sldChg chg="addSp delSp modSp mod setBg">
        <pc:chgData name="Ali Hepburn" userId="4e8e14d8-d579-466d-803b-afb427748fed" providerId="ADAL" clId="{877C2D6B-BDDB-46ED-BA65-4FBF4F44B017}" dt="2022-10-31T21:05:17.510" v="4441" actId="26606"/>
        <pc:sldMkLst>
          <pc:docMk/>
          <pc:sldMk cId="191222979" sldId="261"/>
        </pc:sldMkLst>
        <pc:spChg chg="mod">
          <ac:chgData name="Ali Hepburn" userId="4e8e14d8-d579-466d-803b-afb427748fed" providerId="ADAL" clId="{877C2D6B-BDDB-46ED-BA65-4FBF4F44B017}" dt="2022-10-31T21:05:17.510" v="4441" actId="26606"/>
          <ac:spMkLst>
            <pc:docMk/>
            <pc:sldMk cId="191222979" sldId="261"/>
            <ac:spMk id="2" creationId="{96045CF9-F9F6-0063-DBAE-B85367707205}"/>
          </ac:spMkLst>
        </pc:spChg>
        <pc:spChg chg="del mod">
          <ac:chgData name="Ali Hepburn" userId="4e8e14d8-d579-466d-803b-afb427748fed" providerId="ADAL" clId="{877C2D6B-BDDB-46ED-BA65-4FBF4F44B017}" dt="2022-10-31T21:05:17.510" v="4441" actId="26606"/>
          <ac:spMkLst>
            <pc:docMk/>
            <pc:sldMk cId="191222979" sldId="261"/>
            <ac:spMk id="3" creationId="{B48F04DC-4131-D24F-BE25-F949737E9CCD}"/>
          </ac:spMkLst>
        </pc:spChg>
        <pc:spChg chg="add">
          <ac:chgData name="Ali Hepburn" userId="4e8e14d8-d579-466d-803b-afb427748fed" providerId="ADAL" clId="{877C2D6B-BDDB-46ED-BA65-4FBF4F44B017}" dt="2022-10-31T21:05:17.510" v="4441" actId="26606"/>
          <ac:spMkLst>
            <pc:docMk/>
            <pc:sldMk cId="191222979" sldId="261"/>
            <ac:spMk id="9" creationId="{2E442304-DDBD-4F7B-8017-36BCC863FB40}"/>
          </ac:spMkLst>
        </pc:spChg>
        <pc:spChg chg="add">
          <ac:chgData name="Ali Hepburn" userId="4e8e14d8-d579-466d-803b-afb427748fed" providerId="ADAL" clId="{877C2D6B-BDDB-46ED-BA65-4FBF4F44B017}" dt="2022-10-31T21:05:17.510" v="4441" actId="26606"/>
          <ac:spMkLst>
            <pc:docMk/>
            <pc:sldMk cId="191222979" sldId="261"/>
            <ac:spMk id="11" creationId="{5E107275-3853-46FD-A241-DE4355A42675}"/>
          </ac:spMkLst>
        </pc:spChg>
        <pc:graphicFrameChg chg="add">
          <ac:chgData name="Ali Hepburn" userId="4e8e14d8-d579-466d-803b-afb427748fed" providerId="ADAL" clId="{877C2D6B-BDDB-46ED-BA65-4FBF4F44B017}" dt="2022-10-31T21:05:17.510" v="4441" actId="26606"/>
          <ac:graphicFrameMkLst>
            <pc:docMk/>
            <pc:sldMk cId="191222979" sldId="261"/>
            <ac:graphicFrameMk id="5" creationId="{9D2F9E86-22D0-4537-1EBD-5EAB295F5DDC}"/>
          </ac:graphicFrameMkLst>
        </pc:graphicFrameChg>
      </pc:sldChg>
      <pc:sldChg chg="addSp modSp">
        <pc:chgData name="Ali Hepburn" userId="4e8e14d8-d579-466d-803b-afb427748fed" providerId="ADAL" clId="{877C2D6B-BDDB-46ED-BA65-4FBF4F44B017}" dt="2022-10-31T21:10:05.139" v="4485" actId="14100"/>
        <pc:sldMkLst>
          <pc:docMk/>
          <pc:sldMk cId="2606217773" sldId="262"/>
        </pc:sldMkLst>
        <pc:spChg chg="mod">
          <ac:chgData name="Ali Hepburn" userId="4e8e14d8-d579-466d-803b-afb427748fed" providerId="ADAL" clId="{877C2D6B-BDDB-46ED-BA65-4FBF4F44B017}" dt="2022-10-31T21:10:05.139" v="4485" actId="14100"/>
          <ac:spMkLst>
            <pc:docMk/>
            <pc:sldMk cId="2606217773" sldId="262"/>
            <ac:spMk id="5" creationId="{19EC2EC9-ABF7-075F-D207-4E0E9377E686}"/>
          </ac:spMkLst>
        </pc:spChg>
        <pc:spChg chg="mod">
          <ac:chgData name="Ali Hepburn" userId="4e8e14d8-d579-466d-803b-afb427748fed" providerId="ADAL" clId="{877C2D6B-BDDB-46ED-BA65-4FBF4F44B017}" dt="2022-10-31T21:10:05.139" v="4485" actId="14100"/>
          <ac:spMkLst>
            <pc:docMk/>
            <pc:sldMk cId="2606217773" sldId="262"/>
            <ac:spMk id="6" creationId="{7F122E87-5A5A-EB92-5951-1620796BDBBE}"/>
          </ac:spMkLst>
        </pc:spChg>
        <pc:spChg chg="mod">
          <ac:chgData name="Ali Hepburn" userId="4e8e14d8-d579-466d-803b-afb427748fed" providerId="ADAL" clId="{877C2D6B-BDDB-46ED-BA65-4FBF4F44B017}" dt="2022-10-31T21:10:05.139" v="4485" actId="14100"/>
          <ac:spMkLst>
            <pc:docMk/>
            <pc:sldMk cId="2606217773" sldId="262"/>
            <ac:spMk id="7" creationId="{3B073EE8-9B37-1D7B-53BA-5DD46AC75BB3}"/>
          </ac:spMkLst>
        </pc:spChg>
        <pc:spChg chg="mod">
          <ac:chgData name="Ali Hepburn" userId="4e8e14d8-d579-466d-803b-afb427748fed" providerId="ADAL" clId="{877C2D6B-BDDB-46ED-BA65-4FBF4F44B017}" dt="2022-10-31T21:10:05.139" v="4485" actId="14100"/>
          <ac:spMkLst>
            <pc:docMk/>
            <pc:sldMk cId="2606217773" sldId="262"/>
            <ac:spMk id="8" creationId="{49BF039B-244E-4EAB-780E-F3761BD2A046}"/>
          </ac:spMkLst>
        </pc:spChg>
        <pc:spChg chg="mod">
          <ac:chgData name="Ali Hepburn" userId="4e8e14d8-d579-466d-803b-afb427748fed" providerId="ADAL" clId="{877C2D6B-BDDB-46ED-BA65-4FBF4F44B017}" dt="2022-10-31T21:10:05.139" v="4485" actId="14100"/>
          <ac:spMkLst>
            <pc:docMk/>
            <pc:sldMk cId="2606217773" sldId="262"/>
            <ac:spMk id="9" creationId="{410758FE-55DB-17AC-2720-C80BDDEC29CC}"/>
          </ac:spMkLst>
        </pc:spChg>
        <pc:spChg chg="mod">
          <ac:chgData name="Ali Hepburn" userId="4e8e14d8-d579-466d-803b-afb427748fed" providerId="ADAL" clId="{877C2D6B-BDDB-46ED-BA65-4FBF4F44B017}" dt="2022-10-31T21:10:05.139" v="4485" actId="14100"/>
          <ac:spMkLst>
            <pc:docMk/>
            <pc:sldMk cId="2606217773" sldId="262"/>
            <ac:spMk id="10" creationId="{E204D893-4FFF-1CAF-7D8E-196CAE096AB7}"/>
          </ac:spMkLst>
        </pc:spChg>
        <pc:spChg chg="mod">
          <ac:chgData name="Ali Hepburn" userId="4e8e14d8-d579-466d-803b-afb427748fed" providerId="ADAL" clId="{877C2D6B-BDDB-46ED-BA65-4FBF4F44B017}" dt="2022-10-31T21:10:05.139" v="4485" actId="14100"/>
          <ac:spMkLst>
            <pc:docMk/>
            <pc:sldMk cId="2606217773" sldId="262"/>
            <ac:spMk id="11" creationId="{FCB1F619-A1BD-4E4F-8F3E-9B478160951B}"/>
          </ac:spMkLst>
        </pc:spChg>
        <pc:spChg chg="mod">
          <ac:chgData name="Ali Hepburn" userId="4e8e14d8-d579-466d-803b-afb427748fed" providerId="ADAL" clId="{877C2D6B-BDDB-46ED-BA65-4FBF4F44B017}" dt="2022-10-31T21:10:05.139" v="4485" actId="14100"/>
          <ac:spMkLst>
            <pc:docMk/>
            <pc:sldMk cId="2606217773" sldId="262"/>
            <ac:spMk id="12" creationId="{F1AB13E3-7EEB-A0B6-0619-996A6F1D51EF}"/>
          </ac:spMkLst>
        </pc:spChg>
        <pc:spChg chg="mod">
          <ac:chgData name="Ali Hepburn" userId="4e8e14d8-d579-466d-803b-afb427748fed" providerId="ADAL" clId="{877C2D6B-BDDB-46ED-BA65-4FBF4F44B017}" dt="2022-10-31T21:10:05.139" v="4485" actId="14100"/>
          <ac:spMkLst>
            <pc:docMk/>
            <pc:sldMk cId="2606217773" sldId="262"/>
            <ac:spMk id="13" creationId="{4B1A7225-22F1-C81B-2E0E-3A14B4BEAF02}"/>
          </ac:spMkLst>
        </pc:spChg>
        <pc:spChg chg="mod">
          <ac:chgData name="Ali Hepburn" userId="4e8e14d8-d579-466d-803b-afb427748fed" providerId="ADAL" clId="{877C2D6B-BDDB-46ED-BA65-4FBF4F44B017}" dt="2022-10-31T21:10:05.139" v="4485" actId="14100"/>
          <ac:spMkLst>
            <pc:docMk/>
            <pc:sldMk cId="2606217773" sldId="262"/>
            <ac:spMk id="14" creationId="{4AB294F7-E92B-052D-7B12-C2C13AEB2269}"/>
          </ac:spMkLst>
        </pc:spChg>
        <pc:spChg chg="mod">
          <ac:chgData name="Ali Hepburn" userId="4e8e14d8-d579-466d-803b-afb427748fed" providerId="ADAL" clId="{877C2D6B-BDDB-46ED-BA65-4FBF4F44B017}" dt="2022-10-31T21:10:05.139" v="4485" actId="14100"/>
          <ac:spMkLst>
            <pc:docMk/>
            <pc:sldMk cId="2606217773" sldId="262"/>
            <ac:spMk id="15" creationId="{99205C36-B5E4-937D-E1E6-9FF31D18A5FB}"/>
          </ac:spMkLst>
        </pc:spChg>
        <pc:spChg chg="mod">
          <ac:chgData name="Ali Hepburn" userId="4e8e14d8-d579-466d-803b-afb427748fed" providerId="ADAL" clId="{877C2D6B-BDDB-46ED-BA65-4FBF4F44B017}" dt="2022-10-31T21:10:05.139" v="4485" actId="14100"/>
          <ac:spMkLst>
            <pc:docMk/>
            <pc:sldMk cId="2606217773" sldId="262"/>
            <ac:spMk id="16" creationId="{6C2601FE-7092-6E4F-4C71-B464A8135B83}"/>
          </ac:spMkLst>
        </pc:spChg>
        <pc:spChg chg="mod">
          <ac:chgData name="Ali Hepburn" userId="4e8e14d8-d579-466d-803b-afb427748fed" providerId="ADAL" clId="{877C2D6B-BDDB-46ED-BA65-4FBF4F44B017}" dt="2022-10-31T21:10:05.139" v="4485" actId="14100"/>
          <ac:spMkLst>
            <pc:docMk/>
            <pc:sldMk cId="2606217773" sldId="262"/>
            <ac:spMk id="17" creationId="{F199541D-267D-AC42-251C-C0AD7934FF5B}"/>
          </ac:spMkLst>
        </pc:spChg>
        <pc:spChg chg="mod">
          <ac:chgData name="Ali Hepburn" userId="4e8e14d8-d579-466d-803b-afb427748fed" providerId="ADAL" clId="{877C2D6B-BDDB-46ED-BA65-4FBF4F44B017}" dt="2022-10-31T21:10:05.139" v="4485" actId="14100"/>
          <ac:spMkLst>
            <pc:docMk/>
            <pc:sldMk cId="2606217773" sldId="262"/>
            <ac:spMk id="18" creationId="{2527D08D-A081-A4A4-3B12-B5F2A977877D}"/>
          </ac:spMkLst>
        </pc:spChg>
        <pc:spChg chg="add mod">
          <ac:chgData name="Ali Hepburn" userId="4e8e14d8-d579-466d-803b-afb427748fed" providerId="ADAL" clId="{877C2D6B-BDDB-46ED-BA65-4FBF4F44B017}" dt="2022-10-31T21:07:36.714" v="4467" actId="571"/>
          <ac:spMkLst>
            <pc:docMk/>
            <pc:sldMk cId="2606217773" sldId="262"/>
            <ac:spMk id="19" creationId="{BAEA5084-3EA8-569F-8272-D589898F4CAF}"/>
          </ac:spMkLst>
        </pc:spChg>
        <pc:spChg chg="add mod">
          <ac:chgData name="Ali Hepburn" userId="4e8e14d8-d579-466d-803b-afb427748fed" providerId="ADAL" clId="{877C2D6B-BDDB-46ED-BA65-4FBF4F44B017}" dt="2022-10-31T21:07:36.714" v="4467" actId="571"/>
          <ac:spMkLst>
            <pc:docMk/>
            <pc:sldMk cId="2606217773" sldId="262"/>
            <ac:spMk id="20" creationId="{AC967068-F252-A815-A355-F9E5D712F8AA}"/>
          </ac:spMkLst>
        </pc:spChg>
        <pc:grpChg chg="mod">
          <ac:chgData name="Ali Hepburn" userId="4e8e14d8-d579-466d-803b-afb427748fed" providerId="ADAL" clId="{877C2D6B-BDDB-46ED-BA65-4FBF4F44B017}" dt="2022-10-31T21:10:05.139" v="4485" actId="14100"/>
          <ac:grpSpMkLst>
            <pc:docMk/>
            <pc:sldMk cId="2606217773" sldId="262"/>
            <ac:grpSpMk id="4" creationId="{BEC52BB1-9A35-AF0A-F185-3C293C05DA88}"/>
          </ac:grpSpMkLst>
        </pc:grpChg>
      </pc:sldChg>
      <pc:sldChg chg="addSp modSp mod">
        <pc:chgData name="Ali Hepburn" userId="4e8e14d8-d579-466d-803b-afb427748fed" providerId="ADAL" clId="{877C2D6B-BDDB-46ED-BA65-4FBF4F44B017}" dt="2022-10-31T21:12:04.178" v="4520" actId="20577"/>
        <pc:sldMkLst>
          <pc:docMk/>
          <pc:sldMk cId="1380306771" sldId="263"/>
        </pc:sldMkLst>
        <pc:spChg chg="mod">
          <ac:chgData name="Ali Hepburn" userId="4e8e14d8-d579-466d-803b-afb427748fed" providerId="ADAL" clId="{877C2D6B-BDDB-46ED-BA65-4FBF4F44B017}" dt="2022-10-31T21:10:29.916" v="4489" actId="20577"/>
          <ac:spMkLst>
            <pc:docMk/>
            <pc:sldMk cId="1380306771" sldId="263"/>
            <ac:spMk id="2" creationId="{3028A136-4199-E72A-1E3C-B1B5B1ED996D}"/>
          </ac:spMkLst>
        </pc:spChg>
        <pc:spChg chg="mod">
          <ac:chgData name="Ali Hepburn" userId="4e8e14d8-d579-466d-803b-afb427748fed" providerId="ADAL" clId="{877C2D6B-BDDB-46ED-BA65-4FBF4F44B017}" dt="2022-10-31T21:12:04.178" v="4520" actId="20577"/>
          <ac:spMkLst>
            <pc:docMk/>
            <pc:sldMk cId="1380306771" sldId="263"/>
            <ac:spMk id="3" creationId="{036F69F8-FD5D-1DF5-8C44-38EADF15D079}"/>
          </ac:spMkLst>
        </pc:spChg>
        <pc:spChg chg="add mod">
          <ac:chgData name="Ali Hepburn" userId="4e8e14d8-d579-466d-803b-afb427748fed" providerId="ADAL" clId="{877C2D6B-BDDB-46ED-BA65-4FBF4F44B017}" dt="2022-10-31T21:11:58.200" v="4519" actId="20577"/>
          <ac:spMkLst>
            <pc:docMk/>
            <pc:sldMk cId="1380306771" sldId="263"/>
            <ac:spMk id="5" creationId="{6355637A-7A82-D915-95C6-58A1067400DE}"/>
          </ac:spMkLst>
        </pc:spChg>
      </pc:sldChg>
      <pc:sldChg chg="modSp mod">
        <pc:chgData name="Ali Hepburn" userId="4e8e14d8-d579-466d-803b-afb427748fed" providerId="ADAL" clId="{877C2D6B-BDDB-46ED-BA65-4FBF4F44B017}" dt="2022-10-31T21:20:07.190" v="5125" actId="403"/>
        <pc:sldMkLst>
          <pc:docMk/>
          <pc:sldMk cId="2104404091" sldId="264"/>
        </pc:sldMkLst>
        <pc:spChg chg="mod">
          <ac:chgData name="Ali Hepburn" userId="4e8e14d8-d579-466d-803b-afb427748fed" providerId="ADAL" clId="{877C2D6B-BDDB-46ED-BA65-4FBF4F44B017}" dt="2022-10-31T21:20:07.190" v="5125" actId="403"/>
          <ac:spMkLst>
            <pc:docMk/>
            <pc:sldMk cId="2104404091" sldId="264"/>
            <ac:spMk id="3" creationId="{6F09B1DD-70CC-4828-D440-F21013F31B30}"/>
          </ac:spMkLst>
        </pc:spChg>
      </pc:sldChg>
      <pc:sldChg chg="del">
        <pc:chgData name="Ali Hepburn" userId="4e8e14d8-d579-466d-803b-afb427748fed" providerId="ADAL" clId="{877C2D6B-BDDB-46ED-BA65-4FBF4F44B017}" dt="2022-10-31T21:20:29.851" v="5126" actId="47"/>
        <pc:sldMkLst>
          <pc:docMk/>
          <pc:sldMk cId="4139037856" sldId="265"/>
        </pc:sldMkLst>
      </pc:sldChg>
      <pc:sldChg chg="del">
        <pc:chgData name="Ali Hepburn" userId="4e8e14d8-d579-466d-803b-afb427748fed" providerId="ADAL" clId="{877C2D6B-BDDB-46ED-BA65-4FBF4F44B017}" dt="2022-10-31T21:21:14.008" v="5129" actId="47"/>
        <pc:sldMkLst>
          <pc:docMk/>
          <pc:sldMk cId="1778598502" sldId="266"/>
        </pc:sldMkLst>
      </pc:sldChg>
      <pc:sldChg chg="modSp mod">
        <pc:chgData name="Ali Hepburn" userId="4e8e14d8-d579-466d-803b-afb427748fed" providerId="ADAL" clId="{877C2D6B-BDDB-46ED-BA65-4FBF4F44B017}" dt="2022-10-31T21:21:36.087" v="5131" actId="20577"/>
        <pc:sldMkLst>
          <pc:docMk/>
          <pc:sldMk cId="3796090729" sldId="267"/>
        </pc:sldMkLst>
        <pc:spChg chg="mod">
          <ac:chgData name="Ali Hepburn" userId="4e8e14d8-d579-466d-803b-afb427748fed" providerId="ADAL" clId="{877C2D6B-BDDB-46ED-BA65-4FBF4F44B017}" dt="2022-10-31T21:21:36.087" v="5131" actId="20577"/>
          <ac:spMkLst>
            <pc:docMk/>
            <pc:sldMk cId="3796090729" sldId="267"/>
            <ac:spMk id="3" creationId="{15C29326-8BA9-5897-B699-FCEAD9AE5ACA}"/>
          </ac:spMkLst>
        </pc:spChg>
      </pc:sldChg>
      <pc:sldChg chg="addSp delSp modSp mod">
        <pc:chgData name="Ali Hepburn" userId="4e8e14d8-d579-466d-803b-afb427748fed" providerId="ADAL" clId="{877C2D6B-BDDB-46ED-BA65-4FBF4F44B017}" dt="2022-10-31T21:34:44.762" v="5263" actId="12100"/>
        <pc:sldMkLst>
          <pc:docMk/>
          <pc:sldMk cId="4137392853" sldId="268"/>
        </pc:sldMkLst>
        <pc:spChg chg="del mod">
          <ac:chgData name="Ali Hepburn" userId="4e8e14d8-d579-466d-803b-afb427748fed" providerId="ADAL" clId="{877C2D6B-BDDB-46ED-BA65-4FBF4F44B017}" dt="2022-10-31T21:34:08.853" v="5249" actId="1032"/>
          <ac:spMkLst>
            <pc:docMk/>
            <pc:sldMk cId="4137392853" sldId="268"/>
            <ac:spMk id="3" creationId="{011FF2F9-E9BC-579D-8AB2-4847BEE35A79}"/>
          </ac:spMkLst>
        </pc:spChg>
        <pc:graphicFrameChg chg="add mod modGraphic">
          <ac:chgData name="Ali Hepburn" userId="4e8e14d8-d579-466d-803b-afb427748fed" providerId="ADAL" clId="{877C2D6B-BDDB-46ED-BA65-4FBF4F44B017}" dt="2022-10-31T21:34:44.762" v="5263" actId="12100"/>
          <ac:graphicFrameMkLst>
            <pc:docMk/>
            <pc:sldMk cId="4137392853" sldId="268"/>
            <ac:graphicFrameMk id="4" creationId="{599A4330-A59E-C671-CE8C-AAA0FABE18AF}"/>
          </ac:graphicFrameMkLst>
        </pc:graphicFrameChg>
      </pc:sldChg>
      <pc:sldChg chg="modSp mod">
        <pc:chgData name="Ali Hepburn" userId="4e8e14d8-d579-466d-803b-afb427748fed" providerId="ADAL" clId="{877C2D6B-BDDB-46ED-BA65-4FBF4F44B017}" dt="2022-10-31T21:44:25.385" v="5569" actId="27636"/>
        <pc:sldMkLst>
          <pc:docMk/>
          <pc:sldMk cId="398133438" sldId="269"/>
        </pc:sldMkLst>
        <pc:spChg chg="mod">
          <ac:chgData name="Ali Hepburn" userId="4e8e14d8-d579-466d-803b-afb427748fed" providerId="ADAL" clId="{877C2D6B-BDDB-46ED-BA65-4FBF4F44B017}" dt="2022-10-31T21:44:25.385" v="5569" actId="27636"/>
          <ac:spMkLst>
            <pc:docMk/>
            <pc:sldMk cId="398133438" sldId="269"/>
            <ac:spMk id="3" creationId="{2AF65115-6457-11E7-DAF5-519C3F657512}"/>
          </ac:spMkLst>
        </pc:spChg>
      </pc:sldChg>
      <pc:sldChg chg="modSp mod">
        <pc:chgData name="Ali Hepburn" userId="4e8e14d8-d579-466d-803b-afb427748fed" providerId="ADAL" clId="{877C2D6B-BDDB-46ED-BA65-4FBF4F44B017}" dt="2022-10-31T21:42:33.086" v="5555" actId="20577"/>
        <pc:sldMkLst>
          <pc:docMk/>
          <pc:sldMk cId="2421190264" sldId="270"/>
        </pc:sldMkLst>
        <pc:spChg chg="mod">
          <ac:chgData name="Ali Hepburn" userId="4e8e14d8-d579-466d-803b-afb427748fed" providerId="ADAL" clId="{877C2D6B-BDDB-46ED-BA65-4FBF4F44B017}" dt="2022-10-31T21:35:34.281" v="5277" actId="20577"/>
          <ac:spMkLst>
            <pc:docMk/>
            <pc:sldMk cId="2421190264" sldId="270"/>
            <ac:spMk id="2" creationId="{128C1A7F-EF8B-8DAC-0FD3-580C2A86955C}"/>
          </ac:spMkLst>
        </pc:spChg>
        <pc:spChg chg="mod">
          <ac:chgData name="Ali Hepburn" userId="4e8e14d8-d579-466d-803b-afb427748fed" providerId="ADAL" clId="{877C2D6B-BDDB-46ED-BA65-4FBF4F44B017}" dt="2022-10-31T21:42:33.086" v="5555" actId="20577"/>
          <ac:spMkLst>
            <pc:docMk/>
            <pc:sldMk cId="2421190264" sldId="270"/>
            <ac:spMk id="3" creationId="{9F92FBE5-3348-859A-1106-2C3D69CAEB3B}"/>
          </ac:spMkLst>
        </pc:spChg>
      </pc:sldChg>
      <pc:sldChg chg="modSp mod">
        <pc:chgData name="Ali Hepburn" userId="4e8e14d8-d579-466d-803b-afb427748fed" providerId="ADAL" clId="{877C2D6B-BDDB-46ED-BA65-4FBF4F44B017}" dt="2022-10-31T21:44:17.106" v="5567" actId="403"/>
        <pc:sldMkLst>
          <pc:docMk/>
          <pc:sldMk cId="1381052696" sldId="271"/>
        </pc:sldMkLst>
        <pc:spChg chg="mod">
          <ac:chgData name="Ali Hepburn" userId="4e8e14d8-d579-466d-803b-afb427748fed" providerId="ADAL" clId="{877C2D6B-BDDB-46ED-BA65-4FBF4F44B017}" dt="2022-10-31T21:42:44.361" v="5561" actId="20577"/>
          <ac:spMkLst>
            <pc:docMk/>
            <pc:sldMk cId="1381052696" sldId="271"/>
            <ac:spMk id="2" creationId="{267055CE-C341-BA0B-BF13-598DB2681D03}"/>
          </ac:spMkLst>
        </pc:spChg>
        <pc:spChg chg="mod">
          <ac:chgData name="Ali Hepburn" userId="4e8e14d8-d579-466d-803b-afb427748fed" providerId="ADAL" clId="{877C2D6B-BDDB-46ED-BA65-4FBF4F44B017}" dt="2022-10-31T21:44:17.106" v="5567" actId="403"/>
          <ac:spMkLst>
            <pc:docMk/>
            <pc:sldMk cId="1381052696" sldId="271"/>
            <ac:spMk id="3" creationId="{F1B1CB99-EF3A-3ED9-D3C7-E6BD0A32FBEA}"/>
          </ac:spMkLst>
        </pc:spChg>
      </pc:sldChg>
      <pc:sldChg chg="del">
        <pc:chgData name="Ali Hepburn" userId="4e8e14d8-d579-466d-803b-afb427748fed" providerId="ADAL" clId="{877C2D6B-BDDB-46ED-BA65-4FBF4F44B017}" dt="2022-10-31T19:16:53.325" v="1580" actId="2696"/>
        <pc:sldMkLst>
          <pc:docMk/>
          <pc:sldMk cId="3752781520" sldId="272"/>
        </pc:sldMkLst>
      </pc:sldChg>
      <pc:sldChg chg="addSp delSp modSp mod modAnim modNotesTx">
        <pc:chgData name="Ali Hepburn" userId="4e8e14d8-d579-466d-803b-afb427748fed" providerId="ADAL" clId="{877C2D6B-BDDB-46ED-BA65-4FBF4F44B017}" dt="2022-10-31T19:26:00.027" v="1985" actId="20577"/>
        <pc:sldMkLst>
          <pc:docMk/>
          <pc:sldMk cId="3823823114" sldId="272"/>
        </pc:sldMkLst>
        <pc:spChg chg="del">
          <ac:chgData name="Ali Hepburn" userId="4e8e14d8-d579-466d-803b-afb427748fed" providerId="ADAL" clId="{877C2D6B-BDDB-46ED-BA65-4FBF4F44B017}" dt="2022-10-31T19:21:13.939" v="1591" actId="478"/>
          <ac:spMkLst>
            <pc:docMk/>
            <pc:sldMk cId="3823823114" sldId="272"/>
            <ac:spMk id="4" creationId="{0E9A216E-C308-2B39-E7CB-7E2AE6E49D21}"/>
          </ac:spMkLst>
        </pc:spChg>
        <pc:spChg chg="del">
          <ac:chgData name="Ali Hepburn" userId="4e8e14d8-d579-466d-803b-afb427748fed" providerId="ADAL" clId="{877C2D6B-BDDB-46ED-BA65-4FBF4F44B017}" dt="2022-10-31T19:21:19.099" v="1594" actId="478"/>
          <ac:spMkLst>
            <pc:docMk/>
            <pc:sldMk cId="3823823114" sldId="272"/>
            <ac:spMk id="5" creationId="{7E375BD0-FBCE-557E-B348-941EF9D53E49}"/>
          </ac:spMkLst>
        </pc:spChg>
        <pc:spChg chg="del mod">
          <ac:chgData name="Ali Hepburn" userId="4e8e14d8-d579-466d-803b-afb427748fed" providerId="ADAL" clId="{877C2D6B-BDDB-46ED-BA65-4FBF4F44B017}" dt="2022-10-31T19:21:17.524" v="1593" actId="478"/>
          <ac:spMkLst>
            <pc:docMk/>
            <pc:sldMk cId="3823823114" sldId="272"/>
            <ac:spMk id="6" creationId="{143B0838-7F7D-65FB-13A6-B2661B387227}"/>
          </ac:spMkLst>
        </pc:spChg>
        <pc:spChg chg="mod topLvl">
          <ac:chgData name="Ali Hepburn" userId="4e8e14d8-d579-466d-803b-afb427748fed" providerId="ADAL" clId="{877C2D6B-BDDB-46ED-BA65-4FBF4F44B017}" dt="2022-10-31T19:24:27.793" v="1828" actId="165"/>
          <ac:spMkLst>
            <pc:docMk/>
            <pc:sldMk cId="3823823114" sldId="272"/>
            <ac:spMk id="8" creationId="{3FB21846-C7F5-F64C-E86F-568F4632726A}"/>
          </ac:spMkLst>
        </pc:spChg>
        <pc:spChg chg="mod topLvl">
          <ac:chgData name="Ali Hepburn" userId="4e8e14d8-d579-466d-803b-afb427748fed" providerId="ADAL" clId="{877C2D6B-BDDB-46ED-BA65-4FBF4F44B017}" dt="2022-10-31T19:24:27.793" v="1828" actId="165"/>
          <ac:spMkLst>
            <pc:docMk/>
            <pc:sldMk cId="3823823114" sldId="272"/>
            <ac:spMk id="9" creationId="{7432C71D-FC3F-1652-69F9-A7CC610EF034}"/>
          </ac:spMkLst>
        </pc:spChg>
        <pc:spChg chg="mod topLvl">
          <ac:chgData name="Ali Hepburn" userId="4e8e14d8-d579-466d-803b-afb427748fed" providerId="ADAL" clId="{877C2D6B-BDDB-46ED-BA65-4FBF4F44B017}" dt="2022-10-31T19:24:27.793" v="1828" actId="165"/>
          <ac:spMkLst>
            <pc:docMk/>
            <pc:sldMk cId="3823823114" sldId="272"/>
            <ac:spMk id="10" creationId="{A5557B08-5773-7167-3553-801843125D0A}"/>
          </ac:spMkLst>
        </pc:spChg>
        <pc:grpChg chg="del mod">
          <ac:chgData name="Ali Hepburn" userId="4e8e14d8-d579-466d-803b-afb427748fed" providerId="ADAL" clId="{877C2D6B-BDDB-46ED-BA65-4FBF4F44B017}" dt="2022-10-31T19:24:27.793" v="1828" actId="165"/>
          <ac:grpSpMkLst>
            <pc:docMk/>
            <pc:sldMk cId="3823823114" sldId="272"/>
            <ac:grpSpMk id="7" creationId="{2EB6393C-05A2-2CA0-8BC0-397E631589DF}"/>
          </ac:grpSpMkLst>
        </pc:grpChg>
        <pc:graphicFrameChg chg="add del mod modGraphic">
          <ac:chgData name="Ali Hepburn" userId="4e8e14d8-d579-466d-803b-afb427748fed" providerId="ADAL" clId="{877C2D6B-BDDB-46ED-BA65-4FBF4F44B017}" dt="2022-10-31T19:23:58.132" v="1801" actId="18245"/>
          <ac:graphicFrameMkLst>
            <pc:docMk/>
            <pc:sldMk cId="3823823114" sldId="272"/>
            <ac:graphicFrameMk id="3" creationId="{84FB6F2E-6CDD-4919-DEF8-0A3C60BEA4C8}"/>
          </ac:graphicFrameMkLst>
        </pc:graphicFrameChg>
      </pc:sldChg>
      <pc:sldChg chg="addSp modSp mod">
        <pc:chgData name="Ali Hepburn" userId="4e8e14d8-d579-466d-803b-afb427748fed" providerId="ADAL" clId="{877C2D6B-BDDB-46ED-BA65-4FBF4F44B017}" dt="2022-10-31T19:55:55.144" v="2038" actId="122"/>
        <pc:sldMkLst>
          <pc:docMk/>
          <pc:sldMk cId="2858374725" sldId="273"/>
        </pc:sldMkLst>
        <pc:spChg chg="mod">
          <ac:chgData name="Ali Hepburn" userId="4e8e14d8-d579-466d-803b-afb427748fed" providerId="ADAL" clId="{877C2D6B-BDDB-46ED-BA65-4FBF4F44B017}" dt="2022-10-31T19:55:53.045" v="2037" actId="122"/>
          <ac:spMkLst>
            <pc:docMk/>
            <pc:sldMk cId="2858374725" sldId="273"/>
            <ac:spMk id="3" creationId="{A946645A-D2A1-9C97-A5EE-CF9DB8E4C26D}"/>
          </ac:spMkLst>
        </pc:spChg>
        <pc:spChg chg="add mod">
          <ac:chgData name="Ali Hepburn" userId="4e8e14d8-d579-466d-803b-afb427748fed" providerId="ADAL" clId="{877C2D6B-BDDB-46ED-BA65-4FBF4F44B017}" dt="2022-10-31T19:55:55.144" v="2038" actId="122"/>
          <ac:spMkLst>
            <pc:docMk/>
            <pc:sldMk cId="2858374725" sldId="273"/>
            <ac:spMk id="5" creationId="{3DEE5B8E-9C9A-E9F6-A80B-1C92CAD31A0D}"/>
          </ac:spMkLst>
        </pc:spChg>
      </pc:sldChg>
      <pc:sldChg chg="del">
        <pc:chgData name="Ali Hepburn" userId="4e8e14d8-d579-466d-803b-afb427748fed" providerId="ADAL" clId="{877C2D6B-BDDB-46ED-BA65-4FBF4F44B017}" dt="2022-10-31T19:16:53.325" v="1580" actId="2696"/>
        <pc:sldMkLst>
          <pc:docMk/>
          <pc:sldMk cId="2870166374" sldId="273"/>
        </pc:sldMkLst>
      </pc:sldChg>
      <pc:sldChg chg="modSp mod">
        <pc:chgData name="Ali Hepburn" userId="4e8e14d8-d579-466d-803b-afb427748fed" providerId="ADAL" clId="{877C2D6B-BDDB-46ED-BA65-4FBF4F44B017}" dt="2022-10-31T20:05:46.796" v="2883" actId="403"/>
        <pc:sldMkLst>
          <pc:docMk/>
          <pc:sldMk cId="1226981352" sldId="274"/>
        </pc:sldMkLst>
        <pc:spChg chg="mod">
          <ac:chgData name="Ali Hepburn" userId="4e8e14d8-d579-466d-803b-afb427748fed" providerId="ADAL" clId="{877C2D6B-BDDB-46ED-BA65-4FBF4F44B017}" dt="2022-10-31T20:05:46.796" v="2883" actId="403"/>
          <ac:spMkLst>
            <pc:docMk/>
            <pc:sldMk cId="1226981352" sldId="274"/>
            <ac:spMk id="3" creationId="{1DAF5C2F-FFCB-A184-0275-2629D14D4483}"/>
          </ac:spMkLst>
        </pc:spChg>
      </pc:sldChg>
      <pc:sldChg chg="del">
        <pc:chgData name="Ali Hepburn" userId="4e8e14d8-d579-466d-803b-afb427748fed" providerId="ADAL" clId="{877C2D6B-BDDB-46ED-BA65-4FBF4F44B017}" dt="2022-10-31T19:16:53.325" v="1580" actId="2696"/>
        <pc:sldMkLst>
          <pc:docMk/>
          <pc:sldMk cId="3061104102" sldId="274"/>
        </pc:sldMkLst>
      </pc:sldChg>
      <pc:sldChg chg="del">
        <pc:chgData name="Ali Hepburn" userId="4e8e14d8-d579-466d-803b-afb427748fed" providerId="ADAL" clId="{877C2D6B-BDDB-46ED-BA65-4FBF4F44B017}" dt="2022-10-31T19:16:53.325" v="1580" actId="2696"/>
        <pc:sldMkLst>
          <pc:docMk/>
          <pc:sldMk cId="640223369" sldId="275"/>
        </pc:sldMkLst>
      </pc:sldChg>
      <pc:sldChg chg="modSp mod">
        <pc:chgData name="Ali Hepburn" userId="4e8e14d8-d579-466d-803b-afb427748fed" providerId="ADAL" clId="{877C2D6B-BDDB-46ED-BA65-4FBF4F44B017}" dt="2022-10-31T20:08:51.648" v="2898" actId="403"/>
        <pc:sldMkLst>
          <pc:docMk/>
          <pc:sldMk cId="4091540934" sldId="275"/>
        </pc:sldMkLst>
        <pc:spChg chg="mod">
          <ac:chgData name="Ali Hepburn" userId="4e8e14d8-d579-466d-803b-afb427748fed" providerId="ADAL" clId="{877C2D6B-BDDB-46ED-BA65-4FBF4F44B017}" dt="2022-10-31T20:06:44.728" v="2887" actId="20577"/>
          <ac:spMkLst>
            <pc:docMk/>
            <pc:sldMk cId="4091540934" sldId="275"/>
            <ac:spMk id="2" creationId="{455F4F6F-2E81-20C5-0480-A97F696C2EB2}"/>
          </ac:spMkLst>
        </pc:spChg>
        <pc:spChg chg="mod">
          <ac:chgData name="Ali Hepburn" userId="4e8e14d8-d579-466d-803b-afb427748fed" providerId="ADAL" clId="{877C2D6B-BDDB-46ED-BA65-4FBF4F44B017}" dt="2022-10-31T20:08:51.648" v="2898" actId="403"/>
          <ac:spMkLst>
            <pc:docMk/>
            <pc:sldMk cId="4091540934" sldId="275"/>
            <ac:spMk id="3" creationId="{6BBC9C3B-CFBC-6A2A-1BDC-4EAB6450E49F}"/>
          </ac:spMkLst>
        </pc:spChg>
      </pc:sldChg>
      <pc:sldChg chg="del">
        <pc:chgData name="Ali Hepburn" userId="4e8e14d8-d579-466d-803b-afb427748fed" providerId="ADAL" clId="{877C2D6B-BDDB-46ED-BA65-4FBF4F44B017}" dt="2022-10-31T19:16:53.325" v="1580" actId="2696"/>
        <pc:sldMkLst>
          <pc:docMk/>
          <pc:sldMk cId="4077001343" sldId="276"/>
        </pc:sldMkLst>
      </pc:sldChg>
      <pc:sldChg chg="del">
        <pc:chgData name="Ali Hepburn" userId="4e8e14d8-d579-466d-803b-afb427748fed" providerId="ADAL" clId="{877C2D6B-BDDB-46ED-BA65-4FBF4F44B017}" dt="2022-10-31T19:16:53.325" v="1580" actId="2696"/>
        <pc:sldMkLst>
          <pc:docMk/>
          <pc:sldMk cId="119567723" sldId="277"/>
        </pc:sldMkLst>
      </pc:sldChg>
      <pc:sldChg chg="addSp delSp modSp mod">
        <pc:chgData name="Ali Hepburn" userId="4e8e14d8-d579-466d-803b-afb427748fed" providerId="ADAL" clId="{877C2D6B-BDDB-46ED-BA65-4FBF4F44B017}" dt="2022-10-31T20:17:34.966" v="3330" actId="12100"/>
        <pc:sldMkLst>
          <pc:docMk/>
          <pc:sldMk cId="992328900" sldId="277"/>
        </pc:sldMkLst>
        <pc:spChg chg="mod">
          <ac:chgData name="Ali Hepburn" userId="4e8e14d8-d579-466d-803b-afb427748fed" providerId="ADAL" clId="{877C2D6B-BDDB-46ED-BA65-4FBF4F44B017}" dt="2022-10-31T20:17:14.530" v="3322" actId="20577"/>
          <ac:spMkLst>
            <pc:docMk/>
            <pc:sldMk cId="992328900" sldId="277"/>
            <ac:spMk id="2" creationId="{ED36B8F5-2F92-2F64-0FD4-6EE552BB4F4E}"/>
          </ac:spMkLst>
        </pc:spChg>
        <pc:spChg chg="del mod">
          <ac:chgData name="Ali Hepburn" userId="4e8e14d8-d579-466d-803b-afb427748fed" providerId="ADAL" clId="{877C2D6B-BDDB-46ED-BA65-4FBF4F44B017}" dt="2022-10-31T20:17:22.354" v="3325" actId="478"/>
          <ac:spMkLst>
            <pc:docMk/>
            <pc:sldMk cId="992328900" sldId="277"/>
            <ac:spMk id="3" creationId="{D730A7BF-5785-91E5-3EE8-D2571FA492EF}"/>
          </ac:spMkLst>
        </pc:spChg>
        <pc:spChg chg="add del mod">
          <ac:chgData name="Ali Hepburn" userId="4e8e14d8-d579-466d-803b-afb427748fed" providerId="ADAL" clId="{877C2D6B-BDDB-46ED-BA65-4FBF4F44B017}" dt="2022-10-31T20:17:27.599" v="3326" actId="1032"/>
          <ac:spMkLst>
            <pc:docMk/>
            <pc:sldMk cId="992328900" sldId="277"/>
            <ac:spMk id="5" creationId="{10A7D27E-297D-A093-CC6D-D6FEEF78DBB5}"/>
          </ac:spMkLst>
        </pc:spChg>
        <pc:graphicFrameChg chg="add mod modGraphic">
          <ac:chgData name="Ali Hepburn" userId="4e8e14d8-d579-466d-803b-afb427748fed" providerId="ADAL" clId="{877C2D6B-BDDB-46ED-BA65-4FBF4F44B017}" dt="2022-10-31T20:17:34.966" v="3330" actId="12100"/>
          <ac:graphicFrameMkLst>
            <pc:docMk/>
            <pc:sldMk cId="992328900" sldId="277"/>
            <ac:graphicFrameMk id="6" creationId="{B40E5A2F-E824-980F-3ABE-42EC3992008D}"/>
          </ac:graphicFrameMkLst>
        </pc:graphicFrameChg>
      </pc:sldChg>
      <pc:sldChg chg="modSp mod">
        <pc:chgData name="Ali Hepburn" userId="4e8e14d8-d579-466d-803b-afb427748fed" providerId="ADAL" clId="{877C2D6B-BDDB-46ED-BA65-4FBF4F44B017}" dt="2022-10-31T20:27:41.893" v="3930" actId="5793"/>
        <pc:sldMkLst>
          <pc:docMk/>
          <pc:sldMk cId="1771353296" sldId="278"/>
        </pc:sldMkLst>
        <pc:spChg chg="mod">
          <ac:chgData name="Ali Hepburn" userId="4e8e14d8-d579-466d-803b-afb427748fed" providerId="ADAL" clId="{877C2D6B-BDDB-46ED-BA65-4FBF4F44B017}" dt="2022-10-31T20:25:58.607" v="3927" actId="20577"/>
          <ac:spMkLst>
            <pc:docMk/>
            <pc:sldMk cId="1771353296" sldId="278"/>
            <ac:spMk id="2" creationId="{56C4949B-1DDB-ED03-1141-05E9AB9FC609}"/>
          </ac:spMkLst>
        </pc:spChg>
        <pc:spChg chg="mod">
          <ac:chgData name="Ali Hepburn" userId="4e8e14d8-d579-466d-803b-afb427748fed" providerId="ADAL" clId="{877C2D6B-BDDB-46ED-BA65-4FBF4F44B017}" dt="2022-10-31T20:27:41.893" v="3930" actId="5793"/>
          <ac:spMkLst>
            <pc:docMk/>
            <pc:sldMk cId="1771353296" sldId="278"/>
            <ac:spMk id="3" creationId="{FE21102C-06F2-0174-9532-76F9B5B1E774}"/>
          </ac:spMkLst>
        </pc:spChg>
      </pc:sldChg>
      <pc:sldChg chg="del">
        <pc:chgData name="Ali Hepburn" userId="4e8e14d8-d579-466d-803b-afb427748fed" providerId="ADAL" clId="{877C2D6B-BDDB-46ED-BA65-4FBF4F44B017}" dt="2022-10-31T19:16:53.325" v="1580" actId="2696"/>
        <pc:sldMkLst>
          <pc:docMk/>
          <pc:sldMk cId="3902898796" sldId="278"/>
        </pc:sldMkLst>
      </pc:sldChg>
      <pc:sldChg chg="modSp mod">
        <pc:chgData name="Ali Hepburn" userId="4e8e14d8-d579-466d-803b-afb427748fed" providerId="ADAL" clId="{877C2D6B-BDDB-46ED-BA65-4FBF4F44B017}" dt="2022-10-31T20:42:34.349" v="4028" actId="6549"/>
        <pc:sldMkLst>
          <pc:docMk/>
          <pc:sldMk cId="929140510" sldId="279"/>
        </pc:sldMkLst>
        <pc:spChg chg="mod">
          <ac:chgData name="Ali Hepburn" userId="4e8e14d8-d579-466d-803b-afb427748fed" providerId="ADAL" clId="{877C2D6B-BDDB-46ED-BA65-4FBF4F44B017}" dt="2022-10-31T20:34:24.202" v="3970" actId="20577"/>
          <ac:spMkLst>
            <pc:docMk/>
            <pc:sldMk cId="929140510" sldId="279"/>
            <ac:spMk id="2" creationId="{AADAB2AA-E939-D033-6A88-D48F4F73D90B}"/>
          </ac:spMkLst>
        </pc:spChg>
        <pc:spChg chg="mod">
          <ac:chgData name="Ali Hepburn" userId="4e8e14d8-d579-466d-803b-afb427748fed" providerId="ADAL" clId="{877C2D6B-BDDB-46ED-BA65-4FBF4F44B017}" dt="2022-10-31T20:42:34.349" v="4028" actId="6549"/>
          <ac:spMkLst>
            <pc:docMk/>
            <pc:sldMk cId="929140510" sldId="279"/>
            <ac:spMk id="3" creationId="{F8C7DE48-E65C-A7AD-23CC-390B131D5B38}"/>
          </ac:spMkLst>
        </pc:spChg>
      </pc:sldChg>
      <pc:sldChg chg="del">
        <pc:chgData name="Ali Hepburn" userId="4e8e14d8-d579-466d-803b-afb427748fed" providerId="ADAL" clId="{877C2D6B-BDDB-46ED-BA65-4FBF4F44B017}" dt="2022-10-31T19:16:53.325" v="1580" actId="2696"/>
        <pc:sldMkLst>
          <pc:docMk/>
          <pc:sldMk cId="2736506283" sldId="279"/>
        </pc:sldMkLst>
      </pc:sldChg>
      <pc:sldChg chg="modSp mod">
        <pc:chgData name="Ali Hepburn" userId="4e8e14d8-d579-466d-803b-afb427748fed" providerId="ADAL" clId="{877C2D6B-BDDB-46ED-BA65-4FBF4F44B017}" dt="2022-10-31T20:43:21.475" v="4029" actId="179"/>
        <pc:sldMkLst>
          <pc:docMk/>
          <pc:sldMk cId="436384530" sldId="280"/>
        </pc:sldMkLst>
        <pc:spChg chg="mod">
          <ac:chgData name="Ali Hepburn" userId="4e8e14d8-d579-466d-803b-afb427748fed" providerId="ADAL" clId="{877C2D6B-BDDB-46ED-BA65-4FBF4F44B017}" dt="2022-10-31T20:43:21.475" v="4029" actId="179"/>
          <ac:spMkLst>
            <pc:docMk/>
            <pc:sldMk cId="436384530" sldId="280"/>
            <ac:spMk id="3" creationId="{0ACE757F-1C47-BBF7-A819-99B7B427580C}"/>
          </ac:spMkLst>
        </pc:spChg>
      </pc:sldChg>
      <pc:sldChg chg="del">
        <pc:chgData name="Ali Hepburn" userId="4e8e14d8-d579-466d-803b-afb427748fed" providerId="ADAL" clId="{877C2D6B-BDDB-46ED-BA65-4FBF4F44B017}" dt="2022-10-31T19:16:53.325" v="1580" actId="2696"/>
        <pc:sldMkLst>
          <pc:docMk/>
          <pc:sldMk cId="1624833029" sldId="280"/>
        </pc:sldMkLst>
      </pc:sldChg>
      <pc:sldChg chg="del">
        <pc:chgData name="Ali Hepburn" userId="4e8e14d8-d579-466d-803b-afb427748fed" providerId="ADAL" clId="{877C2D6B-BDDB-46ED-BA65-4FBF4F44B017}" dt="2022-10-31T19:16:53.325" v="1580" actId="2696"/>
        <pc:sldMkLst>
          <pc:docMk/>
          <pc:sldMk cId="1415086754" sldId="281"/>
        </pc:sldMkLst>
      </pc:sldChg>
      <pc:sldChg chg="modSp mod">
        <pc:chgData name="Ali Hepburn" userId="4e8e14d8-d579-466d-803b-afb427748fed" providerId="ADAL" clId="{877C2D6B-BDDB-46ED-BA65-4FBF4F44B017}" dt="2022-10-31T20:44:09.105" v="4039" actId="20577"/>
        <pc:sldMkLst>
          <pc:docMk/>
          <pc:sldMk cId="2326220807" sldId="281"/>
        </pc:sldMkLst>
        <pc:spChg chg="mod">
          <ac:chgData name="Ali Hepburn" userId="4e8e14d8-d579-466d-803b-afb427748fed" providerId="ADAL" clId="{877C2D6B-BDDB-46ED-BA65-4FBF4F44B017}" dt="2022-10-31T20:44:09.105" v="4039" actId="20577"/>
          <ac:spMkLst>
            <pc:docMk/>
            <pc:sldMk cId="2326220807" sldId="281"/>
            <ac:spMk id="2" creationId="{D2E6F700-19CA-BFFE-C3CD-FE9F3389A61F}"/>
          </ac:spMkLst>
        </pc:spChg>
      </pc:sldChg>
      <pc:sldChg chg="del">
        <pc:chgData name="Ali Hepburn" userId="4e8e14d8-d579-466d-803b-afb427748fed" providerId="ADAL" clId="{877C2D6B-BDDB-46ED-BA65-4FBF4F44B017}" dt="2022-10-31T11:23:59.781" v="38" actId="47"/>
        <pc:sldMkLst>
          <pc:docMk/>
          <pc:sldMk cId="2182881795" sldId="282"/>
        </pc:sldMkLst>
      </pc:sldChg>
      <pc:sldChg chg="del">
        <pc:chgData name="Ali Hepburn" userId="4e8e14d8-d579-466d-803b-afb427748fed" providerId="ADAL" clId="{877C2D6B-BDDB-46ED-BA65-4FBF4F44B017}" dt="2022-10-31T11:24:00.345" v="39" actId="47"/>
        <pc:sldMkLst>
          <pc:docMk/>
          <pc:sldMk cId="770422784" sldId="283"/>
        </pc:sldMkLst>
      </pc:sldChg>
      <pc:sldChg chg="del">
        <pc:chgData name="Ali Hepburn" userId="4e8e14d8-d579-466d-803b-afb427748fed" providerId="ADAL" clId="{877C2D6B-BDDB-46ED-BA65-4FBF4F44B017}" dt="2022-10-31T11:13:24.029" v="37" actId="47"/>
        <pc:sldMkLst>
          <pc:docMk/>
          <pc:sldMk cId="1703421773" sldId="284"/>
        </pc:sldMkLst>
      </pc:sldChg>
      <pc:sldChg chg="del">
        <pc:chgData name="Ali Hepburn" userId="4e8e14d8-d579-466d-803b-afb427748fed" providerId="ADAL" clId="{877C2D6B-BDDB-46ED-BA65-4FBF4F44B017}" dt="2022-10-31T11:13:24.029" v="37" actId="47"/>
        <pc:sldMkLst>
          <pc:docMk/>
          <pc:sldMk cId="4007786554" sldId="285"/>
        </pc:sldMkLst>
      </pc:sldChg>
      <pc:sldChg chg="del">
        <pc:chgData name="Ali Hepburn" userId="4e8e14d8-d579-466d-803b-afb427748fed" providerId="ADAL" clId="{877C2D6B-BDDB-46ED-BA65-4FBF4F44B017}" dt="2022-10-31T11:13:24.029" v="37" actId="47"/>
        <pc:sldMkLst>
          <pc:docMk/>
          <pc:sldMk cId="2764454048" sldId="286"/>
        </pc:sldMkLst>
      </pc:sldChg>
      <pc:sldChg chg="del">
        <pc:chgData name="Ali Hepburn" userId="4e8e14d8-d579-466d-803b-afb427748fed" providerId="ADAL" clId="{877C2D6B-BDDB-46ED-BA65-4FBF4F44B017}" dt="2022-10-31T11:13:24.029" v="37" actId="47"/>
        <pc:sldMkLst>
          <pc:docMk/>
          <pc:sldMk cId="2131127234" sldId="287"/>
        </pc:sldMkLst>
      </pc:sldChg>
      <pc:sldChg chg="del">
        <pc:chgData name="Ali Hepburn" userId="4e8e14d8-d579-466d-803b-afb427748fed" providerId="ADAL" clId="{877C2D6B-BDDB-46ED-BA65-4FBF4F44B017}" dt="2022-10-31T11:13:24.029" v="37" actId="47"/>
        <pc:sldMkLst>
          <pc:docMk/>
          <pc:sldMk cId="3457568352" sldId="288"/>
        </pc:sldMkLst>
      </pc:sldChg>
      <pc:sldChg chg="del">
        <pc:chgData name="Ali Hepburn" userId="4e8e14d8-d579-466d-803b-afb427748fed" providerId="ADAL" clId="{877C2D6B-BDDB-46ED-BA65-4FBF4F44B017}" dt="2022-10-31T11:13:24.029" v="37" actId="47"/>
        <pc:sldMkLst>
          <pc:docMk/>
          <pc:sldMk cId="1574249364" sldId="289"/>
        </pc:sldMkLst>
      </pc:sldChg>
      <pc:sldChg chg="del">
        <pc:chgData name="Ali Hepburn" userId="4e8e14d8-d579-466d-803b-afb427748fed" providerId="ADAL" clId="{877C2D6B-BDDB-46ED-BA65-4FBF4F44B017}" dt="2022-10-31T11:13:24.029" v="37" actId="47"/>
        <pc:sldMkLst>
          <pc:docMk/>
          <pc:sldMk cId="1809794564" sldId="290"/>
        </pc:sldMkLst>
      </pc:sldChg>
      <pc:sldChg chg="del">
        <pc:chgData name="Ali Hepburn" userId="4e8e14d8-d579-466d-803b-afb427748fed" providerId="ADAL" clId="{877C2D6B-BDDB-46ED-BA65-4FBF4F44B017}" dt="2022-10-31T11:13:24.029" v="37" actId="47"/>
        <pc:sldMkLst>
          <pc:docMk/>
          <pc:sldMk cId="3359394281" sldId="291"/>
        </pc:sldMkLst>
      </pc:sldChg>
      <pc:sldChg chg="modSp mod">
        <pc:chgData name="Ali Hepburn" userId="4e8e14d8-d579-466d-803b-afb427748fed" providerId="ADAL" clId="{877C2D6B-BDDB-46ED-BA65-4FBF4F44B017}" dt="2022-10-31T11:13:06.352" v="36" actId="20577"/>
        <pc:sldMkLst>
          <pc:docMk/>
          <pc:sldMk cId="2002770558" sldId="304"/>
        </pc:sldMkLst>
        <pc:spChg chg="mod">
          <ac:chgData name="Ali Hepburn" userId="4e8e14d8-d579-466d-803b-afb427748fed" providerId="ADAL" clId="{877C2D6B-BDDB-46ED-BA65-4FBF4F44B017}" dt="2022-10-31T11:13:06.352" v="36" actId="20577"/>
          <ac:spMkLst>
            <pc:docMk/>
            <pc:sldMk cId="2002770558" sldId="304"/>
            <ac:spMk id="3" creationId="{50F051FA-2D04-CB9B-D1B4-FD9A1BBBEE71}"/>
          </ac:spMkLst>
        </pc:spChg>
      </pc:sldChg>
      <pc:sldChg chg="addSp delSp modSp new mod modClrScheme chgLayout">
        <pc:chgData name="Ali Hepburn" userId="4e8e14d8-d579-466d-803b-afb427748fed" providerId="ADAL" clId="{877C2D6B-BDDB-46ED-BA65-4FBF4F44B017}" dt="2022-10-31T11:26:32.086" v="145" actId="14838"/>
        <pc:sldMkLst>
          <pc:docMk/>
          <pc:sldMk cId="2535720885" sldId="305"/>
        </pc:sldMkLst>
        <pc:spChg chg="del mod ord">
          <ac:chgData name="Ali Hepburn" userId="4e8e14d8-d579-466d-803b-afb427748fed" providerId="ADAL" clId="{877C2D6B-BDDB-46ED-BA65-4FBF4F44B017}" dt="2022-10-31T11:24:06.702" v="41" actId="700"/>
          <ac:spMkLst>
            <pc:docMk/>
            <pc:sldMk cId="2535720885" sldId="305"/>
            <ac:spMk id="2" creationId="{24FD6486-38D1-B4D8-6D6C-298220FA79CB}"/>
          </ac:spMkLst>
        </pc:spChg>
        <pc:spChg chg="del mod ord">
          <ac:chgData name="Ali Hepburn" userId="4e8e14d8-d579-466d-803b-afb427748fed" providerId="ADAL" clId="{877C2D6B-BDDB-46ED-BA65-4FBF4F44B017}" dt="2022-10-31T11:24:06.702" v="41" actId="700"/>
          <ac:spMkLst>
            <pc:docMk/>
            <pc:sldMk cId="2535720885" sldId="305"/>
            <ac:spMk id="3" creationId="{A07D94ED-2D63-B989-4829-82C19B96A86F}"/>
          </ac:spMkLst>
        </pc:spChg>
        <pc:spChg chg="add mod ord">
          <ac:chgData name="Ali Hepburn" userId="4e8e14d8-d579-466d-803b-afb427748fed" providerId="ADAL" clId="{877C2D6B-BDDB-46ED-BA65-4FBF4F44B017}" dt="2022-10-31T11:26:32.086" v="145" actId="14838"/>
          <ac:spMkLst>
            <pc:docMk/>
            <pc:sldMk cId="2535720885" sldId="305"/>
            <ac:spMk id="4" creationId="{1D1057C8-A923-142E-366A-61FA26D8BD59}"/>
          </ac:spMkLst>
        </pc:spChg>
        <pc:spChg chg="add del mod ord">
          <ac:chgData name="Ali Hepburn" userId="4e8e14d8-d579-466d-803b-afb427748fed" providerId="ADAL" clId="{877C2D6B-BDDB-46ED-BA65-4FBF4F44B017}" dt="2022-10-31T11:25:26.517" v="84" actId="478"/>
          <ac:spMkLst>
            <pc:docMk/>
            <pc:sldMk cId="2535720885" sldId="305"/>
            <ac:spMk id="5" creationId="{C0C6BAD0-5EC9-7AB3-4ED9-C1FED6420F14}"/>
          </ac:spMkLst>
        </pc:spChg>
        <pc:picChg chg="add del mod ord">
          <ac:chgData name="Ali Hepburn" userId="4e8e14d8-d579-466d-803b-afb427748fed" providerId="ADAL" clId="{877C2D6B-BDDB-46ED-BA65-4FBF4F44B017}" dt="2022-10-31T11:25:24.067" v="83" actId="478"/>
          <ac:picMkLst>
            <pc:docMk/>
            <pc:sldMk cId="2535720885" sldId="305"/>
            <ac:picMk id="7" creationId="{E57B4EB8-4982-9A82-BB40-228185C44680}"/>
          </ac:picMkLst>
        </pc:picChg>
      </pc:sldChg>
      <pc:sldChg chg="addSp delSp modSp new mod modClrScheme chgLayout">
        <pc:chgData name="Ali Hepburn" userId="4e8e14d8-d579-466d-803b-afb427748fed" providerId="ADAL" clId="{877C2D6B-BDDB-46ED-BA65-4FBF4F44B017}" dt="2022-10-31T11:38:07.247" v="1437" actId="113"/>
        <pc:sldMkLst>
          <pc:docMk/>
          <pc:sldMk cId="4014536574" sldId="306"/>
        </pc:sldMkLst>
        <pc:spChg chg="del mod ord">
          <ac:chgData name="Ali Hepburn" userId="4e8e14d8-d579-466d-803b-afb427748fed" providerId="ADAL" clId="{877C2D6B-BDDB-46ED-BA65-4FBF4F44B017}" dt="2022-10-31T11:27:01" v="151" actId="700"/>
          <ac:spMkLst>
            <pc:docMk/>
            <pc:sldMk cId="4014536574" sldId="306"/>
            <ac:spMk id="2" creationId="{2FB09335-BE37-6DB4-87AE-8F999D5A83D1}"/>
          </ac:spMkLst>
        </pc:spChg>
        <pc:spChg chg="del mod ord">
          <ac:chgData name="Ali Hepburn" userId="4e8e14d8-d579-466d-803b-afb427748fed" providerId="ADAL" clId="{877C2D6B-BDDB-46ED-BA65-4FBF4F44B017}" dt="2022-10-31T11:27:01" v="151" actId="700"/>
          <ac:spMkLst>
            <pc:docMk/>
            <pc:sldMk cId="4014536574" sldId="306"/>
            <ac:spMk id="3" creationId="{1411DE9C-61DF-6F9B-7B0A-51802C672284}"/>
          </ac:spMkLst>
        </pc:spChg>
        <pc:spChg chg="add mod ord">
          <ac:chgData name="Ali Hepburn" userId="4e8e14d8-d579-466d-803b-afb427748fed" providerId="ADAL" clId="{877C2D6B-BDDB-46ED-BA65-4FBF4F44B017}" dt="2022-10-31T11:27:04.767" v="171" actId="20577"/>
          <ac:spMkLst>
            <pc:docMk/>
            <pc:sldMk cId="4014536574" sldId="306"/>
            <ac:spMk id="4" creationId="{4257AD82-709C-72BA-9765-77F93F5ADC47}"/>
          </ac:spMkLst>
        </pc:spChg>
        <pc:spChg chg="add mod ord">
          <ac:chgData name="Ali Hepburn" userId="4e8e14d8-d579-466d-803b-afb427748fed" providerId="ADAL" clId="{877C2D6B-BDDB-46ED-BA65-4FBF4F44B017}" dt="2022-10-31T11:38:07.247" v="1437" actId="113"/>
          <ac:spMkLst>
            <pc:docMk/>
            <pc:sldMk cId="4014536574" sldId="306"/>
            <ac:spMk id="5" creationId="{9B607242-02F4-0647-E277-4DE9D065C416}"/>
          </ac:spMkLst>
        </pc:spChg>
      </pc:sldChg>
      <pc:sldChg chg="modSp add mod">
        <pc:chgData name="Ali Hepburn" userId="4e8e14d8-d579-466d-803b-afb427748fed" providerId="ADAL" clId="{877C2D6B-BDDB-46ED-BA65-4FBF4F44B017}" dt="2022-10-31T11:41:16.663" v="1543" actId="6549"/>
        <pc:sldMkLst>
          <pc:docMk/>
          <pc:sldMk cId="3136352539" sldId="307"/>
        </pc:sldMkLst>
        <pc:spChg chg="mod">
          <ac:chgData name="Ali Hepburn" userId="4e8e14d8-d579-466d-803b-afb427748fed" providerId="ADAL" clId="{877C2D6B-BDDB-46ED-BA65-4FBF4F44B017}" dt="2022-10-31T11:27:58.750" v="323" actId="20577"/>
          <ac:spMkLst>
            <pc:docMk/>
            <pc:sldMk cId="3136352539" sldId="307"/>
            <ac:spMk id="4" creationId="{4257AD82-709C-72BA-9765-77F93F5ADC47}"/>
          </ac:spMkLst>
        </pc:spChg>
        <pc:spChg chg="mod">
          <ac:chgData name="Ali Hepburn" userId="4e8e14d8-d579-466d-803b-afb427748fed" providerId="ADAL" clId="{877C2D6B-BDDB-46ED-BA65-4FBF4F44B017}" dt="2022-10-31T11:41:16.663" v="1543" actId="6549"/>
          <ac:spMkLst>
            <pc:docMk/>
            <pc:sldMk cId="3136352539" sldId="307"/>
            <ac:spMk id="5" creationId="{9B607242-02F4-0647-E277-4DE9D065C416}"/>
          </ac:spMkLst>
        </pc:spChg>
      </pc:sldChg>
      <pc:sldChg chg="modSp add mod">
        <pc:chgData name="Ali Hepburn" userId="4e8e14d8-d579-466d-803b-afb427748fed" providerId="ADAL" clId="{877C2D6B-BDDB-46ED-BA65-4FBF4F44B017}" dt="2022-10-31T11:52:23.351" v="1577" actId="113"/>
        <pc:sldMkLst>
          <pc:docMk/>
          <pc:sldMk cId="2744367052" sldId="308"/>
        </pc:sldMkLst>
        <pc:spChg chg="mod">
          <ac:chgData name="Ali Hepburn" userId="4e8e14d8-d579-466d-803b-afb427748fed" providerId="ADAL" clId="{877C2D6B-BDDB-46ED-BA65-4FBF4F44B017}" dt="2022-10-31T11:28:48.585" v="498" actId="20577"/>
          <ac:spMkLst>
            <pc:docMk/>
            <pc:sldMk cId="2744367052" sldId="308"/>
            <ac:spMk id="4" creationId="{4257AD82-709C-72BA-9765-77F93F5ADC47}"/>
          </ac:spMkLst>
        </pc:spChg>
        <pc:spChg chg="mod">
          <ac:chgData name="Ali Hepburn" userId="4e8e14d8-d579-466d-803b-afb427748fed" providerId="ADAL" clId="{877C2D6B-BDDB-46ED-BA65-4FBF4F44B017}" dt="2022-10-31T11:52:23.351" v="1577" actId="113"/>
          <ac:spMkLst>
            <pc:docMk/>
            <pc:sldMk cId="2744367052" sldId="308"/>
            <ac:spMk id="5" creationId="{9B607242-02F4-0647-E277-4DE9D065C416}"/>
          </ac:spMkLst>
        </pc:spChg>
      </pc:sldChg>
      <pc:sldChg chg="modSp add mod">
        <pc:chgData name="Ali Hepburn" userId="4e8e14d8-d579-466d-803b-afb427748fed" providerId="ADAL" clId="{877C2D6B-BDDB-46ED-BA65-4FBF4F44B017}" dt="2022-10-31T11:30:59.002" v="1013" actId="20577"/>
        <pc:sldMkLst>
          <pc:docMk/>
          <pc:sldMk cId="2746438452" sldId="309"/>
        </pc:sldMkLst>
        <pc:spChg chg="mod">
          <ac:chgData name="Ali Hepburn" userId="4e8e14d8-d579-466d-803b-afb427748fed" providerId="ADAL" clId="{877C2D6B-BDDB-46ED-BA65-4FBF4F44B017}" dt="2022-10-31T11:30:23.681" v="835" actId="20577"/>
          <ac:spMkLst>
            <pc:docMk/>
            <pc:sldMk cId="2746438452" sldId="309"/>
            <ac:spMk id="4" creationId="{4257AD82-709C-72BA-9765-77F93F5ADC47}"/>
          </ac:spMkLst>
        </pc:spChg>
        <pc:spChg chg="mod">
          <ac:chgData name="Ali Hepburn" userId="4e8e14d8-d579-466d-803b-afb427748fed" providerId="ADAL" clId="{877C2D6B-BDDB-46ED-BA65-4FBF4F44B017}" dt="2022-10-31T11:30:59.002" v="1013" actId="20577"/>
          <ac:spMkLst>
            <pc:docMk/>
            <pc:sldMk cId="2746438452" sldId="309"/>
            <ac:spMk id="5" creationId="{9B607242-02F4-0647-E277-4DE9D065C416}"/>
          </ac:spMkLst>
        </pc:spChg>
      </pc:sldChg>
      <pc:sldChg chg="modSp add mod">
        <pc:chgData name="Ali Hepburn" userId="4e8e14d8-d579-466d-803b-afb427748fed" providerId="ADAL" clId="{877C2D6B-BDDB-46ED-BA65-4FBF4F44B017}" dt="2022-10-31T11:32:12.816" v="1287" actId="20577"/>
        <pc:sldMkLst>
          <pc:docMk/>
          <pc:sldMk cId="1922534589" sldId="310"/>
        </pc:sldMkLst>
        <pc:spChg chg="mod">
          <ac:chgData name="Ali Hepburn" userId="4e8e14d8-d579-466d-803b-afb427748fed" providerId="ADAL" clId="{877C2D6B-BDDB-46ED-BA65-4FBF4F44B017}" dt="2022-10-31T11:31:10.721" v="1016" actId="20577"/>
          <ac:spMkLst>
            <pc:docMk/>
            <pc:sldMk cId="1922534589" sldId="310"/>
            <ac:spMk id="4" creationId="{4257AD82-709C-72BA-9765-77F93F5ADC47}"/>
          </ac:spMkLst>
        </pc:spChg>
        <pc:spChg chg="mod">
          <ac:chgData name="Ali Hepburn" userId="4e8e14d8-d579-466d-803b-afb427748fed" providerId="ADAL" clId="{877C2D6B-BDDB-46ED-BA65-4FBF4F44B017}" dt="2022-10-31T11:32:12.816" v="1287" actId="20577"/>
          <ac:spMkLst>
            <pc:docMk/>
            <pc:sldMk cId="1922534589" sldId="310"/>
            <ac:spMk id="5" creationId="{9B607242-02F4-0647-E277-4DE9D065C416}"/>
          </ac:spMkLst>
        </pc:spChg>
      </pc:sldChg>
      <pc:sldChg chg="addSp delSp modSp new mod">
        <pc:chgData name="Ali Hepburn" userId="4e8e14d8-d579-466d-803b-afb427748fed" providerId="ADAL" clId="{877C2D6B-BDDB-46ED-BA65-4FBF4F44B017}" dt="2022-10-31T20:01:28.280" v="2684" actId="12100"/>
        <pc:sldMkLst>
          <pc:docMk/>
          <pc:sldMk cId="3683411544" sldId="311"/>
        </pc:sldMkLst>
        <pc:spChg chg="mod">
          <ac:chgData name="Ali Hepburn" userId="4e8e14d8-d579-466d-803b-afb427748fed" providerId="ADAL" clId="{877C2D6B-BDDB-46ED-BA65-4FBF4F44B017}" dt="2022-10-31T19:56:54.111" v="2060" actId="20577"/>
          <ac:spMkLst>
            <pc:docMk/>
            <pc:sldMk cId="3683411544" sldId="311"/>
            <ac:spMk id="2" creationId="{54F0F9A8-BD05-68D7-E2B3-D8328E17752E}"/>
          </ac:spMkLst>
        </pc:spChg>
        <pc:spChg chg="del">
          <ac:chgData name="Ali Hepburn" userId="4e8e14d8-d579-466d-803b-afb427748fed" providerId="ADAL" clId="{877C2D6B-BDDB-46ED-BA65-4FBF4F44B017}" dt="2022-10-31T19:57:26.458" v="2061" actId="1032"/>
          <ac:spMkLst>
            <pc:docMk/>
            <pc:sldMk cId="3683411544" sldId="311"/>
            <ac:spMk id="3" creationId="{F42416D9-9949-49E5-C32C-B9EBE3C08B62}"/>
          </ac:spMkLst>
        </pc:spChg>
        <pc:graphicFrameChg chg="add mod modGraphic">
          <ac:chgData name="Ali Hepburn" userId="4e8e14d8-d579-466d-803b-afb427748fed" providerId="ADAL" clId="{877C2D6B-BDDB-46ED-BA65-4FBF4F44B017}" dt="2022-10-31T20:01:28.280" v="2684" actId="12100"/>
          <ac:graphicFrameMkLst>
            <pc:docMk/>
            <pc:sldMk cId="3683411544" sldId="311"/>
            <ac:graphicFrameMk id="4" creationId="{949F8D7A-D4E2-12D5-C6A7-6F5257A9B127}"/>
          </ac:graphicFrameMkLst>
        </pc:graphicFrameChg>
      </pc:sldChg>
      <pc:sldChg chg="addSp delSp modSp new mod">
        <pc:chgData name="Ali Hepburn" userId="4e8e14d8-d579-466d-803b-afb427748fed" providerId="ADAL" clId="{877C2D6B-BDDB-46ED-BA65-4FBF4F44B017}" dt="2022-10-31T20:14:25.687" v="3302" actId="20577"/>
        <pc:sldMkLst>
          <pc:docMk/>
          <pc:sldMk cId="289637921" sldId="312"/>
        </pc:sldMkLst>
        <pc:spChg chg="mod">
          <ac:chgData name="Ali Hepburn" userId="4e8e14d8-d579-466d-803b-afb427748fed" providerId="ADAL" clId="{877C2D6B-BDDB-46ED-BA65-4FBF4F44B017}" dt="2022-10-31T20:09:04.483" v="2912" actId="20577"/>
          <ac:spMkLst>
            <pc:docMk/>
            <pc:sldMk cId="289637921" sldId="312"/>
            <ac:spMk id="2" creationId="{56068B51-2876-8E3F-8A2C-EA8FE820B2DF}"/>
          </ac:spMkLst>
        </pc:spChg>
        <pc:spChg chg="del">
          <ac:chgData name="Ali Hepburn" userId="4e8e14d8-d579-466d-803b-afb427748fed" providerId="ADAL" clId="{877C2D6B-BDDB-46ED-BA65-4FBF4F44B017}" dt="2022-10-31T20:09:14.648" v="2913" actId="1032"/>
          <ac:spMkLst>
            <pc:docMk/>
            <pc:sldMk cId="289637921" sldId="312"/>
            <ac:spMk id="3" creationId="{E250057B-4A08-DE5B-FE4B-BFAEAE0061FB}"/>
          </ac:spMkLst>
        </pc:spChg>
        <pc:graphicFrameChg chg="add mod modGraphic">
          <ac:chgData name="Ali Hepburn" userId="4e8e14d8-d579-466d-803b-afb427748fed" providerId="ADAL" clId="{877C2D6B-BDDB-46ED-BA65-4FBF4F44B017}" dt="2022-10-31T20:14:25.687" v="3302" actId="20577"/>
          <ac:graphicFrameMkLst>
            <pc:docMk/>
            <pc:sldMk cId="289637921" sldId="312"/>
            <ac:graphicFrameMk id="6" creationId="{2C8C86B6-2A15-5E23-31E7-E547080B6F3E}"/>
          </ac:graphicFrameMkLst>
        </pc:graphicFrameChg>
      </pc:sldChg>
      <pc:sldChg chg="modSp add mod">
        <pc:chgData name="Ali Hepburn" userId="4e8e14d8-d579-466d-803b-afb427748fed" providerId="ADAL" clId="{877C2D6B-BDDB-46ED-BA65-4FBF4F44B017}" dt="2022-10-31T20:17:58.146" v="3338" actId="20577"/>
        <pc:sldMkLst>
          <pc:docMk/>
          <pc:sldMk cId="2014391158" sldId="313"/>
        </pc:sldMkLst>
        <pc:spChg chg="mod">
          <ac:chgData name="Ali Hepburn" userId="4e8e14d8-d579-466d-803b-afb427748fed" providerId="ADAL" clId="{877C2D6B-BDDB-46ED-BA65-4FBF4F44B017}" dt="2022-10-31T20:17:58.146" v="3338" actId="20577"/>
          <ac:spMkLst>
            <pc:docMk/>
            <pc:sldMk cId="2014391158" sldId="313"/>
            <ac:spMk id="3" creationId="{D730A7BF-5785-91E5-3EE8-D2571FA492EF}"/>
          </ac:spMkLst>
        </pc:spChg>
      </pc:sldChg>
      <pc:sldChg chg="addSp delSp modSp new mod">
        <pc:chgData name="Ali Hepburn" userId="4e8e14d8-d579-466d-803b-afb427748fed" providerId="ADAL" clId="{877C2D6B-BDDB-46ED-BA65-4FBF4F44B017}" dt="2022-10-31T20:25:20.843" v="3919" actId="20577"/>
        <pc:sldMkLst>
          <pc:docMk/>
          <pc:sldMk cId="2242650251" sldId="314"/>
        </pc:sldMkLst>
        <pc:spChg chg="mod">
          <ac:chgData name="Ali Hepburn" userId="4e8e14d8-d579-466d-803b-afb427748fed" providerId="ADAL" clId="{877C2D6B-BDDB-46ED-BA65-4FBF4F44B017}" dt="2022-10-31T20:18:59.065" v="3383" actId="313"/>
          <ac:spMkLst>
            <pc:docMk/>
            <pc:sldMk cId="2242650251" sldId="314"/>
            <ac:spMk id="2" creationId="{AB08E1DE-9FD1-718C-2C9B-62BE74B49821}"/>
          </ac:spMkLst>
        </pc:spChg>
        <pc:spChg chg="del">
          <ac:chgData name="Ali Hepburn" userId="4e8e14d8-d579-466d-803b-afb427748fed" providerId="ADAL" clId="{877C2D6B-BDDB-46ED-BA65-4FBF4F44B017}" dt="2022-10-31T20:19:08.482" v="3384" actId="1032"/>
          <ac:spMkLst>
            <pc:docMk/>
            <pc:sldMk cId="2242650251" sldId="314"/>
            <ac:spMk id="3" creationId="{A37CDA56-5DD6-3F1D-E5E2-FE21CB0FD209}"/>
          </ac:spMkLst>
        </pc:spChg>
        <pc:spChg chg="add mod">
          <ac:chgData name="Ali Hepburn" userId="4e8e14d8-d579-466d-803b-afb427748fed" providerId="ADAL" clId="{877C2D6B-BDDB-46ED-BA65-4FBF4F44B017}" dt="2022-10-31T20:25:20.843" v="3919" actId="20577"/>
          <ac:spMkLst>
            <pc:docMk/>
            <pc:sldMk cId="2242650251" sldId="314"/>
            <ac:spMk id="5" creationId="{DFC43DC4-7D56-8CC2-CCDE-C3BC1CF33A76}"/>
          </ac:spMkLst>
        </pc:spChg>
        <pc:graphicFrameChg chg="add mod modGraphic">
          <ac:chgData name="Ali Hepburn" userId="4e8e14d8-d579-466d-803b-afb427748fed" providerId="ADAL" clId="{877C2D6B-BDDB-46ED-BA65-4FBF4F44B017}" dt="2022-10-31T20:22:47.865" v="3806" actId="12100"/>
          <ac:graphicFrameMkLst>
            <pc:docMk/>
            <pc:sldMk cId="2242650251" sldId="314"/>
            <ac:graphicFrameMk id="4" creationId="{0EE8F0D3-CC60-E65C-42B0-65FAB2CF946F}"/>
          </ac:graphicFrameMkLst>
        </pc:graphicFrameChg>
      </pc:sldChg>
      <pc:sldChg chg="addSp delSp modSp new mod ord modClrScheme chgLayout">
        <pc:chgData name="Ali Hepburn" userId="4e8e14d8-d579-466d-803b-afb427748fed" providerId="ADAL" clId="{877C2D6B-BDDB-46ED-BA65-4FBF4F44B017}" dt="2022-10-31T20:58:13.680" v="4059" actId="478"/>
        <pc:sldMkLst>
          <pc:docMk/>
          <pc:sldMk cId="340694073" sldId="315"/>
        </pc:sldMkLst>
        <pc:spChg chg="del mod ord">
          <ac:chgData name="Ali Hepburn" userId="4e8e14d8-d579-466d-803b-afb427748fed" providerId="ADAL" clId="{877C2D6B-BDDB-46ED-BA65-4FBF4F44B017}" dt="2022-10-31T20:58:06.554" v="4043" actId="700"/>
          <ac:spMkLst>
            <pc:docMk/>
            <pc:sldMk cId="340694073" sldId="315"/>
            <ac:spMk id="2" creationId="{87472E91-0F0D-81D6-7581-E867B1602933}"/>
          </ac:spMkLst>
        </pc:spChg>
        <pc:spChg chg="del mod ord">
          <ac:chgData name="Ali Hepburn" userId="4e8e14d8-d579-466d-803b-afb427748fed" providerId="ADAL" clId="{877C2D6B-BDDB-46ED-BA65-4FBF4F44B017}" dt="2022-10-31T20:58:06.554" v="4043" actId="700"/>
          <ac:spMkLst>
            <pc:docMk/>
            <pc:sldMk cId="340694073" sldId="315"/>
            <ac:spMk id="3" creationId="{C791D928-DA44-7171-F2A0-DBEE57490C14}"/>
          </ac:spMkLst>
        </pc:spChg>
        <pc:spChg chg="add mod ord">
          <ac:chgData name="Ali Hepburn" userId="4e8e14d8-d579-466d-803b-afb427748fed" providerId="ADAL" clId="{877C2D6B-BDDB-46ED-BA65-4FBF4F44B017}" dt="2022-10-31T20:58:10.744" v="4058" actId="20577"/>
          <ac:spMkLst>
            <pc:docMk/>
            <pc:sldMk cId="340694073" sldId="315"/>
            <ac:spMk id="4" creationId="{41EF6FA5-E984-A0D1-C71D-1C7E2D30157E}"/>
          </ac:spMkLst>
        </pc:spChg>
        <pc:spChg chg="add del mod ord">
          <ac:chgData name="Ali Hepburn" userId="4e8e14d8-d579-466d-803b-afb427748fed" providerId="ADAL" clId="{877C2D6B-BDDB-46ED-BA65-4FBF4F44B017}" dt="2022-10-31T20:58:13.680" v="4059" actId="478"/>
          <ac:spMkLst>
            <pc:docMk/>
            <pc:sldMk cId="340694073" sldId="315"/>
            <ac:spMk id="5" creationId="{0CFB3177-DA8C-C58A-B260-75926C49D9A7}"/>
          </ac:spMkLst>
        </pc:spChg>
      </pc:sldChg>
      <pc:sldChg chg="addSp delSp modSp new mod modClrScheme chgLayout">
        <pc:chgData name="Ali Hepburn" userId="4e8e14d8-d579-466d-803b-afb427748fed" providerId="ADAL" clId="{877C2D6B-BDDB-46ED-BA65-4FBF4F44B017}" dt="2022-10-31T21:00:00.807" v="4092" actId="478"/>
        <pc:sldMkLst>
          <pc:docMk/>
          <pc:sldMk cId="1865602595" sldId="316"/>
        </pc:sldMkLst>
        <pc:spChg chg="del mod ord">
          <ac:chgData name="Ali Hepburn" userId="4e8e14d8-d579-466d-803b-afb427748fed" providerId="ADAL" clId="{877C2D6B-BDDB-46ED-BA65-4FBF4F44B017}" dt="2022-10-31T20:58:24.637" v="4061" actId="700"/>
          <ac:spMkLst>
            <pc:docMk/>
            <pc:sldMk cId="1865602595" sldId="316"/>
            <ac:spMk id="2" creationId="{F800F8EB-7805-029C-8EB9-3331A60C0E7C}"/>
          </ac:spMkLst>
        </pc:spChg>
        <pc:spChg chg="del mod ord">
          <ac:chgData name="Ali Hepburn" userId="4e8e14d8-d579-466d-803b-afb427748fed" providerId="ADAL" clId="{877C2D6B-BDDB-46ED-BA65-4FBF4F44B017}" dt="2022-10-31T20:58:24.637" v="4061" actId="700"/>
          <ac:spMkLst>
            <pc:docMk/>
            <pc:sldMk cId="1865602595" sldId="316"/>
            <ac:spMk id="3" creationId="{48411366-6308-9F0A-4BB2-25D31F7F9FB4}"/>
          </ac:spMkLst>
        </pc:spChg>
        <pc:spChg chg="add mod ord">
          <ac:chgData name="Ali Hepburn" userId="4e8e14d8-d579-466d-803b-afb427748fed" providerId="ADAL" clId="{877C2D6B-BDDB-46ED-BA65-4FBF4F44B017}" dt="2022-10-31T20:59:58.780" v="4091" actId="20577"/>
          <ac:spMkLst>
            <pc:docMk/>
            <pc:sldMk cId="1865602595" sldId="316"/>
            <ac:spMk id="4" creationId="{407B13B6-E654-2BC1-4D02-DF44CCD0D824}"/>
          </ac:spMkLst>
        </pc:spChg>
        <pc:spChg chg="add del mod ord">
          <ac:chgData name="Ali Hepburn" userId="4e8e14d8-d579-466d-803b-afb427748fed" providerId="ADAL" clId="{877C2D6B-BDDB-46ED-BA65-4FBF4F44B017}" dt="2022-10-31T21:00:00.807" v="4092" actId="478"/>
          <ac:spMkLst>
            <pc:docMk/>
            <pc:sldMk cId="1865602595" sldId="316"/>
            <ac:spMk id="5" creationId="{DEB1E32E-FF59-C89B-3E95-5411AD8975CE}"/>
          </ac:spMkLst>
        </pc:spChg>
      </pc:sldChg>
      <pc:sldChg chg="addSp delSp modSp new mod ord modNotesTx">
        <pc:chgData name="Ali Hepburn" userId="4e8e14d8-d579-466d-803b-afb427748fed" providerId="ADAL" clId="{877C2D6B-BDDB-46ED-BA65-4FBF4F44B017}" dt="2022-10-31T21:20:42.939" v="5128"/>
        <pc:sldMkLst>
          <pc:docMk/>
          <pc:sldMk cId="353629458" sldId="317"/>
        </pc:sldMkLst>
        <pc:spChg chg="mod">
          <ac:chgData name="Ali Hepburn" userId="4e8e14d8-d579-466d-803b-afb427748fed" providerId="ADAL" clId="{877C2D6B-BDDB-46ED-BA65-4FBF4F44B017}" dt="2022-10-31T21:12:39.240" v="4543" actId="20577"/>
          <ac:spMkLst>
            <pc:docMk/>
            <pc:sldMk cId="353629458" sldId="317"/>
            <ac:spMk id="2" creationId="{321C45A4-E7FE-FB4E-1343-7F8653A482D8}"/>
          </ac:spMkLst>
        </pc:spChg>
        <pc:spChg chg="del">
          <ac:chgData name="Ali Hepburn" userId="4e8e14d8-d579-466d-803b-afb427748fed" providerId="ADAL" clId="{877C2D6B-BDDB-46ED-BA65-4FBF4F44B017}" dt="2022-10-31T21:12:42.297" v="4544" actId="1032"/>
          <ac:spMkLst>
            <pc:docMk/>
            <pc:sldMk cId="353629458" sldId="317"/>
            <ac:spMk id="3" creationId="{C068C309-E6A8-EFF0-D1BD-582CD1E9F417}"/>
          </ac:spMkLst>
        </pc:spChg>
        <pc:graphicFrameChg chg="add mod modGraphic">
          <ac:chgData name="Ali Hepburn" userId="4e8e14d8-d579-466d-803b-afb427748fed" providerId="ADAL" clId="{877C2D6B-BDDB-46ED-BA65-4FBF4F44B017}" dt="2022-10-31T21:19:53.725" v="5124" actId="14100"/>
          <ac:graphicFrameMkLst>
            <pc:docMk/>
            <pc:sldMk cId="353629458" sldId="317"/>
            <ac:graphicFrameMk id="4" creationId="{F513BDAD-0CF5-E546-048E-8503A5A77B42}"/>
          </ac:graphicFrameMkLst>
        </pc:graphicFrameChg>
      </pc:sldChg>
    </pc:docChg>
  </pc:docChgLst>
  <pc:docChgLst>
    <pc:chgData name="Ali Hepburn" userId="4e8e14d8-d579-466d-803b-afb427748fed" providerId="ADAL" clId="{AC72A067-A15F-456F-B3D8-77FD2518A7FA}"/>
    <pc:docChg chg="delSld modSld addSection modSection">
      <pc:chgData name="Ali Hepburn" userId="4e8e14d8-d579-466d-803b-afb427748fed" providerId="ADAL" clId="{AC72A067-A15F-456F-B3D8-77FD2518A7FA}" dt="2023-06-21T17:48:18.196" v="3" actId="17846"/>
      <pc:docMkLst>
        <pc:docMk/>
      </pc:docMkLst>
      <pc:sldChg chg="del">
        <pc:chgData name="Ali Hepburn" userId="4e8e14d8-d579-466d-803b-afb427748fed" providerId="ADAL" clId="{AC72A067-A15F-456F-B3D8-77FD2518A7FA}" dt="2023-06-21T17:47:51.761" v="0"/>
        <pc:sldMkLst>
          <pc:docMk/>
          <pc:sldMk cId="525708742" sldId="309"/>
        </pc:sldMkLst>
      </pc:sldChg>
      <pc:sldChg chg="del">
        <pc:chgData name="Ali Hepburn" userId="4e8e14d8-d579-466d-803b-afb427748fed" providerId="ADAL" clId="{AC72A067-A15F-456F-B3D8-77FD2518A7FA}" dt="2023-06-21T17:47:51.761" v="0"/>
        <pc:sldMkLst>
          <pc:docMk/>
          <pc:sldMk cId="4022945105" sldId="310"/>
        </pc:sldMkLst>
      </pc:sldChg>
      <pc:sldChg chg="del">
        <pc:chgData name="Ali Hepburn" userId="4e8e14d8-d579-466d-803b-afb427748fed" providerId="ADAL" clId="{AC72A067-A15F-456F-B3D8-77FD2518A7FA}" dt="2023-06-21T17:47:51.761" v="0"/>
        <pc:sldMkLst>
          <pc:docMk/>
          <pc:sldMk cId="3784522596" sldId="318"/>
        </pc:sldMkLst>
      </pc:sldChg>
      <pc:sldChg chg="del">
        <pc:chgData name="Ali Hepburn" userId="4e8e14d8-d579-466d-803b-afb427748fed" providerId="ADAL" clId="{AC72A067-A15F-456F-B3D8-77FD2518A7FA}" dt="2023-06-21T17:47:51.761" v="0"/>
        <pc:sldMkLst>
          <pc:docMk/>
          <pc:sldMk cId="4080416373" sldId="319"/>
        </pc:sldMkLst>
      </pc:sldChg>
      <pc:sldChg chg="del">
        <pc:chgData name="Ali Hepburn" userId="4e8e14d8-d579-466d-803b-afb427748fed" providerId="ADAL" clId="{AC72A067-A15F-456F-B3D8-77FD2518A7FA}" dt="2023-06-21T17:47:51.761" v="0"/>
        <pc:sldMkLst>
          <pc:docMk/>
          <pc:sldMk cId="1343580973" sldId="320"/>
        </pc:sldMkLst>
      </pc:sldChg>
      <pc:sldChg chg="del">
        <pc:chgData name="Ali Hepburn" userId="4e8e14d8-d579-466d-803b-afb427748fed" providerId="ADAL" clId="{AC72A067-A15F-456F-B3D8-77FD2518A7FA}" dt="2023-06-21T17:47:51.761" v="0"/>
        <pc:sldMkLst>
          <pc:docMk/>
          <pc:sldMk cId="2969413179" sldId="321"/>
        </pc:sldMkLst>
      </pc:sldChg>
    </pc:docChg>
  </pc:docChgLst>
  <pc:docChgLst>
    <pc:chgData name="Ali Hepburn" userId="4e8e14d8-d579-466d-803b-afb427748fed" providerId="ADAL" clId="{F4D1050D-E5A2-495F-9491-4A5BDFFB142E}"/>
    <pc:docChg chg="undo custSel addSld delSld modSld delSection modSection">
      <pc:chgData name="Ali Hepburn" userId="4e8e14d8-d579-466d-803b-afb427748fed" providerId="ADAL" clId="{F4D1050D-E5A2-495F-9491-4A5BDFFB142E}" dt="2023-06-22T15:14:49.724" v="451" actId="20577"/>
      <pc:docMkLst>
        <pc:docMk/>
      </pc:docMkLst>
      <pc:sldChg chg="modSp mod">
        <pc:chgData name="Ali Hepburn" userId="4e8e14d8-d579-466d-803b-afb427748fed" providerId="ADAL" clId="{F4D1050D-E5A2-495F-9491-4A5BDFFB142E}" dt="2023-06-22T15:12:05.419" v="31" actId="20577"/>
        <pc:sldMkLst>
          <pc:docMk/>
          <pc:sldMk cId="2002770558" sldId="304"/>
        </pc:sldMkLst>
        <pc:spChg chg="mod">
          <ac:chgData name="Ali Hepburn" userId="4e8e14d8-d579-466d-803b-afb427748fed" providerId="ADAL" clId="{F4D1050D-E5A2-495F-9491-4A5BDFFB142E}" dt="2023-06-22T15:12:05.419" v="31" actId="20577"/>
          <ac:spMkLst>
            <pc:docMk/>
            <pc:sldMk cId="2002770558" sldId="304"/>
            <ac:spMk id="3" creationId="{50F051FA-2D04-CB9B-D1B4-FD9A1BBBEE71}"/>
          </ac:spMkLst>
        </pc:spChg>
      </pc:sldChg>
      <pc:sldChg chg="add del">
        <pc:chgData name="Ali Hepburn" userId="4e8e14d8-d579-466d-803b-afb427748fed" providerId="ADAL" clId="{F4D1050D-E5A2-495F-9491-4A5BDFFB142E}" dt="2023-06-22T15:10:32.754" v="2" actId="2696"/>
        <pc:sldMkLst>
          <pc:docMk/>
          <pc:sldMk cId="2535720885" sldId="305"/>
        </pc:sldMkLst>
      </pc:sldChg>
      <pc:sldChg chg="add del">
        <pc:chgData name="Ali Hepburn" userId="4e8e14d8-d579-466d-803b-afb427748fed" providerId="ADAL" clId="{F4D1050D-E5A2-495F-9491-4A5BDFFB142E}" dt="2023-06-22T15:10:32.754" v="2" actId="2696"/>
        <pc:sldMkLst>
          <pc:docMk/>
          <pc:sldMk cId="4014536574" sldId="306"/>
        </pc:sldMkLst>
      </pc:sldChg>
      <pc:sldChg chg="add del">
        <pc:chgData name="Ali Hepburn" userId="4e8e14d8-d579-466d-803b-afb427748fed" providerId="ADAL" clId="{F4D1050D-E5A2-495F-9491-4A5BDFFB142E}" dt="2023-06-22T15:10:32.754" v="2" actId="2696"/>
        <pc:sldMkLst>
          <pc:docMk/>
          <pc:sldMk cId="3136352539" sldId="307"/>
        </pc:sldMkLst>
      </pc:sldChg>
      <pc:sldChg chg="add del">
        <pc:chgData name="Ali Hepburn" userId="4e8e14d8-d579-466d-803b-afb427748fed" providerId="ADAL" clId="{F4D1050D-E5A2-495F-9491-4A5BDFFB142E}" dt="2023-06-22T15:10:32.754" v="2" actId="2696"/>
        <pc:sldMkLst>
          <pc:docMk/>
          <pc:sldMk cId="2744367052" sldId="308"/>
        </pc:sldMkLst>
      </pc:sldChg>
      <pc:sldChg chg="modSp new mod">
        <pc:chgData name="Ali Hepburn" userId="4e8e14d8-d579-466d-803b-afb427748fed" providerId="ADAL" clId="{F4D1050D-E5A2-495F-9491-4A5BDFFB142E}" dt="2023-06-22T15:14:49.724" v="451" actId="20577"/>
        <pc:sldMkLst>
          <pc:docMk/>
          <pc:sldMk cId="111846451" sldId="322"/>
        </pc:sldMkLst>
        <pc:spChg chg="mod">
          <ac:chgData name="Ali Hepburn" userId="4e8e14d8-d579-466d-803b-afb427748fed" providerId="ADAL" clId="{F4D1050D-E5A2-495F-9491-4A5BDFFB142E}" dt="2023-06-22T15:13:03.362" v="46" actId="5793"/>
          <ac:spMkLst>
            <pc:docMk/>
            <pc:sldMk cId="111846451" sldId="322"/>
            <ac:spMk id="2" creationId="{311E854F-D851-DD9E-FB4F-5B0AC1EED6A1}"/>
          </ac:spMkLst>
        </pc:spChg>
        <pc:spChg chg="mod">
          <ac:chgData name="Ali Hepburn" userId="4e8e14d8-d579-466d-803b-afb427748fed" providerId="ADAL" clId="{F4D1050D-E5A2-495F-9491-4A5BDFFB142E}" dt="2023-06-22T15:14:49.724" v="451" actId="20577"/>
          <ac:spMkLst>
            <pc:docMk/>
            <pc:sldMk cId="111846451" sldId="322"/>
            <ac:spMk id="3" creationId="{32D9A10E-3ADE-7F25-A7BD-1A938784E85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846297-7CB9-4844-92AD-754B102870C7}" type="doc">
      <dgm:prSet loTypeId="urn:microsoft.com/office/officeart/2005/8/layout/hList6" loCatId="list" qsTypeId="urn:microsoft.com/office/officeart/2005/8/quickstyle/simple1" qsCatId="simple" csTypeId="urn:microsoft.com/office/officeart/2005/8/colors/colorful5" csCatId="colorful" phldr="1"/>
      <dgm:spPr/>
      <dgm:t>
        <a:bodyPr/>
        <a:lstStyle/>
        <a:p>
          <a:endParaRPr lang="en-GB"/>
        </a:p>
      </dgm:t>
    </dgm:pt>
    <dgm:pt modelId="{6BCD107A-4FB4-438C-AE96-48B369DC27FE}">
      <dgm:prSet phldrT="[Text]"/>
      <dgm:spPr/>
      <dgm:t>
        <a:bodyPr/>
        <a:lstStyle/>
        <a:p>
          <a:r>
            <a:rPr lang="en-GB" dirty="0"/>
            <a:t>Scope</a:t>
          </a:r>
        </a:p>
      </dgm:t>
    </dgm:pt>
    <dgm:pt modelId="{3B387BB6-AD88-4A3E-9661-33955BE08A42}" type="parTrans" cxnId="{8B5467CB-0ECB-423F-8142-1AE9174D7186}">
      <dgm:prSet/>
      <dgm:spPr/>
      <dgm:t>
        <a:bodyPr/>
        <a:lstStyle/>
        <a:p>
          <a:endParaRPr lang="en-GB"/>
        </a:p>
      </dgm:t>
    </dgm:pt>
    <dgm:pt modelId="{31E5C657-DCBB-4119-B090-58774AA4FFAC}" type="sibTrans" cxnId="{8B5467CB-0ECB-423F-8142-1AE9174D7186}">
      <dgm:prSet/>
      <dgm:spPr/>
      <dgm:t>
        <a:bodyPr/>
        <a:lstStyle/>
        <a:p>
          <a:endParaRPr lang="en-GB"/>
        </a:p>
      </dgm:t>
    </dgm:pt>
    <dgm:pt modelId="{378DADA3-7D6D-4A20-8256-1F0D26999B29}">
      <dgm:prSet phldrT="[Text]"/>
      <dgm:spPr/>
      <dgm:t>
        <a:bodyPr/>
        <a:lstStyle/>
        <a:p>
          <a:r>
            <a:rPr lang="en-GB" dirty="0"/>
            <a:t>Individual</a:t>
          </a:r>
        </a:p>
      </dgm:t>
    </dgm:pt>
    <dgm:pt modelId="{D797B8C5-0B0E-4A56-A6CC-9B3AC7C79727}" type="parTrans" cxnId="{F45ABDB1-903C-4BFA-B6D9-24B1CBB216DA}">
      <dgm:prSet/>
      <dgm:spPr/>
      <dgm:t>
        <a:bodyPr/>
        <a:lstStyle/>
        <a:p>
          <a:endParaRPr lang="en-GB"/>
        </a:p>
      </dgm:t>
    </dgm:pt>
    <dgm:pt modelId="{F036A7A0-4DBD-4D9F-ACE3-6BB7BC060148}" type="sibTrans" cxnId="{F45ABDB1-903C-4BFA-B6D9-24B1CBB216DA}">
      <dgm:prSet/>
      <dgm:spPr/>
      <dgm:t>
        <a:bodyPr/>
        <a:lstStyle/>
        <a:p>
          <a:endParaRPr lang="en-GB"/>
        </a:p>
      </dgm:t>
    </dgm:pt>
    <dgm:pt modelId="{16677787-D8DC-4606-B0CE-803F6EF7D38A}">
      <dgm:prSet phldrT="[Text]"/>
      <dgm:spPr/>
      <dgm:t>
        <a:bodyPr/>
        <a:lstStyle/>
        <a:p>
          <a:r>
            <a:rPr lang="en-GB" dirty="0"/>
            <a:t>Grass roots</a:t>
          </a:r>
        </a:p>
      </dgm:t>
    </dgm:pt>
    <dgm:pt modelId="{C388E5E7-74A2-4946-95E5-4B032B41C5D5}" type="parTrans" cxnId="{E4A2C1CA-E285-4B2B-A636-7EDA1A469C17}">
      <dgm:prSet/>
      <dgm:spPr/>
      <dgm:t>
        <a:bodyPr/>
        <a:lstStyle/>
        <a:p>
          <a:endParaRPr lang="en-GB"/>
        </a:p>
      </dgm:t>
    </dgm:pt>
    <dgm:pt modelId="{5574507A-99F9-4430-9328-D358AD067DF1}" type="sibTrans" cxnId="{E4A2C1CA-E285-4B2B-A636-7EDA1A469C17}">
      <dgm:prSet/>
      <dgm:spPr/>
      <dgm:t>
        <a:bodyPr/>
        <a:lstStyle/>
        <a:p>
          <a:endParaRPr lang="en-GB"/>
        </a:p>
      </dgm:t>
    </dgm:pt>
    <dgm:pt modelId="{64A9779D-887A-4E8E-BEDC-9A65921893FB}">
      <dgm:prSet phldrT="[Text]"/>
      <dgm:spPr/>
      <dgm:t>
        <a:bodyPr/>
        <a:lstStyle/>
        <a:p>
          <a:r>
            <a:rPr lang="en-GB" dirty="0"/>
            <a:t>Local</a:t>
          </a:r>
        </a:p>
      </dgm:t>
    </dgm:pt>
    <dgm:pt modelId="{8C064674-61B8-4279-B7FC-D485578B29B2}" type="parTrans" cxnId="{D6B038E3-BDDB-41BB-9228-C17A1A5F792C}">
      <dgm:prSet/>
      <dgm:spPr/>
      <dgm:t>
        <a:bodyPr/>
        <a:lstStyle/>
        <a:p>
          <a:endParaRPr lang="en-GB"/>
        </a:p>
      </dgm:t>
    </dgm:pt>
    <dgm:pt modelId="{F97EEFB7-9029-4880-BCE4-B4D6D3006055}" type="sibTrans" cxnId="{D6B038E3-BDDB-41BB-9228-C17A1A5F792C}">
      <dgm:prSet/>
      <dgm:spPr/>
      <dgm:t>
        <a:bodyPr/>
        <a:lstStyle/>
        <a:p>
          <a:endParaRPr lang="en-GB"/>
        </a:p>
      </dgm:t>
    </dgm:pt>
    <dgm:pt modelId="{DA7AB552-8A80-4CB5-8A65-C45E9E9A31B8}">
      <dgm:prSet phldrT="[Text]"/>
      <dgm:spPr/>
      <dgm:t>
        <a:bodyPr/>
        <a:lstStyle/>
        <a:p>
          <a:r>
            <a:rPr lang="en-GB" dirty="0"/>
            <a:t>Regional</a:t>
          </a:r>
        </a:p>
      </dgm:t>
    </dgm:pt>
    <dgm:pt modelId="{BF89F5EE-6279-4DE6-B05B-C7DBE5A8CA46}" type="parTrans" cxnId="{CFC3FA68-16C6-4C90-89DA-B45CF56E9BB8}">
      <dgm:prSet/>
      <dgm:spPr/>
      <dgm:t>
        <a:bodyPr/>
        <a:lstStyle/>
        <a:p>
          <a:endParaRPr lang="en-GB"/>
        </a:p>
      </dgm:t>
    </dgm:pt>
    <dgm:pt modelId="{0D802CEB-4B57-421B-A409-5504187BF63F}" type="sibTrans" cxnId="{CFC3FA68-16C6-4C90-89DA-B45CF56E9BB8}">
      <dgm:prSet/>
      <dgm:spPr/>
      <dgm:t>
        <a:bodyPr/>
        <a:lstStyle/>
        <a:p>
          <a:endParaRPr lang="en-GB"/>
        </a:p>
      </dgm:t>
    </dgm:pt>
    <dgm:pt modelId="{B66B3967-45F6-4BC5-9F14-FE6BAEC984B1}">
      <dgm:prSet phldrT="[Text]"/>
      <dgm:spPr/>
      <dgm:t>
        <a:bodyPr/>
        <a:lstStyle/>
        <a:p>
          <a:r>
            <a:rPr lang="en-GB" dirty="0"/>
            <a:t>National</a:t>
          </a:r>
        </a:p>
      </dgm:t>
    </dgm:pt>
    <dgm:pt modelId="{4631F72F-9F44-433A-A5A0-E02472C758F8}" type="parTrans" cxnId="{DAA8754E-AA2A-45E0-9A3E-8428323C4641}">
      <dgm:prSet/>
      <dgm:spPr/>
      <dgm:t>
        <a:bodyPr/>
        <a:lstStyle/>
        <a:p>
          <a:endParaRPr lang="en-GB"/>
        </a:p>
      </dgm:t>
    </dgm:pt>
    <dgm:pt modelId="{603C55FF-3B5A-4B49-8B5E-79566FCA83C6}" type="sibTrans" cxnId="{DAA8754E-AA2A-45E0-9A3E-8428323C4641}">
      <dgm:prSet/>
      <dgm:spPr/>
      <dgm:t>
        <a:bodyPr/>
        <a:lstStyle/>
        <a:p>
          <a:endParaRPr lang="en-GB"/>
        </a:p>
      </dgm:t>
    </dgm:pt>
    <dgm:pt modelId="{3FB175A3-16BF-4740-A884-53B9F6AF8F97}">
      <dgm:prSet phldrT="[Text]"/>
      <dgm:spPr/>
      <dgm:t>
        <a:bodyPr/>
        <a:lstStyle/>
        <a:p>
          <a:r>
            <a:rPr lang="en-GB" dirty="0"/>
            <a:t>Transnational</a:t>
          </a:r>
        </a:p>
      </dgm:t>
    </dgm:pt>
    <dgm:pt modelId="{63ABB728-D705-4046-98EE-1247FBCD0415}" type="parTrans" cxnId="{AC8D2E06-F328-45B3-A8D5-94121A863B9E}">
      <dgm:prSet/>
      <dgm:spPr/>
      <dgm:t>
        <a:bodyPr/>
        <a:lstStyle/>
        <a:p>
          <a:endParaRPr lang="en-GB"/>
        </a:p>
      </dgm:t>
    </dgm:pt>
    <dgm:pt modelId="{C51C3E44-0EF5-4FAF-B983-812223011DA8}" type="sibTrans" cxnId="{AC8D2E06-F328-45B3-A8D5-94121A863B9E}">
      <dgm:prSet/>
      <dgm:spPr/>
      <dgm:t>
        <a:bodyPr/>
        <a:lstStyle/>
        <a:p>
          <a:endParaRPr lang="en-GB"/>
        </a:p>
      </dgm:t>
    </dgm:pt>
    <dgm:pt modelId="{2CE4F3CC-EA81-4C6E-8FBE-05A76115D0FB}">
      <dgm:prSet phldrT="[Text]"/>
      <dgm:spPr/>
      <dgm:t>
        <a:bodyPr/>
        <a:lstStyle/>
        <a:p>
          <a:r>
            <a:rPr lang="en-GB" dirty="0"/>
            <a:t>Global</a:t>
          </a:r>
        </a:p>
      </dgm:t>
    </dgm:pt>
    <dgm:pt modelId="{4E6902AC-41C7-44FB-A704-3F50FD087874}" type="parTrans" cxnId="{E121289A-4CAC-47D3-8663-1B6BE1789B14}">
      <dgm:prSet/>
      <dgm:spPr/>
      <dgm:t>
        <a:bodyPr/>
        <a:lstStyle/>
        <a:p>
          <a:endParaRPr lang="en-GB"/>
        </a:p>
      </dgm:t>
    </dgm:pt>
    <dgm:pt modelId="{D8C7B0C2-5E2F-4512-9AC6-A83E6F582F55}" type="sibTrans" cxnId="{E121289A-4CAC-47D3-8663-1B6BE1789B14}">
      <dgm:prSet/>
      <dgm:spPr/>
      <dgm:t>
        <a:bodyPr/>
        <a:lstStyle/>
        <a:p>
          <a:endParaRPr lang="en-GB"/>
        </a:p>
      </dgm:t>
    </dgm:pt>
    <dgm:pt modelId="{7CE41F52-3986-43F7-BE1D-A3969EAD2413}">
      <dgm:prSet phldrT="[Text]"/>
      <dgm:spPr/>
      <dgm:t>
        <a:bodyPr/>
        <a:lstStyle/>
        <a:p>
          <a:r>
            <a:rPr lang="en-GB" dirty="0"/>
            <a:t>Type</a:t>
          </a:r>
        </a:p>
      </dgm:t>
    </dgm:pt>
    <dgm:pt modelId="{6651E978-7F1B-4A87-B053-A9265115F175}" type="parTrans" cxnId="{2A90233A-1278-439D-B09F-BD6EFD9B2651}">
      <dgm:prSet/>
      <dgm:spPr/>
      <dgm:t>
        <a:bodyPr/>
        <a:lstStyle/>
        <a:p>
          <a:endParaRPr lang="en-GB"/>
        </a:p>
      </dgm:t>
    </dgm:pt>
    <dgm:pt modelId="{E56FBA20-E718-408F-B039-9E83E8CF81BB}" type="sibTrans" cxnId="{2A90233A-1278-439D-B09F-BD6EFD9B2651}">
      <dgm:prSet/>
      <dgm:spPr/>
      <dgm:t>
        <a:bodyPr/>
        <a:lstStyle/>
        <a:p>
          <a:endParaRPr lang="en-GB"/>
        </a:p>
      </dgm:t>
    </dgm:pt>
    <dgm:pt modelId="{5D8022F3-37EE-40AB-838C-FD387CBFBB22}">
      <dgm:prSet phldrT="[Text]"/>
      <dgm:spPr/>
      <dgm:t>
        <a:bodyPr/>
        <a:lstStyle/>
        <a:p>
          <a:r>
            <a:rPr lang="en-GB" dirty="0"/>
            <a:t>Community group</a:t>
          </a:r>
        </a:p>
      </dgm:t>
    </dgm:pt>
    <dgm:pt modelId="{C3180478-B933-4CC8-B921-E84643EAE488}" type="parTrans" cxnId="{364723D9-B0CD-454D-8C1A-450BA228DE25}">
      <dgm:prSet/>
      <dgm:spPr/>
      <dgm:t>
        <a:bodyPr/>
        <a:lstStyle/>
        <a:p>
          <a:endParaRPr lang="en-GB"/>
        </a:p>
      </dgm:t>
    </dgm:pt>
    <dgm:pt modelId="{4708D9EB-147A-4DDF-9FED-1BA1749FF26C}" type="sibTrans" cxnId="{364723D9-B0CD-454D-8C1A-450BA228DE25}">
      <dgm:prSet/>
      <dgm:spPr/>
      <dgm:t>
        <a:bodyPr/>
        <a:lstStyle/>
        <a:p>
          <a:endParaRPr lang="en-GB"/>
        </a:p>
      </dgm:t>
    </dgm:pt>
    <dgm:pt modelId="{8A09B32F-7BFD-432F-8DC5-9A3D5767E63F}">
      <dgm:prSet phldrT="[Text]"/>
      <dgm:spPr/>
      <dgm:t>
        <a:bodyPr/>
        <a:lstStyle/>
        <a:p>
          <a:r>
            <a:rPr lang="en-GB" dirty="0"/>
            <a:t>Campaign group</a:t>
          </a:r>
        </a:p>
      </dgm:t>
    </dgm:pt>
    <dgm:pt modelId="{5E74A4DF-0FC0-4EC7-8597-D2263F3354DB}" type="parTrans" cxnId="{C9AA2DEF-507C-4405-98CE-7F7C7E57B6B0}">
      <dgm:prSet/>
      <dgm:spPr/>
      <dgm:t>
        <a:bodyPr/>
        <a:lstStyle/>
        <a:p>
          <a:endParaRPr lang="en-GB"/>
        </a:p>
      </dgm:t>
    </dgm:pt>
    <dgm:pt modelId="{20192AEF-6D98-4AC7-A419-2280C32F8CDD}" type="sibTrans" cxnId="{C9AA2DEF-507C-4405-98CE-7F7C7E57B6B0}">
      <dgm:prSet/>
      <dgm:spPr/>
      <dgm:t>
        <a:bodyPr/>
        <a:lstStyle/>
        <a:p>
          <a:endParaRPr lang="en-GB"/>
        </a:p>
      </dgm:t>
    </dgm:pt>
    <dgm:pt modelId="{FD8C2528-A657-41DF-A60C-99F4A84D1E19}">
      <dgm:prSet phldrT="[Text]"/>
      <dgm:spPr/>
      <dgm:t>
        <a:bodyPr/>
        <a:lstStyle/>
        <a:p>
          <a:r>
            <a:rPr lang="en-GB" dirty="0"/>
            <a:t>Research organisation</a:t>
          </a:r>
        </a:p>
      </dgm:t>
    </dgm:pt>
    <dgm:pt modelId="{6571E3FD-6618-49DE-825C-D365D4BAFE20}" type="parTrans" cxnId="{3CA5BAF8-E03C-4DCB-AEFF-7C503D388B09}">
      <dgm:prSet/>
      <dgm:spPr/>
      <dgm:t>
        <a:bodyPr/>
        <a:lstStyle/>
        <a:p>
          <a:endParaRPr lang="en-GB"/>
        </a:p>
      </dgm:t>
    </dgm:pt>
    <dgm:pt modelId="{9B2FE177-AFCE-412B-A40B-A55A72DF011B}" type="sibTrans" cxnId="{3CA5BAF8-E03C-4DCB-AEFF-7C503D388B09}">
      <dgm:prSet/>
      <dgm:spPr/>
      <dgm:t>
        <a:bodyPr/>
        <a:lstStyle/>
        <a:p>
          <a:endParaRPr lang="en-GB"/>
        </a:p>
      </dgm:t>
    </dgm:pt>
    <dgm:pt modelId="{EAAA214F-337D-4CE5-8617-96B86F084334}">
      <dgm:prSet phldrT="[Text]"/>
      <dgm:spPr/>
      <dgm:t>
        <a:bodyPr/>
        <a:lstStyle/>
        <a:p>
          <a:r>
            <a:rPr lang="en-GB" dirty="0"/>
            <a:t>Business association</a:t>
          </a:r>
        </a:p>
      </dgm:t>
    </dgm:pt>
    <dgm:pt modelId="{A475A5AF-107D-42E6-813F-52F7447C4E33}" type="parTrans" cxnId="{29A0B0C4-A101-4878-82FA-2285D6E503E3}">
      <dgm:prSet/>
      <dgm:spPr/>
      <dgm:t>
        <a:bodyPr/>
        <a:lstStyle/>
        <a:p>
          <a:endParaRPr lang="en-GB"/>
        </a:p>
      </dgm:t>
    </dgm:pt>
    <dgm:pt modelId="{FA801936-0075-4824-B125-3AE292428FBA}" type="sibTrans" cxnId="{29A0B0C4-A101-4878-82FA-2285D6E503E3}">
      <dgm:prSet/>
      <dgm:spPr/>
      <dgm:t>
        <a:bodyPr/>
        <a:lstStyle/>
        <a:p>
          <a:endParaRPr lang="en-GB"/>
        </a:p>
      </dgm:t>
    </dgm:pt>
    <dgm:pt modelId="{660EF47D-D5C1-489F-8A1F-05382642C6EE}">
      <dgm:prSet phldrT="[Text]"/>
      <dgm:spPr/>
      <dgm:t>
        <a:bodyPr/>
        <a:lstStyle/>
        <a:p>
          <a:r>
            <a:rPr lang="en-GB" dirty="0"/>
            <a:t>Trade union</a:t>
          </a:r>
        </a:p>
      </dgm:t>
    </dgm:pt>
    <dgm:pt modelId="{9A8700DC-7AF9-4B88-92AC-2DF70F55F3B5}" type="parTrans" cxnId="{8D305CBA-E42A-498B-9A59-DA19165A798B}">
      <dgm:prSet/>
      <dgm:spPr/>
      <dgm:t>
        <a:bodyPr/>
        <a:lstStyle/>
        <a:p>
          <a:endParaRPr lang="en-GB"/>
        </a:p>
      </dgm:t>
    </dgm:pt>
    <dgm:pt modelId="{F107287A-F16E-4724-B5E2-F2E6B34F9E66}" type="sibTrans" cxnId="{8D305CBA-E42A-498B-9A59-DA19165A798B}">
      <dgm:prSet/>
      <dgm:spPr/>
      <dgm:t>
        <a:bodyPr/>
        <a:lstStyle/>
        <a:p>
          <a:endParaRPr lang="en-GB"/>
        </a:p>
      </dgm:t>
    </dgm:pt>
    <dgm:pt modelId="{63BBD8C0-455D-4353-AEE7-0EB5CE763FC1}">
      <dgm:prSet phldrT="[Text]"/>
      <dgm:spPr/>
      <dgm:t>
        <a:bodyPr/>
        <a:lstStyle/>
        <a:p>
          <a:r>
            <a:rPr lang="en-GB" dirty="0"/>
            <a:t>Technical body</a:t>
          </a:r>
        </a:p>
      </dgm:t>
    </dgm:pt>
    <dgm:pt modelId="{5B2572A1-2644-4E45-B022-4DB8A2D9E23B}" type="parTrans" cxnId="{1D18B081-4DB3-433C-AE2E-2A060EB63FAA}">
      <dgm:prSet/>
      <dgm:spPr/>
      <dgm:t>
        <a:bodyPr/>
        <a:lstStyle/>
        <a:p>
          <a:endParaRPr lang="en-GB"/>
        </a:p>
      </dgm:t>
    </dgm:pt>
    <dgm:pt modelId="{1698D254-2FC0-4F05-9BBE-D0F94250A567}" type="sibTrans" cxnId="{1D18B081-4DB3-433C-AE2E-2A060EB63FAA}">
      <dgm:prSet/>
      <dgm:spPr/>
      <dgm:t>
        <a:bodyPr/>
        <a:lstStyle/>
        <a:p>
          <a:endParaRPr lang="en-GB"/>
        </a:p>
      </dgm:t>
    </dgm:pt>
    <dgm:pt modelId="{11C480EB-CCAF-478E-927B-DDD3EC89E6A1}">
      <dgm:prSet phldrT="[Text]"/>
      <dgm:spPr/>
      <dgm:t>
        <a:bodyPr/>
        <a:lstStyle/>
        <a:p>
          <a:r>
            <a:rPr lang="en-GB" dirty="0"/>
            <a:t>Structure</a:t>
          </a:r>
        </a:p>
      </dgm:t>
    </dgm:pt>
    <dgm:pt modelId="{63473E63-C435-45D9-BCA6-C06CB62293AE}" type="parTrans" cxnId="{A472C831-CCC7-4763-9907-B637684E0E01}">
      <dgm:prSet/>
      <dgm:spPr/>
      <dgm:t>
        <a:bodyPr/>
        <a:lstStyle/>
        <a:p>
          <a:endParaRPr lang="en-GB"/>
        </a:p>
      </dgm:t>
    </dgm:pt>
    <dgm:pt modelId="{AB16A90A-A455-49C6-BF1E-BAE2755FF425}" type="sibTrans" cxnId="{A472C831-CCC7-4763-9907-B637684E0E01}">
      <dgm:prSet/>
      <dgm:spPr/>
      <dgm:t>
        <a:bodyPr/>
        <a:lstStyle/>
        <a:p>
          <a:endParaRPr lang="en-GB"/>
        </a:p>
      </dgm:t>
    </dgm:pt>
    <dgm:pt modelId="{E67C7B3F-DBEE-432E-B50B-5C40AA261D2B}">
      <dgm:prSet phldrT="[Text]"/>
      <dgm:spPr/>
      <dgm:t>
        <a:bodyPr/>
        <a:lstStyle/>
        <a:p>
          <a:r>
            <a:rPr lang="en-GB" dirty="0"/>
            <a:t>Informal</a:t>
          </a:r>
        </a:p>
      </dgm:t>
    </dgm:pt>
    <dgm:pt modelId="{03E71FAB-77B2-464D-AC7F-2B125156B0D1}" type="parTrans" cxnId="{C83082AE-AF43-4184-A392-16D3EA301891}">
      <dgm:prSet/>
      <dgm:spPr/>
      <dgm:t>
        <a:bodyPr/>
        <a:lstStyle/>
        <a:p>
          <a:endParaRPr lang="en-GB"/>
        </a:p>
      </dgm:t>
    </dgm:pt>
    <dgm:pt modelId="{D948752C-2375-4819-A1DB-46C80C84DE71}" type="sibTrans" cxnId="{C83082AE-AF43-4184-A392-16D3EA301891}">
      <dgm:prSet/>
      <dgm:spPr/>
      <dgm:t>
        <a:bodyPr/>
        <a:lstStyle/>
        <a:p>
          <a:endParaRPr lang="en-GB"/>
        </a:p>
      </dgm:t>
    </dgm:pt>
    <dgm:pt modelId="{A0A1E4CB-B5E4-4EBD-8DB3-066BC937815B}">
      <dgm:prSet phldrT="[Text]"/>
      <dgm:spPr/>
      <dgm:t>
        <a:bodyPr/>
        <a:lstStyle/>
        <a:p>
          <a:r>
            <a:rPr lang="en-GB" dirty="0"/>
            <a:t>Formal</a:t>
          </a:r>
        </a:p>
      </dgm:t>
    </dgm:pt>
    <dgm:pt modelId="{B3121102-F4FD-4F63-9F9A-04E6C304A335}" type="parTrans" cxnId="{EB75A3B0-1EC1-465E-B826-A0F0E9C09645}">
      <dgm:prSet/>
      <dgm:spPr/>
      <dgm:t>
        <a:bodyPr/>
        <a:lstStyle/>
        <a:p>
          <a:endParaRPr lang="en-GB"/>
        </a:p>
      </dgm:t>
    </dgm:pt>
    <dgm:pt modelId="{5EA1B358-E5BA-45BE-9EFD-41D8D95B2901}" type="sibTrans" cxnId="{EB75A3B0-1EC1-465E-B826-A0F0E9C09645}">
      <dgm:prSet/>
      <dgm:spPr/>
      <dgm:t>
        <a:bodyPr/>
        <a:lstStyle/>
        <a:p>
          <a:endParaRPr lang="en-GB"/>
        </a:p>
      </dgm:t>
    </dgm:pt>
    <dgm:pt modelId="{DC4978B9-1CED-411C-AEB3-2DA213147801}">
      <dgm:prSet phldrT="[Text]"/>
      <dgm:spPr/>
      <dgm:t>
        <a:bodyPr/>
        <a:lstStyle/>
        <a:p>
          <a:r>
            <a:rPr lang="en-GB" dirty="0"/>
            <a:t>Co-operative</a:t>
          </a:r>
        </a:p>
      </dgm:t>
    </dgm:pt>
    <dgm:pt modelId="{70BE20D9-A60A-4949-B4AF-CDABC5B9B531}" type="parTrans" cxnId="{27E667F7-A264-4A70-81BA-C77CDBDA7328}">
      <dgm:prSet/>
      <dgm:spPr/>
      <dgm:t>
        <a:bodyPr/>
        <a:lstStyle/>
        <a:p>
          <a:endParaRPr lang="en-GB"/>
        </a:p>
      </dgm:t>
    </dgm:pt>
    <dgm:pt modelId="{CEDDB29B-B490-41F0-A3B3-02A14B865D85}" type="sibTrans" cxnId="{27E667F7-A264-4A70-81BA-C77CDBDA7328}">
      <dgm:prSet/>
      <dgm:spPr/>
      <dgm:t>
        <a:bodyPr/>
        <a:lstStyle/>
        <a:p>
          <a:endParaRPr lang="en-GB"/>
        </a:p>
      </dgm:t>
    </dgm:pt>
    <dgm:pt modelId="{8659B4D1-52BD-40A1-A3C6-0C40B522FCD2}">
      <dgm:prSet phldrT="[Text]"/>
      <dgm:spPr/>
      <dgm:t>
        <a:bodyPr/>
        <a:lstStyle/>
        <a:p>
          <a:r>
            <a:rPr lang="en-GB" dirty="0"/>
            <a:t>Professional</a:t>
          </a:r>
        </a:p>
      </dgm:t>
    </dgm:pt>
    <dgm:pt modelId="{FFF43089-C66C-424E-914D-6AD81F181D4A}" type="parTrans" cxnId="{48899F8D-1670-47CA-8C6E-C767B85CA13F}">
      <dgm:prSet/>
      <dgm:spPr/>
      <dgm:t>
        <a:bodyPr/>
        <a:lstStyle/>
        <a:p>
          <a:endParaRPr lang="en-GB"/>
        </a:p>
      </dgm:t>
    </dgm:pt>
    <dgm:pt modelId="{2DD8E947-2265-4C7E-8804-58F284F9FC09}" type="sibTrans" cxnId="{48899F8D-1670-47CA-8C6E-C767B85CA13F}">
      <dgm:prSet/>
      <dgm:spPr/>
      <dgm:t>
        <a:bodyPr/>
        <a:lstStyle/>
        <a:p>
          <a:endParaRPr lang="en-GB"/>
        </a:p>
      </dgm:t>
    </dgm:pt>
    <dgm:pt modelId="{43DC7D8C-818C-464A-A278-1ADF90E78433}">
      <dgm:prSet phldrT="[Text]"/>
      <dgm:spPr/>
      <dgm:t>
        <a:bodyPr/>
        <a:lstStyle/>
        <a:p>
          <a:r>
            <a:rPr lang="en-GB" dirty="0"/>
            <a:t>Entrepreneurial</a:t>
          </a:r>
        </a:p>
      </dgm:t>
    </dgm:pt>
    <dgm:pt modelId="{7653FEF2-F15D-42E2-8DA8-D0DC9DAA5ADF}" type="parTrans" cxnId="{5EBBC4E0-B5E9-44A6-B0D3-25DAED28F2E3}">
      <dgm:prSet/>
      <dgm:spPr/>
      <dgm:t>
        <a:bodyPr/>
        <a:lstStyle/>
        <a:p>
          <a:endParaRPr lang="en-GB"/>
        </a:p>
      </dgm:t>
    </dgm:pt>
    <dgm:pt modelId="{7CBA9254-268C-4D4E-A19D-5F490330853D}" type="sibTrans" cxnId="{5EBBC4E0-B5E9-44A6-B0D3-25DAED28F2E3}">
      <dgm:prSet/>
      <dgm:spPr/>
      <dgm:t>
        <a:bodyPr/>
        <a:lstStyle/>
        <a:p>
          <a:endParaRPr lang="en-GB"/>
        </a:p>
      </dgm:t>
    </dgm:pt>
    <dgm:pt modelId="{E7E97E4E-7AA8-4DCE-88E8-C49CC634B5C7}">
      <dgm:prSet phldrT="[Text]"/>
      <dgm:spPr/>
      <dgm:t>
        <a:bodyPr/>
        <a:lstStyle/>
        <a:p>
          <a:r>
            <a:rPr lang="en-GB" dirty="0"/>
            <a:t>Network</a:t>
          </a:r>
        </a:p>
      </dgm:t>
    </dgm:pt>
    <dgm:pt modelId="{6EC41420-241B-4E75-A65D-18215D10E15C}" type="parTrans" cxnId="{7D94A7D3-259F-4CF0-948F-FCE2274998A2}">
      <dgm:prSet/>
      <dgm:spPr/>
      <dgm:t>
        <a:bodyPr/>
        <a:lstStyle/>
        <a:p>
          <a:endParaRPr lang="en-GB"/>
        </a:p>
      </dgm:t>
    </dgm:pt>
    <dgm:pt modelId="{9C00B14D-3410-4D2A-98C5-E2838FC36D5F}" type="sibTrans" cxnId="{7D94A7D3-259F-4CF0-948F-FCE2274998A2}">
      <dgm:prSet/>
      <dgm:spPr/>
      <dgm:t>
        <a:bodyPr/>
        <a:lstStyle/>
        <a:p>
          <a:endParaRPr lang="en-GB"/>
        </a:p>
      </dgm:t>
    </dgm:pt>
    <dgm:pt modelId="{B890AF10-58D7-4494-BDC9-2F904612084B}">
      <dgm:prSet phldrT="[Text]"/>
      <dgm:spPr/>
      <dgm:t>
        <a:bodyPr/>
        <a:lstStyle/>
        <a:p>
          <a:r>
            <a:rPr lang="en-GB" dirty="0"/>
            <a:t>Focus</a:t>
          </a:r>
        </a:p>
      </dgm:t>
    </dgm:pt>
    <dgm:pt modelId="{9C034359-F9B8-402F-9F02-8DCA44C66A80}" type="parTrans" cxnId="{F9F2FBE6-A840-4F53-94D7-9A9D65B8F860}">
      <dgm:prSet/>
      <dgm:spPr/>
      <dgm:t>
        <a:bodyPr/>
        <a:lstStyle/>
        <a:p>
          <a:endParaRPr lang="en-GB"/>
        </a:p>
      </dgm:t>
    </dgm:pt>
    <dgm:pt modelId="{E0C0CDA2-2F9D-41FD-8C01-C8C48677ADD7}" type="sibTrans" cxnId="{F9F2FBE6-A840-4F53-94D7-9A9D65B8F860}">
      <dgm:prSet/>
      <dgm:spPr/>
      <dgm:t>
        <a:bodyPr/>
        <a:lstStyle/>
        <a:p>
          <a:endParaRPr lang="en-GB"/>
        </a:p>
      </dgm:t>
    </dgm:pt>
    <dgm:pt modelId="{F64F2EF7-5501-49CC-BF76-D74653B46758}">
      <dgm:prSet phldrT="[Text]"/>
      <dgm:spPr/>
      <dgm:t>
        <a:bodyPr/>
        <a:lstStyle/>
        <a:p>
          <a:r>
            <a:rPr lang="en-GB" dirty="0"/>
            <a:t>Natural environment</a:t>
          </a:r>
        </a:p>
      </dgm:t>
    </dgm:pt>
    <dgm:pt modelId="{347E8ED4-CD2F-4A12-82C8-88D3F125E559}" type="parTrans" cxnId="{0EB13349-B8CA-4744-A8D5-55FF7510BD3D}">
      <dgm:prSet/>
      <dgm:spPr/>
      <dgm:t>
        <a:bodyPr/>
        <a:lstStyle/>
        <a:p>
          <a:endParaRPr lang="en-GB"/>
        </a:p>
      </dgm:t>
    </dgm:pt>
    <dgm:pt modelId="{8C209422-52A1-47A1-924A-9BFF5538A2E6}" type="sibTrans" cxnId="{0EB13349-B8CA-4744-A8D5-55FF7510BD3D}">
      <dgm:prSet/>
      <dgm:spPr/>
      <dgm:t>
        <a:bodyPr/>
        <a:lstStyle/>
        <a:p>
          <a:endParaRPr lang="en-GB"/>
        </a:p>
      </dgm:t>
    </dgm:pt>
    <dgm:pt modelId="{755C7E2E-A42E-49DE-AB5F-3DC25A228542}">
      <dgm:prSet phldrT="[Text]"/>
      <dgm:spPr/>
      <dgm:t>
        <a:bodyPr/>
        <a:lstStyle/>
        <a:p>
          <a:r>
            <a:rPr lang="en-GB" dirty="0"/>
            <a:t>Social issues</a:t>
          </a:r>
        </a:p>
      </dgm:t>
    </dgm:pt>
    <dgm:pt modelId="{D331B90D-148A-4B16-9BD2-B3AC1229CEAF}" type="parTrans" cxnId="{2F323CBF-E00F-4C28-8E88-810046B1172D}">
      <dgm:prSet/>
      <dgm:spPr/>
      <dgm:t>
        <a:bodyPr/>
        <a:lstStyle/>
        <a:p>
          <a:endParaRPr lang="en-GB"/>
        </a:p>
      </dgm:t>
    </dgm:pt>
    <dgm:pt modelId="{981A0BB3-5D7B-4911-864F-3747F67DAF81}" type="sibTrans" cxnId="{2F323CBF-E00F-4C28-8E88-810046B1172D}">
      <dgm:prSet/>
      <dgm:spPr/>
      <dgm:t>
        <a:bodyPr/>
        <a:lstStyle/>
        <a:p>
          <a:endParaRPr lang="en-GB"/>
        </a:p>
      </dgm:t>
    </dgm:pt>
    <dgm:pt modelId="{9BC3E5FC-B0FB-4545-934A-C6977D0B9F84}">
      <dgm:prSet phldrT="[Text]"/>
      <dgm:spPr/>
      <dgm:t>
        <a:bodyPr/>
        <a:lstStyle/>
        <a:p>
          <a:r>
            <a:rPr lang="en-GB" dirty="0"/>
            <a:t>Development</a:t>
          </a:r>
        </a:p>
      </dgm:t>
    </dgm:pt>
    <dgm:pt modelId="{315EAC42-AEFB-479C-8CF2-CF1A0B659C7D}" type="parTrans" cxnId="{5EA3D931-A7C2-4FBB-9CEC-5E7BDCD6D310}">
      <dgm:prSet/>
      <dgm:spPr/>
      <dgm:t>
        <a:bodyPr/>
        <a:lstStyle/>
        <a:p>
          <a:endParaRPr lang="en-GB"/>
        </a:p>
      </dgm:t>
    </dgm:pt>
    <dgm:pt modelId="{240444B8-9018-4C2B-8A78-ADCD2D150E43}" type="sibTrans" cxnId="{5EA3D931-A7C2-4FBB-9CEC-5E7BDCD6D310}">
      <dgm:prSet/>
      <dgm:spPr/>
      <dgm:t>
        <a:bodyPr/>
        <a:lstStyle/>
        <a:p>
          <a:endParaRPr lang="en-GB"/>
        </a:p>
      </dgm:t>
    </dgm:pt>
    <dgm:pt modelId="{146E2CAB-1312-4E73-A95F-D5B55E8A726B}">
      <dgm:prSet phldrT="[Text]"/>
      <dgm:spPr/>
      <dgm:t>
        <a:bodyPr/>
        <a:lstStyle/>
        <a:p>
          <a:r>
            <a:rPr lang="en-GB" dirty="0"/>
            <a:t>Poverty alleviation</a:t>
          </a:r>
        </a:p>
      </dgm:t>
    </dgm:pt>
    <dgm:pt modelId="{DEB7954D-C912-492F-BA8D-318A5C78CB3D}" type="parTrans" cxnId="{E9B65E5F-9267-4F40-8FC8-1AE26B58CD04}">
      <dgm:prSet/>
      <dgm:spPr/>
      <dgm:t>
        <a:bodyPr/>
        <a:lstStyle/>
        <a:p>
          <a:endParaRPr lang="en-GB"/>
        </a:p>
      </dgm:t>
    </dgm:pt>
    <dgm:pt modelId="{37BB0583-1CAB-4B9A-A0C1-E2998F7895C1}" type="sibTrans" cxnId="{E9B65E5F-9267-4F40-8FC8-1AE26B58CD04}">
      <dgm:prSet/>
      <dgm:spPr/>
      <dgm:t>
        <a:bodyPr/>
        <a:lstStyle/>
        <a:p>
          <a:endParaRPr lang="en-GB"/>
        </a:p>
      </dgm:t>
    </dgm:pt>
    <dgm:pt modelId="{26CCEE3A-FFA0-478F-8BA5-4BD5061C3336}">
      <dgm:prSet phldrT="[Text]"/>
      <dgm:spPr/>
      <dgm:t>
        <a:bodyPr/>
        <a:lstStyle/>
        <a:p>
          <a:r>
            <a:rPr lang="en-GB" dirty="0"/>
            <a:t>Activities</a:t>
          </a:r>
        </a:p>
      </dgm:t>
    </dgm:pt>
    <dgm:pt modelId="{BD099019-4F41-4835-88C3-2E8E6E2E38C5}" type="parTrans" cxnId="{59A61D3D-4E0E-4732-966B-97219DA79438}">
      <dgm:prSet/>
      <dgm:spPr/>
      <dgm:t>
        <a:bodyPr/>
        <a:lstStyle/>
        <a:p>
          <a:endParaRPr lang="en-GB"/>
        </a:p>
      </dgm:t>
    </dgm:pt>
    <dgm:pt modelId="{938484CB-6BCD-4AF8-AB37-C8A1FEC5949C}" type="sibTrans" cxnId="{59A61D3D-4E0E-4732-966B-97219DA79438}">
      <dgm:prSet/>
      <dgm:spPr/>
      <dgm:t>
        <a:bodyPr/>
        <a:lstStyle/>
        <a:p>
          <a:endParaRPr lang="en-GB"/>
        </a:p>
      </dgm:t>
    </dgm:pt>
    <dgm:pt modelId="{C0445514-2774-4DC3-A4BB-59CC8BF33204}">
      <dgm:prSet phldrT="[Text]"/>
      <dgm:spPr/>
      <dgm:t>
        <a:bodyPr/>
        <a:lstStyle/>
        <a:p>
          <a:r>
            <a:rPr lang="en-GB" dirty="0"/>
            <a:t>Human rights</a:t>
          </a:r>
        </a:p>
      </dgm:t>
    </dgm:pt>
    <dgm:pt modelId="{07404A1C-CEA8-400A-BBD3-0D2EB7FD3EE5}" type="parTrans" cxnId="{1EF612EC-A071-4B8F-9F76-81FCB73F00D3}">
      <dgm:prSet/>
      <dgm:spPr/>
      <dgm:t>
        <a:bodyPr/>
        <a:lstStyle/>
        <a:p>
          <a:endParaRPr lang="en-GB"/>
        </a:p>
      </dgm:t>
    </dgm:pt>
    <dgm:pt modelId="{10E91CEE-8258-40F2-9754-B709F77BB368}" type="sibTrans" cxnId="{1EF612EC-A071-4B8F-9F76-81FCB73F00D3}">
      <dgm:prSet/>
      <dgm:spPr/>
      <dgm:t>
        <a:bodyPr/>
        <a:lstStyle/>
        <a:p>
          <a:endParaRPr lang="en-GB"/>
        </a:p>
      </dgm:t>
    </dgm:pt>
    <dgm:pt modelId="{FF17A813-B896-45B9-9E6D-5E53896515A0}">
      <dgm:prSet phldrT="[Text]"/>
      <dgm:spPr/>
      <dgm:t>
        <a:bodyPr/>
        <a:lstStyle/>
        <a:p>
          <a:r>
            <a:rPr lang="en-GB"/>
            <a:t>Animal </a:t>
          </a:r>
          <a:r>
            <a:rPr lang="en-GB" dirty="0"/>
            <a:t>welfare</a:t>
          </a:r>
        </a:p>
      </dgm:t>
    </dgm:pt>
    <dgm:pt modelId="{991C8767-0AF1-450D-B42F-98F9B3F50A71}" type="parTrans" cxnId="{CD4085FD-E74B-4F02-8BD1-B2356E7C9E5D}">
      <dgm:prSet/>
      <dgm:spPr/>
      <dgm:t>
        <a:bodyPr/>
        <a:lstStyle/>
        <a:p>
          <a:endParaRPr lang="en-GB"/>
        </a:p>
      </dgm:t>
    </dgm:pt>
    <dgm:pt modelId="{A53EB7A3-9D3D-4BCB-9835-188F6549D332}" type="sibTrans" cxnId="{CD4085FD-E74B-4F02-8BD1-B2356E7C9E5D}">
      <dgm:prSet/>
      <dgm:spPr/>
      <dgm:t>
        <a:bodyPr/>
        <a:lstStyle/>
        <a:p>
          <a:endParaRPr lang="en-GB"/>
        </a:p>
      </dgm:t>
    </dgm:pt>
    <dgm:pt modelId="{F0405937-ADEE-4FC3-BBB2-A282E1989B4B}">
      <dgm:prSet phldrT="[Text]"/>
      <dgm:spPr/>
      <dgm:t>
        <a:bodyPr/>
        <a:lstStyle/>
        <a:p>
          <a:r>
            <a:rPr lang="en-GB" dirty="0"/>
            <a:t>Research</a:t>
          </a:r>
        </a:p>
      </dgm:t>
    </dgm:pt>
    <dgm:pt modelId="{A7F45FDC-EF78-4607-863B-E48BE5B154FC}" type="parTrans" cxnId="{594F55D6-B46B-4B4C-BDC0-50887DED4D0C}">
      <dgm:prSet/>
      <dgm:spPr/>
      <dgm:t>
        <a:bodyPr/>
        <a:lstStyle/>
        <a:p>
          <a:endParaRPr lang="en-GB"/>
        </a:p>
      </dgm:t>
    </dgm:pt>
    <dgm:pt modelId="{C040F5ED-4654-4ABB-AE7C-96997EC75A52}" type="sibTrans" cxnId="{594F55D6-B46B-4B4C-BDC0-50887DED4D0C}">
      <dgm:prSet/>
      <dgm:spPr/>
      <dgm:t>
        <a:bodyPr/>
        <a:lstStyle/>
        <a:p>
          <a:endParaRPr lang="en-GB"/>
        </a:p>
      </dgm:t>
    </dgm:pt>
    <dgm:pt modelId="{AE180BFD-5A20-421B-B8B0-C3AA07476CCA}">
      <dgm:prSet phldrT="[Text]"/>
      <dgm:spPr/>
      <dgm:t>
        <a:bodyPr/>
        <a:lstStyle/>
        <a:p>
          <a:r>
            <a:rPr lang="en-GB" dirty="0"/>
            <a:t>Dialogue</a:t>
          </a:r>
        </a:p>
      </dgm:t>
    </dgm:pt>
    <dgm:pt modelId="{0592B97F-BC32-45F3-BAF9-76A66DC1A856}" type="parTrans" cxnId="{94F6AACC-B08C-45E6-A8AE-E0C28A4FB96B}">
      <dgm:prSet/>
      <dgm:spPr/>
      <dgm:t>
        <a:bodyPr/>
        <a:lstStyle/>
        <a:p>
          <a:endParaRPr lang="en-GB"/>
        </a:p>
      </dgm:t>
    </dgm:pt>
    <dgm:pt modelId="{C9ED6BE5-CF7A-4980-A5AC-50C5B10647F8}" type="sibTrans" cxnId="{94F6AACC-B08C-45E6-A8AE-E0C28A4FB96B}">
      <dgm:prSet/>
      <dgm:spPr/>
      <dgm:t>
        <a:bodyPr/>
        <a:lstStyle/>
        <a:p>
          <a:endParaRPr lang="en-GB"/>
        </a:p>
      </dgm:t>
    </dgm:pt>
    <dgm:pt modelId="{EF27AA5F-F214-4B76-9C33-1022C7E8D81B}">
      <dgm:prSet phldrT="[Text]"/>
      <dgm:spPr/>
      <dgm:t>
        <a:bodyPr/>
        <a:lstStyle/>
        <a:p>
          <a:r>
            <a:rPr lang="en-GB" dirty="0"/>
            <a:t>Information provision</a:t>
          </a:r>
        </a:p>
      </dgm:t>
    </dgm:pt>
    <dgm:pt modelId="{53498557-61C2-489D-98DF-ABCCDD01EAAC}" type="parTrans" cxnId="{94B7E3F1-5778-4E20-ADFD-6C45D378DE36}">
      <dgm:prSet/>
      <dgm:spPr/>
      <dgm:t>
        <a:bodyPr/>
        <a:lstStyle/>
        <a:p>
          <a:endParaRPr lang="en-GB"/>
        </a:p>
      </dgm:t>
    </dgm:pt>
    <dgm:pt modelId="{5B56FE9C-1791-4CB1-9549-2079D40CBCDC}" type="sibTrans" cxnId="{94B7E3F1-5778-4E20-ADFD-6C45D378DE36}">
      <dgm:prSet/>
      <dgm:spPr/>
      <dgm:t>
        <a:bodyPr/>
        <a:lstStyle/>
        <a:p>
          <a:endParaRPr lang="en-GB"/>
        </a:p>
      </dgm:t>
    </dgm:pt>
    <dgm:pt modelId="{079DB68D-A74B-493E-A691-A8FD7A731D50}">
      <dgm:prSet phldrT="[Text]"/>
      <dgm:spPr/>
      <dgm:t>
        <a:bodyPr/>
        <a:lstStyle/>
        <a:p>
          <a:r>
            <a:rPr lang="en-GB" dirty="0"/>
            <a:t>Service provision</a:t>
          </a:r>
        </a:p>
      </dgm:t>
    </dgm:pt>
    <dgm:pt modelId="{3FA8E956-4BF0-47D4-AD18-B5708BF116D1}" type="parTrans" cxnId="{95F47617-1886-4693-B58A-5916E11A324A}">
      <dgm:prSet/>
      <dgm:spPr/>
      <dgm:t>
        <a:bodyPr/>
        <a:lstStyle/>
        <a:p>
          <a:endParaRPr lang="en-GB"/>
        </a:p>
      </dgm:t>
    </dgm:pt>
    <dgm:pt modelId="{828178AB-8E5F-4598-8CE8-1AEE186FB1F4}" type="sibTrans" cxnId="{95F47617-1886-4693-B58A-5916E11A324A}">
      <dgm:prSet/>
      <dgm:spPr/>
      <dgm:t>
        <a:bodyPr/>
        <a:lstStyle/>
        <a:p>
          <a:endParaRPr lang="en-GB"/>
        </a:p>
      </dgm:t>
    </dgm:pt>
    <dgm:pt modelId="{E0550F62-2C54-4703-ACE2-5D4D831F458C}">
      <dgm:prSet phldrT="[Text]"/>
      <dgm:spPr/>
      <dgm:t>
        <a:bodyPr/>
        <a:lstStyle/>
        <a:p>
          <a:r>
            <a:rPr lang="en-GB" dirty="0"/>
            <a:t>Campaigning</a:t>
          </a:r>
        </a:p>
      </dgm:t>
    </dgm:pt>
    <dgm:pt modelId="{6CE549C3-6875-40F1-8D79-A38FCDF49D0E}" type="parTrans" cxnId="{8F0818EE-7478-4F38-B7A6-AD4663CB8F77}">
      <dgm:prSet/>
      <dgm:spPr/>
      <dgm:t>
        <a:bodyPr/>
        <a:lstStyle/>
        <a:p>
          <a:endParaRPr lang="en-GB"/>
        </a:p>
      </dgm:t>
    </dgm:pt>
    <dgm:pt modelId="{45446316-45B5-443C-915C-12AB9DF34692}" type="sibTrans" cxnId="{8F0818EE-7478-4F38-B7A6-AD4663CB8F77}">
      <dgm:prSet/>
      <dgm:spPr/>
      <dgm:t>
        <a:bodyPr/>
        <a:lstStyle/>
        <a:p>
          <a:endParaRPr lang="en-GB"/>
        </a:p>
      </dgm:t>
    </dgm:pt>
    <dgm:pt modelId="{D1CFD267-AA9C-46EB-83F4-8465F43F691E}">
      <dgm:prSet phldrT="[Text]"/>
      <dgm:spPr/>
      <dgm:t>
        <a:bodyPr/>
        <a:lstStyle/>
        <a:p>
          <a:r>
            <a:rPr lang="en-GB" dirty="0"/>
            <a:t>Partnerships</a:t>
          </a:r>
        </a:p>
      </dgm:t>
    </dgm:pt>
    <dgm:pt modelId="{6394BDC4-2ACF-4DC1-B734-B5AC802209D0}" type="parTrans" cxnId="{892ECCB5-69A2-4FF4-8D7B-DEAC7ED12541}">
      <dgm:prSet/>
      <dgm:spPr/>
      <dgm:t>
        <a:bodyPr/>
        <a:lstStyle/>
        <a:p>
          <a:endParaRPr lang="en-GB"/>
        </a:p>
      </dgm:t>
    </dgm:pt>
    <dgm:pt modelId="{CD498BA6-2D3D-46B3-8A75-9C1A8F5A27E2}" type="sibTrans" cxnId="{892ECCB5-69A2-4FF4-8D7B-DEAC7ED12541}">
      <dgm:prSet/>
      <dgm:spPr/>
      <dgm:t>
        <a:bodyPr/>
        <a:lstStyle/>
        <a:p>
          <a:endParaRPr lang="en-GB"/>
        </a:p>
      </dgm:t>
    </dgm:pt>
    <dgm:pt modelId="{F661C2B8-1544-496C-9C62-2AB77131885B}" type="pres">
      <dgm:prSet presAssocID="{1B846297-7CB9-4844-92AD-754B102870C7}" presName="Name0" presStyleCnt="0">
        <dgm:presLayoutVars>
          <dgm:dir/>
          <dgm:resizeHandles val="exact"/>
        </dgm:presLayoutVars>
      </dgm:prSet>
      <dgm:spPr/>
    </dgm:pt>
    <dgm:pt modelId="{4B9B51AB-13EB-40AE-908F-E77B0A3B15C1}" type="pres">
      <dgm:prSet presAssocID="{6BCD107A-4FB4-438C-AE96-48B369DC27FE}" presName="node" presStyleLbl="node1" presStyleIdx="0" presStyleCnt="5">
        <dgm:presLayoutVars>
          <dgm:bulletEnabled val="1"/>
        </dgm:presLayoutVars>
      </dgm:prSet>
      <dgm:spPr/>
    </dgm:pt>
    <dgm:pt modelId="{21A06EEF-0594-473B-B33D-099ACF55E205}" type="pres">
      <dgm:prSet presAssocID="{31E5C657-DCBB-4119-B090-58774AA4FFAC}" presName="sibTrans" presStyleCnt="0"/>
      <dgm:spPr/>
    </dgm:pt>
    <dgm:pt modelId="{A05CB7E5-8608-4459-A5AA-905077147903}" type="pres">
      <dgm:prSet presAssocID="{7CE41F52-3986-43F7-BE1D-A3969EAD2413}" presName="node" presStyleLbl="node1" presStyleIdx="1" presStyleCnt="5">
        <dgm:presLayoutVars>
          <dgm:bulletEnabled val="1"/>
        </dgm:presLayoutVars>
      </dgm:prSet>
      <dgm:spPr/>
    </dgm:pt>
    <dgm:pt modelId="{32037515-9632-41A4-A351-941C698BFEE2}" type="pres">
      <dgm:prSet presAssocID="{E56FBA20-E718-408F-B039-9E83E8CF81BB}" presName="sibTrans" presStyleCnt="0"/>
      <dgm:spPr/>
    </dgm:pt>
    <dgm:pt modelId="{68761C3B-5D88-4639-A92B-47E25AFBE69D}" type="pres">
      <dgm:prSet presAssocID="{11C480EB-CCAF-478E-927B-DDD3EC89E6A1}" presName="node" presStyleLbl="node1" presStyleIdx="2" presStyleCnt="5">
        <dgm:presLayoutVars>
          <dgm:bulletEnabled val="1"/>
        </dgm:presLayoutVars>
      </dgm:prSet>
      <dgm:spPr/>
    </dgm:pt>
    <dgm:pt modelId="{672F4C5A-EF8F-45C7-BD4C-6986F8276B54}" type="pres">
      <dgm:prSet presAssocID="{AB16A90A-A455-49C6-BF1E-BAE2755FF425}" presName="sibTrans" presStyleCnt="0"/>
      <dgm:spPr/>
    </dgm:pt>
    <dgm:pt modelId="{58778310-E389-4027-A122-C31C96470854}" type="pres">
      <dgm:prSet presAssocID="{B890AF10-58D7-4494-BDC9-2F904612084B}" presName="node" presStyleLbl="node1" presStyleIdx="3" presStyleCnt="5">
        <dgm:presLayoutVars>
          <dgm:bulletEnabled val="1"/>
        </dgm:presLayoutVars>
      </dgm:prSet>
      <dgm:spPr/>
    </dgm:pt>
    <dgm:pt modelId="{6D8F2FF9-1CEA-41C8-9278-F5AAF8C6B8F4}" type="pres">
      <dgm:prSet presAssocID="{E0C0CDA2-2F9D-41FD-8C01-C8C48677ADD7}" presName="sibTrans" presStyleCnt="0"/>
      <dgm:spPr/>
    </dgm:pt>
    <dgm:pt modelId="{2105DC89-0E3C-4CBC-8520-94BD26EB25BD}" type="pres">
      <dgm:prSet presAssocID="{26CCEE3A-FFA0-478F-8BA5-4BD5061C3336}" presName="node" presStyleLbl="node1" presStyleIdx="4" presStyleCnt="5">
        <dgm:presLayoutVars>
          <dgm:bulletEnabled val="1"/>
        </dgm:presLayoutVars>
      </dgm:prSet>
      <dgm:spPr/>
    </dgm:pt>
  </dgm:ptLst>
  <dgm:cxnLst>
    <dgm:cxn modelId="{AC8D2E06-F328-45B3-A8D5-94121A863B9E}" srcId="{6BCD107A-4FB4-438C-AE96-48B369DC27FE}" destId="{3FB175A3-16BF-4740-A884-53B9F6AF8F97}" srcOrd="5" destOrd="0" parTransId="{63ABB728-D705-4046-98EE-1247FBCD0415}" sibTransId="{C51C3E44-0EF5-4FAF-B983-812223011DA8}"/>
    <dgm:cxn modelId="{D47EF00A-305B-4AD5-AA6A-D3278635F914}" type="presOf" srcId="{64A9779D-887A-4E8E-BEDC-9A65921893FB}" destId="{4B9B51AB-13EB-40AE-908F-E77B0A3B15C1}" srcOrd="0" destOrd="3" presId="urn:microsoft.com/office/officeart/2005/8/layout/hList6"/>
    <dgm:cxn modelId="{DD292312-7F2B-4992-8BD2-B7FF69C48C07}" type="presOf" srcId="{EF27AA5F-F214-4B76-9C33-1022C7E8D81B}" destId="{2105DC89-0E3C-4CBC-8520-94BD26EB25BD}" srcOrd="0" destOrd="3" presId="urn:microsoft.com/office/officeart/2005/8/layout/hList6"/>
    <dgm:cxn modelId="{4C1A2F13-9142-4E91-844E-1567608E66E2}" type="presOf" srcId="{F0405937-ADEE-4FC3-BBB2-A282E1989B4B}" destId="{2105DC89-0E3C-4CBC-8520-94BD26EB25BD}" srcOrd="0" destOrd="1" presId="urn:microsoft.com/office/officeart/2005/8/layout/hList6"/>
    <dgm:cxn modelId="{E6090B16-C875-4C56-92B6-BA229F564F90}" type="presOf" srcId="{A0A1E4CB-B5E4-4EBD-8DB3-066BC937815B}" destId="{68761C3B-5D88-4639-A92B-47E25AFBE69D}" srcOrd="0" destOrd="2" presId="urn:microsoft.com/office/officeart/2005/8/layout/hList6"/>
    <dgm:cxn modelId="{0E022A17-EB2D-4A2A-BD94-C638077DE04E}" type="presOf" srcId="{755C7E2E-A42E-49DE-AB5F-3DC25A228542}" destId="{58778310-E389-4027-A122-C31C96470854}" srcOrd="0" destOrd="2" presId="urn:microsoft.com/office/officeart/2005/8/layout/hList6"/>
    <dgm:cxn modelId="{95F47617-1886-4693-B58A-5916E11A324A}" srcId="{26CCEE3A-FFA0-478F-8BA5-4BD5061C3336}" destId="{079DB68D-A74B-493E-A691-A8FD7A731D50}" srcOrd="3" destOrd="0" parTransId="{3FA8E956-4BF0-47D4-AD18-B5708BF116D1}" sibTransId="{828178AB-8E5F-4598-8CE8-1AEE186FB1F4}"/>
    <dgm:cxn modelId="{6DE53428-0AEC-47A9-B311-9148B17420E9}" type="presOf" srcId="{1B846297-7CB9-4844-92AD-754B102870C7}" destId="{F661C2B8-1544-496C-9C62-2AB77131885B}" srcOrd="0" destOrd="0" presId="urn:microsoft.com/office/officeart/2005/8/layout/hList6"/>
    <dgm:cxn modelId="{AEBB542A-A3B1-4C69-B9B1-C9F9DF0E5FAE}" type="presOf" srcId="{8659B4D1-52BD-40A1-A3C6-0C40B522FCD2}" destId="{68761C3B-5D88-4639-A92B-47E25AFBE69D}" srcOrd="0" destOrd="4" presId="urn:microsoft.com/office/officeart/2005/8/layout/hList6"/>
    <dgm:cxn modelId="{A472C831-CCC7-4763-9907-B637684E0E01}" srcId="{1B846297-7CB9-4844-92AD-754B102870C7}" destId="{11C480EB-CCAF-478E-927B-DDD3EC89E6A1}" srcOrd="2" destOrd="0" parTransId="{63473E63-C435-45D9-BCA6-C06CB62293AE}" sibTransId="{AB16A90A-A455-49C6-BF1E-BAE2755FF425}"/>
    <dgm:cxn modelId="{5EA3D931-A7C2-4FBB-9CEC-5E7BDCD6D310}" srcId="{B890AF10-58D7-4494-BDC9-2F904612084B}" destId="{9BC3E5FC-B0FB-4545-934A-C6977D0B9F84}" srcOrd="2" destOrd="0" parTransId="{315EAC42-AEFB-479C-8CF2-CF1A0B659C7D}" sibTransId="{240444B8-9018-4C2B-8A78-ADCD2D150E43}"/>
    <dgm:cxn modelId="{2A90233A-1278-439D-B09F-BD6EFD9B2651}" srcId="{1B846297-7CB9-4844-92AD-754B102870C7}" destId="{7CE41F52-3986-43F7-BE1D-A3969EAD2413}" srcOrd="1" destOrd="0" parTransId="{6651E978-7F1B-4A87-B053-A9265115F175}" sibTransId="{E56FBA20-E718-408F-B039-9E83E8CF81BB}"/>
    <dgm:cxn modelId="{59A61D3D-4E0E-4732-966B-97219DA79438}" srcId="{1B846297-7CB9-4844-92AD-754B102870C7}" destId="{26CCEE3A-FFA0-478F-8BA5-4BD5061C3336}" srcOrd="4" destOrd="0" parTransId="{BD099019-4F41-4835-88C3-2E8E6E2E38C5}" sibTransId="{938484CB-6BCD-4AF8-AB37-C8A1FEC5949C}"/>
    <dgm:cxn modelId="{AD74733E-3A9F-47CB-A936-C87A58282338}" type="presOf" srcId="{079DB68D-A74B-493E-A691-A8FD7A731D50}" destId="{2105DC89-0E3C-4CBC-8520-94BD26EB25BD}" srcOrd="0" destOrd="4" presId="urn:microsoft.com/office/officeart/2005/8/layout/hList6"/>
    <dgm:cxn modelId="{6C39C73F-09E2-450E-BBBA-3E669752B095}" type="presOf" srcId="{FF17A813-B896-45B9-9E6D-5E53896515A0}" destId="{58778310-E389-4027-A122-C31C96470854}" srcOrd="0" destOrd="6" presId="urn:microsoft.com/office/officeart/2005/8/layout/hList6"/>
    <dgm:cxn modelId="{5654D644-91A6-4E84-960F-0ADC548FF0CD}" type="presOf" srcId="{660EF47D-D5C1-489F-8A1F-05382642C6EE}" destId="{A05CB7E5-8608-4459-A5AA-905077147903}" srcOrd="0" destOrd="5" presId="urn:microsoft.com/office/officeart/2005/8/layout/hList6"/>
    <dgm:cxn modelId="{B206F044-55B5-4716-8091-391274DB26CA}" type="presOf" srcId="{9BC3E5FC-B0FB-4545-934A-C6977D0B9F84}" destId="{58778310-E389-4027-A122-C31C96470854}" srcOrd="0" destOrd="3" presId="urn:microsoft.com/office/officeart/2005/8/layout/hList6"/>
    <dgm:cxn modelId="{0EB13349-B8CA-4744-A8D5-55FF7510BD3D}" srcId="{B890AF10-58D7-4494-BDC9-2F904612084B}" destId="{F64F2EF7-5501-49CC-BF76-D74653B46758}" srcOrd="0" destOrd="0" parTransId="{347E8ED4-CD2F-4A12-82C8-88D3F125E559}" sibTransId="{8C209422-52A1-47A1-924A-9BFF5538A2E6}"/>
    <dgm:cxn modelId="{DAA8754E-AA2A-45E0-9A3E-8428323C4641}" srcId="{6BCD107A-4FB4-438C-AE96-48B369DC27FE}" destId="{B66B3967-45F6-4BC5-9F14-FE6BAEC984B1}" srcOrd="4" destOrd="0" parTransId="{4631F72F-9F44-433A-A5A0-E02472C758F8}" sibTransId="{603C55FF-3B5A-4B49-8B5E-79566FCA83C6}"/>
    <dgm:cxn modelId="{CBB26256-4ECF-43B0-8609-72B498D9F836}" type="presOf" srcId="{E7E97E4E-7AA8-4DCE-88E8-C49CC634B5C7}" destId="{68761C3B-5D88-4639-A92B-47E25AFBE69D}" srcOrd="0" destOrd="6" presId="urn:microsoft.com/office/officeart/2005/8/layout/hList6"/>
    <dgm:cxn modelId="{C6A97E56-4337-4E1A-8990-EA1EC4C066B0}" type="presOf" srcId="{43DC7D8C-818C-464A-A278-1ADF90E78433}" destId="{68761C3B-5D88-4639-A92B-47E25AFBE69D}" srcOrd="0" destOrd="5" presId="urn:microsoft.com/office/officeart/2005/8/layout/hList6"/>
    <dgm:cxn modelId="{5E25A15D-2570-4BE0-88E2-317E1F34EA82}" type="presOf" srcId="{11C480EB-CCAF-478E-927B-DDD3EC89E6A1}" destId="{68761C3B-5D88-4639-A92B-47E25AFBE69D}" srcOrd="0" destOrd="0" presId="urn:microsoft.com/office/officeart/2005/8/layout/hList6"/>
    <dgm:cxn modelId="{E9B65E5F-9267-4F40-8FC8-1AE26B58CD04}" srcId="{B890AF10-58D7-4494-BDC9-2F904612084B}" destId="{146E2CAB-1312-4E73-A95F-D5B55E8A726B}" srcOrd="3" destOrd="0" parTransId="{DEB7954D-C912-492F-BA8D-318A5C78CB3D}" sibTransId="{37BB0583-1CAB-4B9A-A0C1-E2998F7895C1}"/>
    <dgm:cxn modelId="{CFC3FA68-16C6-4C90-89DA-B45CF56E9BB8}" srcId="{6BCD107A-4FB4-438C-AE96-48B369DC27FE}" destId="{DA7AB552-8A80-4CB5-8A65-C45E9E9A31B8}" srcOrd="3" destOrd="0" parTransId="{BF89F5EE-6279-4DE6-B05B-C7DBE5A8CA46}" sibTransId="{0D802CEB-4B57-421B-A409-5504187BF63F}"/>
    <dgm:cxn modelId="{205C1B6A-7015-4CC0-A8E6-328C5DE82BE7}" type="presOf" srcId="{AE180BFD-5A20-421B-B8B0-C3AA07476CCA}" destId="{2105DC89-0E3C-4CBC-8520-94BD26EB25BD}" srcOrd="0" destOrd="2" presId="urn:microsoft.com/office/officeart/2005/8/layout/hList6"/>
    <dgm:cxn modelId="{6DB5C677-86E8-4F26-A6C2-4A6E838039E6}" type="presOf" srcId="{F64F2EF7-5501-49CC-BF76-D74653B46758}" destId="{58778310-E389-4027-A122-C31C96470854}" srcOrd="0" destOrd="1" presId="urn:microsoft.com/office/officeart/2005/8/layout/hList6"/>
    <dgm:cxn modelId="{850EBA7C-D6D7-4060-9E0C-037E97C51593}" type="presOf" srcId="{146E2CAB-1312-4E73-A95F-D5B55E8A726B}" destId="{58778310-E389-4027-A122-C31C96470854}" srcOrd="0" destOrd="4" presId="urn:microsoft.com/office/officeart/2005/8/layout/hList6"/>
    <dgm:cxn modelId="{3E8C667F-9314-4309-A5F7-3CA0CD6F2DE4}" type="presOf" srcId="{2CE4F3CC-EA81-4C6E-8FBE-05A76115D0FB}" destId="{4B9B51AB-13EB-40AE-908F-E77B0A3B15C1}" srcOrd="0" destOrd="7" presId="urn:microsoft.com/office/officeart/2005/8/layout/hList6"/>
    <dgm:cxn modelId="{1D18B081-4DB3-433C-AE2E-2A060EB63FAA}" srcId="{7CE41F52-3986-43F7-BE1D-A3969EAD2413}" destId="{63BBD8C0-455D-4353-AEE7-0EB5CE763FC1}" srcOrd="5" destOrd="0" parTransId="{5B2572A1-2644-4E45-B022-4DB8A2D9E23B}" sibTransId="{1698D254-2FC0-4F05-9BBE-D0F94250A567}"/>
    <dgm:cxn modelId="{E6108584-22D9-42D9-8929-C2B79E9B7FD8}" type="presOf" srcId="{EAAA214F-337D-4CE5-8617-96B86F084334}" destId="{A05CB7E5-8608-4459-A5AA-905077147903}" srcOrd="0" destOrd="4" presId="urn:microsoft.com/office/officeart/2005/8/layout/hList6"/>
    <dgm:cxn modelId="{48899F8D-1670-47CA-8C6E-C767B85CA13F}" srcId="{11C480EB-CCAF-478E-927B-DDD3EC89E6A1}" destId="{8659B4D1-52BD-40A1-A3C6-0C40B522FCD2}" srcOrd="3" destOrd="0" parTransId="{FFF43089-C66C-424E-914D-6AD81F181D4A}" sibTransId="{2DD8E947-2265-4C7E-8804-58F284F9FC09}"/>
    <dgm:cxn modelId="{23952F98-DEB3-4327-9DC7-ECD96F5837AF}" type="presOf" srcId="{378DADA3-7D6D-4A20-8256-1F0D26999B29}" destId="{4B9B51AB-13EB-40AE-908F-E77B0A3B15C1}" srcOrd="0" destOrd="1" presId="urn:microsoft.com/office/officeart/2005/8/layout/hList6"/>
    <dgm:cxn modelId="{E121289A-4CAC-47D3-8663-1B6BE1789B14}" srcId="{6BCD107A-4FB4-438C-AE96-48B369DC27FE}" destId="{2CE4F3CC-EA81-4C6E-8FBE-05A76115D0FB}" srcOrd="6" destOrd="0" parTransId="{4E6902AC-41C7-44FB-A704-3F50FD087874}" sibTransId="{D8C7B0C2-5E2F-4512-9AC6-A83E6F582F55}"/>
    <dgm:cxn modelId="{967D5AA0-8003-40AD-B411-945A5B26D532}" type="presOf" srcId="{16677787-D8DC-4606-B0CE-803F6EF7D38A}" destId="{4B9B51AB-13EB-40AE-908F-E77B0A3B15C1}" srcOrd="0" destOrd="2" presId="urn:microsoft.com/office/officeart/2005/8/layout/hList6"/>
    <dgm:cxn modelId="{6F22F2A8-8EB8-417D-9DE8-A5DF1135CF75}" type="presOf" srcId="{3FB175A3-16BF-4740-A884-53B9F6AF8F97}" destId="{4B9B51AB-13EB-40AE-908F-E77B0A3B15C1}" srcOrd="0" destOrd="6" presId="urn:microsoft.com/office/officeart/2005/8/layout/hList6"/>
    <dgm:cxn modelId="{C83082AE-AF43-4184-A392-16D3EA301891}" srcId="{11C480EB-CCAF-478E-927B-DDD3EC89E6A1}" destId="{E67C7B3F-DBEE-432E-B50B-5C40AA261D2B}" srcOrd="0" destOrd="0" parTransId="{03E71FAB-77B2-464D-AC7F-2B125156B0D1}" sibTransId="{D948752C-2375-4819-A1DB-46C80C84DE71}"/>
    <dgm:cxn modelId="{EB75A3B0-1EC1-465E-B826-A0F0E9C09645}" srcId="{11C480EB-CCAF-478E-927B-DDD3EC89E6A1}" destId="{A0A1E4CB-B5E4-4EBD-8DB3-066BC937815B}" srcOrd="1" destOrd="0" parTransId="{B3121102-F4FD-4F63-9F9A-04E6C304A335}" sibTransId="{5EA1B358-E5BA-45BE-9EFD-41D8D95B2901}"/>
    <dgm:cxn modelId="{F45ABDB1-903C-4BFA-B6D9-24B1CBB216DA}" srcId="{6BCD107A-4FB4-438C-AE96-48B369DC27FE}" destId="{378DADA3-7D6D-4A20-8256-1F0D26999B29}" srcOrd="0" destOrd="0" parTransId="{D797B8C5-0B0E-4A56-A6CC-9B3AC7C79727}" sibTransId="{F036A7A0-4DBD-4D9F-ACE3-6BB7BC060148}"/>
    <dgm:cxn modelId="{D0A50DB2-8119-404B-BA6F-F52EF7B6263D}" type="presOf" srcId="{FD8C2528-A657-41DF-A60C-99F4A84D1E19}" destId="{A05CB7E5-8608-4459-A5AA-905077147903}" srcOrd="0" destOrd="3" presId="urn:microsoft.com/office/officeart/2005/8/layout/hList6"/>
    <dgm:cxn modelId="{6CDA62B3-383E-4F76-B49A-35AB2B384AD0}" type="presOf" srcId="{E0550F62-2C54-4703-ACE2-5D4D831F458C}" destId="{2105DC89-0E3C-4CBC-8520-94BD26EB25BD}" srcOrd="0" destOrd="5" presId="urn:microsoft.com/office/officeart/2005/8/layout/hList6"/>
    <dgm:cxn modelId="{66319DB4-9C02-4C68-AA84-766077CBE49A}" type="presOf" srcId="{8A09B32F-7BFD-432F-8DC5-9A3D5767E63F}" destId="{A05CB7E5-8608-4459-A5AA-905077147903}" srcOrd="0" destOrd="2" presId="urn:microsoft.com/office/officeart/2005/8/layout/hList6"/>
    <dgm:cxn modelId="{892ECCB5-69A2-4FF4-8D7B-DEAC7ED12541}" srcId="{26CCEE3A-FFA0-478F-8BA5-4BD5061C3336}" destId="{D1CFD267-AA9C-46EB-83F4-8465F43F691E}" srcOrd="5" destOrd="0" parTransId="{6394BDC4-2ACF-4DC1-B734-B5AC802209D0}" sibTransId="{CD498BA6-2D3D-46B3-8A75-9C1A8F5A27E2}"/>
    <dgm:cxn modelId="{7143C8B9-779B-437F-8B0F-BD3B2E76A57B}" type="presOf" srcId="{DA7AB552-8A80-4CB5-8A65-C45E9E9A31B8}" destId="{4B9B51AB-13EB-40AE-908F-E77B0A3B15C1}" srcOrd="0" destOrd="4" presId="urn:microsoft.com/office/officeart/2005/8/layout/hList6"/>
    <dgm:cxn modelId="{8D305CBA-E42A-498B-9A59-DA19165A798B}" srcId="{7CE41F52-3986-43F7-BE1D-A3969EAD2413}" destId="{660EF47D-D5C1-489F-8A1F-05382642C6EE}" srcOrd="4" destOrd="0" parTransId="{9A8700DC-7AF9-4B88-92AC-2DF70F55F3B5}" sibTransId="{F107287A-F16E-4724-B5E2-F2E6B34F9E66}"/>
    <dgm:cxn modelId="{2F323CBF-E00F-4C28-8E88-810046B1172D}" srcId="{B890AF10-58D7-4494-BDC9-2F904612084B}" destId="{755C7E2E-A42E-49DE-AB5F-3DC25A228542}" srcOrd="1" destOrd="0" parTransId="{D331B90D-148A-4B16-9BD2-B3AC1229CEAF}" sibTransId="{981A0BB3-5D7B-4911-864F-3747F67DAF81}"/>
    <dgm:cxn modelId="{BB4A9EC3-1EFB-448C-94D4-2285865E698A}" type="presOf" srcId="{6BCD107A-4FB4-438C-AE96-48B369DC27FE}" destId="{4B9B51AB-13EB-40AE-908F-E77B0A3B15C1}" srcOrd="0" destOrd="0" presId="urn:microsoft.com/office/officeart/2005/8/layout/hList6"/>
    <dgm:cxn modelId="{79EAE8C3-496F-44B8-91E5-4D3D0CF406C3}" type="presOf" srcId="{B66B3967-45F6-4BC5-9F14-FE6BAEC984B1}" destId="{4B9B51AB-13EB-40AE-908F-E77B0A3B15C1}" srcOrd="0" destOrd="5" presId="urn:microsoft.com/office/officeart/2005/8/layout/hList6"/>
    <dgm:cxn modelId="{29A0B0C4-A101-4878-82FA-2285D6E503E3}" srcId="{7CE41F52-3986-43F7-BE1D-A3969EAD2413}" destId="{EAAA214F-337D-4CE5-8617-96B86F084334}" srcOrd="3" destOrd="0" parTransId="{A475A5AF-107D-42E6-813F-52F7447C4E33}" sibTransId="{FA801936-0075-4824-B125-3AE292428FBA}"/>
    <dgm:cxn modelId="{E4A2C1CA-E285-4B2B-A636-7EDA1A469C17}" srcId="{6BCD107A-4FB4-438C-AE96-48B369DC27FE}" destId="{16677787-D8DC-4606-B0CE-803F6EF7D38A}" srcOrd="1" destOrd="0" parTransId="{C388E5E7-74A2-4946-95E5-4B032B41C5D5}" sibTransId="{5574507A-99F9-4430-9328-D358AD067DF1}"/>
    <dgm:cxn modelId="{8B5467CB-0ECB-423F-8142-1AE9174D7186}" srcId="{1B846297-7CB9-4844-92AD-754B102870C7}" destId="{6BCD107A-4FB4-438C-AE96-48B369DC27FE}" srcOrd="0" destOrd="0" parTransId="{3B387BB6-AD88-4A3E-9661-33955BE08A42}" sibTransId="{31E5C657-DCBB-4119-B090-58774AA4FFAC}"/>
    <dgm:cxn modelId="{94F6AACC-B08C-45E6-A8AE-E0C28A4FB96B}" srcId="{26CCEE3A-FFA0-478F-8BA5-4BD5061C3336}" destId="{AE180BFD-5A20-421B-B8B0-C3AA07476CCA}" srcOrd="1" destOrd="0" parTransId="{0592B97F-BC32-45F3-BAF9-76A66DC1A856}" sibTransId="{C9ED6BE5-CF7A-4980-A5AC-50C5B10647F8}"/>
    <dgm:cxn modelId="{885C65D3-F97F-42D2-BA08-464E1B92710D}" type="presOf" srcId="{E67C7B3F-DBEE-432E-B50B-5C40AA261D2B}" destId="{68761C3B-5D88-4639-A92B-47E25AFBE69D}" srcOrd="0" destOrd="1" presId="urn:microsoft.com/office/officeart/2005/8/layout/hList6"/>
    <dgm:cxn modelId="{7D94A7D3-259F-4CF0-948F-FCE2274998A2}" srcId="{11C480EB-CCAF-478E-927B-DDD3EC89E6A1}" destId="{E7E97E4E-7AA8-4DCE-88E8-C49CC634B5C7}" srcOrd="5" destOrd="0" parTransId="{6EC41420-241B-4E75-A65D-18215D10E15C}" sibTransId="{9C00B14D-3410-4D2A-98C5-E2838FC36D5F}"/>
    <dgm:cxn modelId="{594F55D6-B46B-4B4C-BDC0-50887DED4D0C}" srcId="{26CCEE3A-FFA0-478F-8BA5-4BD5061C3336}" destId="{F0405937-ADEE-4FC3-BBB2-A282E1989B4B}" srcOrd="0" destOrd="0" parTransId="{A7F45FDC-EF78-4607-863B-E48BE5B154FC}" sibTransId="{C040F5ED-4654-4ABB-AE7C-96997EC75A52}"/>
    <dgm:cxn modelId="{364723D9-B0CD-454D-8C1A-450BA228DE25}" srcId="{7CE41F52-3986-43F7-BE1D-A3969EAD2413}" destId="{5D8022F3-37EE-40AB-838C-FD387CBFBB22}" srcOrd="0" destOrd="0" parTransId="{C3180478-B933-4CC8-B921-E84643EAE488}" sibTransId="{4708D9EB-147A-4DDF-9FED-1BA1749FF26C}"/>
    <dgm:cxn modelId="{668D47DB-52DB-41D1-9E89-5DAF40D0802F}" type="presOf" srcId="{D1CFD267-AA9C-46EB-83F4-8465F43F691E}" destId="{2105DC89-0E3C-4CBC-8520-94BD26EB25BD}" srcOrd="0" destOrd="6" presId="urn:microsoft.com/office/officeart/2005/8/layout/hList6"/>
    <dgm:cxn modelId="{2D53E0DD-FABB-470E-8DEA-9E6C7F1836E1}" type="presOf" srcId="{26CCEE3A-FFA0-478F-8BA5-4BD5061C3336}" destId="{2105DC89-0E3C-4CBC-8520-94BD26EB25BD}" srcOrd="0" destOrd="0" presId="urn:microsoft.com/office/officeart/2005/8/layout/hList6"/>
    <dgm:cxn modelId="{F4BE77DE-3B8C-4B50-9C9C-847D448160D8}" type="presOf" srcId="{B890AF10-58D7-4494-BDC9-2F904612084B}" destId="{58778310-E389-4027-A122-C31C96470854}" srcOrd="0" destOrd="0" presId="urn:microsoft.com/office/officeart/2005/8/layout/hList6"/>
    <dgm:cxn modelId="{5EBBC4E0-B5E9-44A6-B0D3-25DAED28F2E3}" srcId="{11C480EB-CCAF-478E-927B-DDD3EC89E6A1}" destId="{43DC7D8C-818C-464A-A278-1ADF90E78433}" srcOrd="4" destOrd="0" parTransId="{7653FEF2-F15D-42E2-8DA8-D0DC9DAA5ADF}" sibTransId="{7CBA9254-268C-4D4E-A19D-5F490330853D}"/>
    <dgm:cxn modelId="{D6B038E3-BDDB-41BB-9228-C17A1A5F792C}" srcId="{6BCD107A-4FB4-438C-AE96-48B369DC27FE}" destId="{64A9779D-887A-4E8E-BEDC-9A65921893FB}" srcOrd="2" destOrd="0" parTransId="{8C064674-61B8-4279-B7FC-D485578B29B2}" sibTransId="{F97EEFB7-9029-4880-BCE4-B4D6D3006055}"/>
    <dgm:cxn modelId="{B9D892E6-58C3-4973-A9DF-2929E63D2DCD}" type="presOf" srcId="{7CE41F52-3986-43F7-BE1D-A3969EAD2413}" destId="{A05CB7E5-8608-4459-A5AA-905077147903}" srcOrd="0" destOrd="0" presId="urn:microsoft.com/office/officeart/2005/8/layout/hList6"/>
    <dgm:cxn modelId="{F9F2FBE6-A840-4F53-94D7-9A9D65B8F860}" srcId="{1B846297-7CB9-4844-92AD-754B102870C7}" destId="{B890AF10-58D7-4494-BDC9-2F904612084B}" srcOrd="3" destOrd="0" parTransId="{9C034359-F9B8-402F-9F02-8DCA44C66A80}" sibTransId="{E0C0CDA2-2F9D-41FD-8C01-C8C48677ADD7}"/>
    <dgm:cxn modelId="{85FCE5E7-4E5D-418F-8549-95687D58B632}" type="presOf" srcId="{63BBD8C0-455D-4353-AEE7-0EB5CE763FC1}" destId="{A05CB7E5-8608-4459-A5AA-905077147903}" srcOrd="0" destOrd="6" presId="urn:microsoft.com/office/officeart/2005/8/layout/hList6"/>
    <dgm:cxn modelId="{1EF612EC-A071-4B8F-9F76-81FCB73F00D3}" srcId="{B890AF10-58D7-4494-BDC9-2F904612084B}" destId="{C0445514-2774-4DC3-A4BB-59CC8BF33204}" srcOrd="4" destOrd="0" parTransId="{07404A1C-CEA8-400A-BBD3-0D2EB7FD3EE5}" sibTransId="{10E91CEE-8258-40F2-9754-B709F77BB368}"/>
    <dgm:cxn modelId="{8F0818EE-7478-4F38-B7A6-AD4663CB8F77}" srcId="{26CCEE3A-FFA0-478F-8BA5-4BD5061C3336}" destId="{E0550F62-2C54-4703-ACE2-5D4D831F458C}" srcOrd="4" destOrd="0" parTransId="{6CE549C3-6875-40F1-8D79-A38FCDF49D0E}" sibTransId="{45446316-45B5-443C-915C-12AB9DF34692}"/>
    <dgm:cxn modelId="{C9AA2DEF-507C-4405-98CE-7F7C7E57B6B0}" srcId="{7CE41F52-3986-43F7-BE1D-A3969EAD2413}" destId="{8A09B32F-7BFD-432F-8DC5-9A3D5767E63F}" srcOrd="1" destOrd="0" parTransId="{5E74A4DF-0FC0-4EC7-8597-D2263F3354DB}" sibTransId="{20192AEF-6D98-4AC7-A419-2280C32F8CDD}"/>
    <dgm:cxn modelId="{94B7E3F1-5778-4E20-ADFD-6C45D378DE36}" srcId="{26CCEE3A-FFA0-478F-8BA5-4BD5061C3336}" destId="{EF27AA5F-F214-4B76-9C33-1022C7E8D81B}" srcOrd="2" destOrd="0" parTransId="{53498557-61C2-489D-98DF-ABCCDD01EAAC}" sibTransId="{5B56FE9C-1791-4CB1-9549-2079D40CBCDC}"/>
    <dgm:cxn modelId="{27E667F7-A264-4A70-81BA-C77CDBDA7328}" srcId="{11C480EB-CCAF-478E-927B-DDD3EC89E6A1}" destId="{DC4978B9-1CED-411C-AEB3-2DA213147801}" srcOrd="2" destOrd="0" parTransId="{70BE20D9-A60A-4949-B4AF-CDABC5B9B531}" sibTransId="{CEDDB29B-B490-41F0-A3B3-02A14B865D85}"/>
    <dgm:cxn modelId="{7D2D24F8-06EE-465E-8F5C-7197BA88C31F}" type="presOf" srcId="{C0445514-2774-4DC3-A4BB-59CC8BF33204}" destId="{58778310-E389-4027-A122-C31C96470854}" srcOrd="0" destOrd="5" presId="urn:microsoft.com/office/officeart/2005/8/layout/hList6"/>
    <dgm:cxn modelId="{842EB2F8-09FF-4282-BAC6-0848F5C031D6}" type="presOf" srcId="{DC4978B9-1CED-411C-AEB3-2DA213147801}" destId="{68761C3B-5D88-4639-A92B-47E25AFBE69D}" srcOrd="0" destOrd="3" presId="urn:microsoft.com/office/officeart/2005/8/layout/hList6"/>
    <dgm:cxn modelId="{3CA5BAF8-E03C-4DCB-AEFF-7C503D388B09}" srcId="{7CE41F52-3986-43F7-BE1D-A3969EAD2413}" destId="{FD8C2528-A657-41DF-A60C-99F4A84D1E19}" srcOrd="2" destOrd="0" parTransId="{6571E3FD-6618-49DE-825C-D365D4BAFE20}" sibTransId="{9B2FE177-AFCE-412B-A40B-A55A72DF011B}"/>
    <dgm:cxn modelId="{38BE25FD-BC56-41C5-A08A-5D9A122AB24D}" type="presOf" srcId="{5D8022F3-37EE-40AB-838C-FD387CBFBB22}" destId="{A05CB7E5-8608-4459-A5AA-905077147903}" srcOrd="0" destOrd="1" presId="urn:microsoft.com/office/officeart/2005/8/layout/hList6"/>
    <dgm:cxn modelId="{CD4085FD-E74B-4F02-8BD1-B2356E7C9E5D}" srcId="{B890AF10-58D7-4494-BDC9-2F904612084B}" destId="{FF17A813-B896-45B9-9E6D-5E53896515A0}" srcOrd="5" destOrd="0" parTransId="{991C8767-0AF1-450D-B42F-98F9B3F50A71}" sibTransId="{A53EB7A3-9D3D-4BCB-9835-188F6549D332}"/>
    <dgm:cxn modelId="{09163F15-559A-44F8-BF1D-BA5ADD887922}" type="presParOf" srcId="{F661C2B8-1544-496C-9C62-2AB77131885B}" destId="{4B9B51AB-13EB-40AE-908F-E77B0A3B15C1}" srcOrd="0" destOrd="0" presId="urn:microsoft.com/office/officeart/2005/8/layout/hList6"/>
    <dgm:cxn modelId="{556C6DFF-9E9A-4090-93AF-B30A1D6951CE}" type="presParOf" srcId="{F661C2B8-1544-496C-9C62-2AB77131885B}" destId="{21A06EEF-0594-473B-B33D-099ACF55E205}" srcOrd="1" destOrd="0" presId="urn:microsoft.com/office/officeart/2005/8/layout/hList6"/>
    <dgm:cxn modelId="{CEBDF6D0-C434-4731-B261-396D7C29095A}" type="presParOf" srcId="{F661C2B8-1544-496C-9C62-2AB77131885B}" destId="{A05CB7E5-8608-4459-A5AA-905077147903}" srcOrd="2" destOrd="0" presId="urn:microsoft.com/office/officeart/2005/8/layout/hList6"/>
    <dgm:cxn modelId="{18F71CAF-C851-4169-9D99-852CC73C0A08}" type="presParOf" srcId="{F661C2B8-1544-496C-9C62-2AB77131885B}" destId="{32037515-9632-41A4-A351-941C698BFEE2}" srcOrd="3" destOrd="0" presId="urn:microsoft.com/office/officeart/2005/8/layout/hList6"/>
    <dgm:cxn modelId="{E080D344-8091-4640-95A7-2B340F5CB0E1}" type="presParOf" srcId="{F661C2B8-1544-496C-9C62-2AB77131885B}" destId="{68761C3B-5D88-4639-A92B-47E25AFBE69D}" srcOrd="4" destOrd="0" presId="urn:microsoft.com/office/officeart/2005/8/layout/hList6"/>
    <dgm:cxn modelId="{A7402AAF-0CB1-43C7-8495-4655991DF805}" type="presParOf" srcId="{F661C2B8-1544-496C-9C62-2AB77131885B}" destId="{672F4C5A-EF8F-45C7-BD4C-6986F8276B54}" srcOrd="5" destOrd="0" presId="urn:microsoft.com/office/officeart/2005/8/layout/hList6"/>
    <dgm:cxn modelId="{7C97EAEB-3337-4F34-ABCA-F41F887E26AD}" type="presParOf" srcId="{F661C2B8-1544-496C-9C62-2AB77131885B}" destId="{58778310-E389-4027-A122-C31C96470854}" srcOrd="6" destOrd="0" presId="urn:microsoft.com/office/officeart/2005/8/layout/hList6"/>
    <dgm:cxn modelId="{EA110F91-816A-4483-B81A-63CBA34B1AA4}" type="presParOf" srcId="{F661C2B8-1544-496C-9C62-2AB77131885B}" destId="{6D8F2FF9-1CEA-41C8-9278-F5AAF8C6B8F4}" srcOrd="7" destOrd="0" presId="urn:microsoft.com/office/officeart/2005/8/layout/hList6"/>
    <dgm:cxn modelId="{08C4822B-C4F4-423B-98B0-D541647FEE27}" type="presParOf" srcId="{F661C2B8-1544-496C-9C62-2AB77131885B}" destId="{2105DC89-0E3C-4CBC-8520-94BD26EB25BD}"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42CECA-9C30-445F-9FDC-1A9F7C7D34B4}" type="doc">
      <dgm:prSet loTypeId="urn:diagrams.loki3.com/BracketList" loCatId="list" qsTypeId="urn:microsoft.com/office/officeart/2005/8/quickstyle/simple1" qsCatId="simple" csTypeId="urn:microsoft.com/office/officeart/2005/8/colors/accent1_2" csCatId="accent1" phldr="1"/>
      <dgm:spPr/>
      <dgm:t>
        <a:bodyPr/>
        <a:lstStyle/>
        <a:p>
          <a:endParaRPr lang="en-GB"/>
        </a:p>
      </dgm:t>
    </dgm:pt>
    <dgm:pt modelId="{DB86848B-2DFA-4A59-A07E-067C9BA9BB8E}">
      <dgm:prSet phldrT="[Text]"/>
      <dgm:spPr/>
      <dgm:t>
        <a:bodyPr/>
        <a:lstStyle/>
        <a:p>
          <a:r>
            <a:rPr lang="en-GB" dirty="0"/>
            <a:t>Indirect Action</a:t>
          </a:r>
        </a:p>
      </dgm:t>
    </dgm:pt>
    <dgm:pt modelId="{26347AD6-2821-4F8B-AF60-70C5BA92C1E4}" type="parTrans" cxnId="{F0A2A73C-0861-4681-B4A3-805972440235}">
      <dgm:prSet/>
      <dgm:spPr/>
      <dgm:t>
        <a:bodyPr/>
        <a:lstStyle/>
        <a:p>
          <a:endParaRPr lang="en-GB"/>
        </a:p>
      </dgm:t>
    </dgm:pt>
    <dgm:pt modelId="{703ACCB5-3227-4C1E-B9C8-A6AFEF68501C}" type="sibTrans" cxnId="{F0A2A73C-0861-4681-B4A3-805972440235}">
      <dgm:prSet/>
      <dgm:spPr/>
      <dgm:t>
        <a:bodyPr/>
        <a:lstStyle/>
        <a:p>
          <a:endParaRPr lang="en-GB"/>
        </a:p>
      </dgm:t>
    </dgm:pt>
    <dgm:pt modelId="{46D18B67-A6E3-42DB-B016-866E01E291A0}">
      <dgm:prSet phldrT="[Text]"/>
      <dgm:spPr/>
      <dgm:t>
        <a:bodyPr/>
        <a:lstStyle/>
        <a:p>
          <a:r>
            <a:rPr lang="en-GB" dirty="0"/>
            <a:t>Research &amp; communication about issues of relevance</a:t>
          </a:r>
        </a:p>
      </dgm:t>
    </dgm:pt>
    <dgm:pt modelId="{C89B22D3-2ED9-4A3C-B7A3-F39D3C0ECE3D}" type="parTrans" cxnId="{DCB722A5-E407-48E1-B36E-94AD57C02D34}">
      <dgm:prSet/>
      <dgm:spPr/>
    </dgm:pt>
    <dgm:pt modelId="{9077D0E6-3E81-4B6F-912B-21118EBE1B30}" type="sibTrans" cxnId="{DCB722A5-E407-48E1-B36E-94AD57C02D34}">
      <dgm:prSet/>
      <dgm:spPr/>
    </dgm:pt>
    <dgm:pt modelId="{E52E5ADD-718F-416D-9A18-E52EF09F803F}">
      <dgm:prSet phldrT="[Text]"/>
      <dgm:spPr/>
      <dgm:t>
        <a:bodyPr/>
        <a:lstStyle/>
        <a:p>
          <a:r>
            <a:rPr lang="en-GB" dirty="0"/>
            <a:t>Violent Direct Action</a:t>
          </a:r>
        </a:p>
      </dgm:t>
    </dgm:pt>
    <dgm:pt modelId="{DBA0091F-0165-4A06-BA18-30AF379769F4}" type="parTrans" cxnId="{F95C676D-446F-48B5-A78B-2E39C08D75D1}">
      <dgm:prSet/>
      <dgm:spPr/>
    </dgm:pt>
    <dgm:pt modelId="{CAEF5CFC-B429-4644-A2A3-EFC5DE56D9F4}" type="sibTrans" cxnId="{F95C676D-446F-48B5-A78B-2E39C08D75D1}">
      <dgm:prSet/>
      <dgm:spPr/>
    </dgm:pt>
    <dgm:pt modelId="{D0E6CDE0-F4C9-4261-8DDE-4BDD9E8D6FAC}">
      <dgm:prSet phldrT="[Text]"/>
      <dgm:spPr/>
      <dgm:t>
        <a:bodyPr/>
        <a:lstStyle/>
        <a:p>
          <a:r>
            <a:rPr lang="en-GB" dirty="0"/>
            <a:t>Usually illegal, high publicity</a:t>
          </a:r>
        </a:p>
      </dgm:t>
    </dgm:pt>
    <dgm:pt modelId="{1C338476-E758-4962-AAB4-E66695822DF3}" type="parTrans" cxnId="{C9CD9734-1DAE-4EED-9522-ACE8A4B1906B}">
      <dgm:prSet/>
      <dgm:spPr/>
    </dgm:pt>
    <dgm:pt modelId="{8AC30EAA-8D3A-4B1D-AC8E-292ED461758D}" type="sibTrans" cxnId="{C9CD9734-1DAE-4EED-9522-ACE8A4B1906B}">
      <dgm:prSet/>
      <dgm:spPr/>
    </dgm:pt>
    <dgm:pt modelId="{42EAF44F-B963-47A9-B795-8BD7B78FFDD1}">
      <dgm:prSet phldrT="[Text]"/>
      <dgm:spPr/>
      <dgm:t>
        <a:bodyPr/>
        <a:lstStyle/>
        <a:p>
          <a:r>
            <a:rPr lang="en-GB" dirty="0"/>
            <a:t>Can be physical or virtual (e.g. DDoS attacks)</a:t>
          </a:r>
        </a:p>
      </dgm:t>
    </dgm:pt>
    <dgm:pt modelId="{FC45A82D-59DD-40DD-984F-422B2AFFEE53}" type="parTrans" cxnId="{E7978DF3-47D5-46C4-A66E-EE5E9C147E56}">
      <dgm:prSet/>
      <dgm:spPr/>
    </dgm:pt>
    <dgm:pt modelId="{6B9A13BD-854A-44AA-8DD2-C2B0D64493B4}" type="sibTrans" cxnId="{E7978DF3-47D5-46C4-A66E-EE5E9C147E56}">
      <dgm:prSet/>
      <dgm:spPr/>
    </dgm:pt>
    <dgm:pt modelId="{CEB8B358-F478-4E6F-92CC-CB73F0470609}">
      <dgm:prSet phldrT="[Text]"/>
      <dgm:spPr/>
      <dgm:t>
        <a:bodyPr/>
        <a:lstStyle/>
        <a:p>
          <a:r>
            <a:rPr lang="en-GB" dirty="0"/>
            <a:t>Non-Violent Direct Action</a:t>
          </a:r>
        </a:p>
      </dgm:t>
    </dgm:pt>
    <dgm:pt modelId="{82DC077A-A60E-41F7-BE1B-6D73DF99B8E8}" type="parTrans" cxnId="{74CF8EF8-ECB0-42C4-A21B-99E1962A6E1E}">
      <dgm:prSet/>
      <dgm:spPr/>
    </dgm:pt>
    <dgm:pt modelId="{922E157D-D726-4C5B-8409-2F3961AAFB3A}" type="sibTrans" cxnId="{74CF8EF8-ECB0-42C4-A21B-99E1962A6E1E}">
      <dgm:prSet/>
      <dgm:spPr/>
    </dgm:pt>
    <dgm:pt modelId="{EBB90AF1-0E75-4E5F-B019-A9965D039145}">
      <dgm:prSet phldrT="[Text]"/>
      <dgm:spPr/>
      <dgm:t>
        <a:bodyPr/>
        <a:lstStyle/>
        <a:p>
          <a:r>
            <a:rPr lang="en-GB" dirty="0"/>
            <a:t>Campaigns and activism</a:t>
          </a:r>
        </a:p>
      </dgm:t>
    </dgm:pt>
    <dgm:pt modelId="{F49B8AC1-6BA6-4A40-86A4-113E1946DDE5}" type="parTrans" cxnId="{4D3212F3-48B6-4CB6-9CC1-FC3E63FA35AC}">
      <dgm:prSet/>
      <dgm:spPr/>
    </dgm:pt>
    <dgm:pt modelId="{7F7253D9-86F6-4FE0-A3B8-0A631AF35EB6}" type="sibTrans" cxnId="{4D3212F3-48B6-4CB6-9CC1-FC3E63FA35AC}">
      <dgm:prSet/>
      <dgm:spPr/>
    </dgm:pt>
    <dgm:pt modelId="{8DE82C50-F6CA-4B0F-9216-3FA121B07E62}">
      <dgm:prSet phldrT="[Text]"/>
      <dgm:spPr/>
      <dgm:t>
        <a:bodyPr/>
        <a:lstStyle/>
        <a:p>
          <a:r>
            <a:rPr lang="en-GB" dirty="0"/>
            <a:t>Boycotts</a:t>
          </a:r>
        </a:p>
      </dgm:t>
    </dgm:pt>
    <dgm:pt modelId="{4FBF37A3-CD6E-41BE-A3B5-F75E12212B3C}" type="parTrans" cxnId="{FCAEF2CB-3ACE-4EE0-92F3-19B75D714844}">
      <dgm:prSet/>
      <dgm:spPr/>
    </dgm:pt>
    <dgm:pt modelId="{B0D4CE1B-850D-4CEE-B8F8-054E3D5FC2C9}" type="sibTrans" cxnId="{FCAEF2CB-3ACE-4EE0-92F3-19B75D714844}">
      <dgm:prSet/>
      <dgm:spPr/>
    </dgm:pt>
    <dgm:pt modelId="{73C775B6-87C1-4A03-BF66-A55B6BF4DF56}">
      <dgm:prSet phldrT="[Text]"/>
      <dgm:spPr/>
      <dgm:t>
        <a:bodyPr/>
        <a:lstStyle/>
        <a:p>
          <a:r>
            <a:rPr lang="en-GB" dirty="0"/>
            <a:t>Coordinated effort to avoid certain purchases in the marketplace</a:t>
          </a:r>
        </a:p>
      </dgm:t>
    </dgm:pt>
    <dgm:pt modelId="{1D08F22B-8C25-454D-8A20-8713C834CA8B}" type="parTrans" cxnId="{0E240A01-2350-474F-A12F-1DC288CB2E18}">
      <dgm:prSet/>
      <dgm:spPr/>
    </dgm:pt>
    <dgm:pt modelId="{D5F10FBA-B322-4A56-AC7B-706710E1158A}" type="sibTrans" cxnId="{0E240A01-2350-474F-A12F-1DC288CB2E18}">
      <dgm:prSet/>
      <dgm:spPr/>
    </dgm:pt>
    <dgm:pt modelId="{8618D5B6-1A2C-451F-80CF-EA1C25FA594F}" type="pres">
      <dgm:prSet presAssocID="{EB42CECA-9C30-445F-9FDC-1A9F7C7D34B4}" presName="Name0" presStyleCnt="0">
        <dgm:presLayoutVars>
          <dgm:dir/>
          <dgm:animLvl val="lvl"/>
          <dgm:resizeHandles val="exact"/>
        </dgm:presLayoutVars>
      </dgm:prSet>
      <dgm:spPr/>
    </dgm:pt>
    <dgm:pt modelId="{A0164E5B-460D-49B2-9E5B-A087723CB0F8}" type="pres">
      <dgm:prSet presAssocID="{DB86848B-2DFA-4A59-A07E-067C9BA9BB8E}" presName="linNode" presStyleCnt="0"/>
      <dgm:spPr/>
    </dgm:pt>
    <dgm:pt modelId="{0784D6DF-CA73-4F97-84D7-D37B2439E185}" type="pres">
      <dgm:prSet presAssocID="{DB86848B-2DFA-4A59-A07E-067C9BA9BB8E}" presName="parTx" presStyleLbl="revTx" presStyleIdx="0" presStyleCnt="4">
        <dgm:presLayoutVars>
          <dgm:chMax val="1"/>
          <dgm:bulletEnabled val="1"/>
        </dgm:presLayoutVars>
      </dgm:prSet>
      <dgm:spPr/>
    </dgm:pt>
    <dgm:pt modelId="{576D1C36-871B-4CCD-B4DD-96CE21D67948}" type="pres">
      <dgm:prSet presAssocID="{DB86848B-2DFA-4A59-A07E-067C9BA9BB8E}" presName="bracket" presStyleLbl="parChTrans1D1" presStyleIdx="0" presStyleCnt="4"/>
      <dgm:spPr/>
    </dgm:pt>
    <dgm:pt modelId="{21CF5795-3EBC-489D-8F4F-18B140BE87B2}" type="pres">
      <dgm:prSet presAssocID="{DB86848B-2DFA-4A59-A07E-067C9BA9BB8E}" presName="spH" presStyleCnt="0"/>
      <dgm:spPr/>
    </dgm:pt>
    <dgm:pt modelId="{DAAC2798-649C-4880-BABB-20A99FD490E1}" type="pres">
      <dgm:prSet presAssocID="{DB86848B-2DFA-4A59-A07E-067C9BA9BB8E}" presName="desTx" presStyleLbl="node1" presStyleIdx="0" presStyleCnt="4">
        <dgm:presLayoutVars>
          <dgm:bulletEnabled val="1"/>
        </dgm:presLayoutVars>
      </dgm:prSet>
      <dgm:spPr/>
    </dgm:pt>
    <dgm:pt modelId="{B19EF84A-2293-4A44-9C23-461ED3AF25BB}" type="pres">
      <dgm:prSet presAssocID="{703ACCB5-3227-4C1E-B9C8-A6AFEF68501C}" presName="spV" presStyleCnt="0"/>
      <dgm:spPr/>
    </dgm:pt>
    <dgm:pt modelId="{DDCA37AA-9737-4F41-B5BE-834ACD100D97}" type="pres">
      <dgm:prSet presAssocID="{E52E5ADD-718F-416D-9A18-E52EF09F803F}" presName="linNode" presStyleCnt="0"/>
      <dgm:spPr/>
    </dgm:pt>
    <dgm:pt modelId="{5D84084E-B1A7-456E-9551-8F3DEB8A7691}" type="pres">
      <dgm:prSet presAssocID="{E52E5ADD-718F-416D-9A18-E52EF09F803F}" presName="parTx" presStyleLbl="revTx" presStyleIdx="1" presStyleCnt="4">
        <dgm:presLayoutVars>
          <dgm:chMax val="1"/>
          <dgm:bulletEnabled val="1"/>
        </dgm:presLayoutVars>
      </dgm:prSet>
      <dgm:spPr/>
    </dgm:pt>
    <dgm:pt modelId="{2B54F5C3-940E-41C0-BD38-D5BABFE8B8C0}" type="pres">
      <dgm:prSet presAssocID="{E52E5ADD-718F-416D-9A18-E52EF09F803F}" presName="bracket" presStyleLbl="parChTrans1D1" presStyleIdx="1" presStyleCnt="4"/>
      <dgm:spPr/>
    </dgm:pt>
    <dgm:pt modelId="{3D216344-88C2-4936-8AE5-5B6544541038}" type="pres">
      <dgm:prSet presAssocID="{E52E5ADD-718F-416D-9A18-E52EF09F803F}" presName="spH" presStyleCnt="0"/>
      <dgm:spPr/>
    </dgm:pt>
    <dgm:pt modelId="{6C1BD00E-BF52-4CBC-80DA-10B94B763658}" type="pres">
      <dgm:prSet presAssocID="{E52E5ADD-718F-416D-9A18-E52EF09F803F}" presName="desTx" presStyleLbl="node1" presStyleIdx="1" presStyleCnt="4">
        <dgm:presLayoutVars>
          <dgm:bulletEnabled val="1"/>
        </dgm:presLayoutVars>
      </dgm:prSet>
      <dgm:spPr/>
    </dgm:pt>
    <dgm:pt modelId="{3B1ECA96-0A47-4671-B43F-86B64A10552E}" type="pres">
      <dgm:prSet presAssocID="{CAEF5CFC-B429-4644-A2A3-EFC5DE56D9F4}" presName="spV" presStyleCnt="0"/>
      <dgm:spPr/>
    </dgm:pt>
    <dgm:pt modelId="{DCC8F033-AA0D-4AEC-BB39-098D1244CD9D}" type="pres">
      <dgm:prSet presAssocID="{CEB8B358-F478-4E6F-92CC-CB73F0470609}" presName="linNode" presStyleCnt="0"/>
      <dgm:spPr/>
    </dgm:pt>
    <dgm:pt modelId="{3D536099-262B-4AC5-A158-A73865C7CB40}" type="pres">
      <dgm:prSet presAssocID="{CEB8B358-F478-4E6F-92CC-CB73F0470609}" presName="parTx" presStyleLbl="revTx" presStyleIdx="2" presStyleCnt="4">
        <dgm:presLayoutVars>
          <dgm:chMax val="1"/>
          <dgm:bulletEnabled val="1"/>
        </dgm:presLayoutVars>
      </dgm:prSet>
      <dgm:spPr/>
    </dgm:pt>
    <dgm:pt modelId="{E84D7729-0661-44BD-899A-6A7347F76414}" type="pres">
      <dgm:prSet presAssocID="{CEB8B358-F478-4E6F-92CC-CB73F0470609}" presName="bracket" presStyleLbl="parChTrans1D1" presStyleIdx="2" presStyleCnt="4"/>
      <dgm:spPr/>
    </dgm:pt>
    <dgm:pt modelId="{6DF69800-07AA-4FC7-9B48-8B60D5A3617E}" type="pres">
      <dgm:prSet presAssocID="{CEB8B358-F478-4E6F-92CC-CB73F0470609}" presName="spH" presStyleCnt="0"/>
      <dgm:spPr/>
    </dgm:pt>
    <dgm:pt modelId="{2C75023A-76D7-4F88-A9A7-BAAEC165A91F}" type="pres">
      <dgm:prSet presAssocID="{CEB8B358-F478-4E6F-92CC-CB73F0470609}" presName="desTx" presStyleLbl="node1" presStyleIdx="2" presStyleCnt="4">
        <dgm:presLayoutVars>
          <dgm:bulletEnabled val="1"/>
        </dgm:presLayoutVars>
      </dgm:prSet>
      <dgm:spPr/>
    </dgm:pt>
    <dgm:pt modelId="{A25A7F5F-A80E-4898-8E22-21CD1F754F60}" type="pres">
      <dgm:prSet presAssocID="{922E157D-D726-4C5B-8409-2F3961AAFB3A}" presName="spV" presStyleCnt="0"/>
      <dgm:spPr/>
    </dgm:pt>
    <dgm:pt modelId="{A477EDD3-8DBD-418F-AF50-A160D9E987F1}" type="pres">
      <dgm:prSet presAssocID="{8DE82C50-F6CA-4B0F-9216-3FA121B07E62}" presName="linNode" presStyleCnt="0"/>
      <dgm:spPr/>
    </dgm:pt>
    <dgm:pt modelId="{7ACD43B4-CB73-4D9D-A692-22EDEE80A40A}" type="pres">
      <dgm:prSet presAssocID="{8DE82C50-F6CA-4B0F-9216-3FA121B07E62}" presName="parTx" presStyleLbl="revTx" presStyleIdx="3" presStyleCnt="4">
        <dgm:presLayoutVars>
          <dgm:chMax val="1"/>
          <dgm:bulletEnabled val="1"/>
        </dgm:presLayoutVars>
      </dgm:prSet>
      <dgm:spPr/>
    </dgm:pt>
    <dgm:pt modelId="{AC99528E-EE60-4E29-AC95-F71BD581197C}" type="pres">
      <dgm:prSet presAssocID="{8DE82C50-F6CA-4B0F-9216-3FA121B07E62}" presName="bracket" presStyleLbl="parChTrans1D1" presStyleIdx="3" presStyleCnt="4"/>
      <dgm:spPr/>
    </dgm:pt>
    <dgm:pt modelId="{3452BD19-A4E0-4C2B-A724-10EF171BBA84}" type="pres">
      <dgm:prSet presAssocID="{8DE82C50-F6CA-4B0F-9216-3FA121B07E62}" presName="spH" presStyleCnt="0"/>
      <dgm:spPr/>
    </dgm:pt>
    <dgm:pt modelId="{47D9BD32-18E9-46CB-8312-4EE056E2A320}" type="pres">
      <dgm:prSet presAssocID="{8DE82C50-F6CA-4B0F-9216-3FA121B07E62}" presName="desTx" presStyleLbl="node1" presStyleIdx="3" presStyleCnt="4">
        <dgm:presLayoutVars>
          <dgm:bulletEnabled val="1"/>
        </dgm:presLayoutVars>
      </dgm:prSet>
      <dgm:spPr/>
    </dgm:pt>
  </dgm:ptLst>
  <dgm:cxnLst>
    <dgm:cxn modelId="{0E240A01-2350-474F-A12F-1DC288CB2E18}" srcId="{8DE82C50-F6CA-4B0F-9216-3FA121B07E62}" destId="{73C775B6-87C1-4A03-BF66-A55B6BF4DF56}" srcOrd="0" destOrd="0" parTransId="{1D08F22B-8C25-454D-8A20-8713C834CA8B}" sibTransId="{D5F10FBA-B322-4A56-AC7B-706710E1158A}"/>
    <dgm:cxn modelId="{D85C0F0B-EBFB-4ED2-8394-1A09C5D08745}" type="presOf" srcId="{D0E6CDE0-F4C9-4261-8DDE-4BDD9E8D6FAC}" destId="{6C1BD00E-BF52-4CBC-80DA-10B94B763658}" srcOrd="0" destOrd="0" presId="urn:diagrams.loki3.com/BracketList"/>
    <dgm:cxn modelId="{5939361A-5846-4E09-9F3C-1AE88518DE05}" type="presOf" srcId="{E52E5ADD-718F-416D-9A18-E52EF09F803F}" destId="{5D84084E-B1A7-456E-9551-8F3DEB8A7691}" srcOrd="0" destOrd="0" presId="urn:diagrams.loki3.com/BracketList"/>
    <dgm:cxn modelId="{EA9FBA25-0C5F-4817-9FDD-D0CA15ECF800}" type="presOf" srcId="{42EAF44F-B963-47A9-B795-8BD7B78FFDD1}" destId="{6C1BD00E-BF52-4CBC-80DA-10B94B763658}" srcOrd="0" destOrd="1" presId="urn:diagrams.loki3.com/BracketList"/>
    <dgm:cxn modelId="{C9CD9734-1DAE-4EED-9522-ACE8A4B1906B}" srcId="{E52E5ADD-718F-416D-9A18-E52EF09F803F}" destId="{D0E6CDE0-F4C9-4261-8DDE-4BDD9E8D6FAC}" srcOrd="0" destOrd="0" parTransId="{1C338476-E758-4962-AAB4-E66695822DF3}" sibTransId="{8AC30EAA-8D3A-4B1D-AC8E-292ED461758D}"/>
    <dgm:cxn modelId="{F0A2A73C-0861-4681-B4A3-805972440235}" srcId="{EB42CECA-9C30-445F-9FDC-1A9F7C7D34B4}" destId="{DB86848B-2DFA-4A59-A07E-067C9BA9BB8E}" srcOrd="0" destOrd="0" parTransId="{26347AD6-2821-4F8B-AF60-70C5BA92C1E4}" sibTransId="{703ACCB5-3227-4C1E-B9C8-A6AFEF68501C}"/>
    <dgm:cxn modelId="{AE2BA748-75DF-4DCE-A1BC-114EEA5BDD3D}" type="presOf" srcId="{CEB8B358-F478-4E6F-92CC-CB73F0470609}" destId="{3D536099-262B-4AC5-A158-A73865C7CB40}" srcOrd="0" destOrd="0" presId="urn:diagrams.loki3.com/BracketList"/>
    <dgm:cxn modelId="{F95C676D-446F-48B5-A78B-2E39C08D75D1}" srcId="{EB42CECA-9C30-445F-9FDC-1A9F7C7D34B4}" destId="{E52E5ADD-718F-416D-9A18-E52EF09F803F}" srcOrd="1" destOrd="0" parTransId="{DBA0091F-0165-4A06-BA18-30AF379769F4}" sibTransId="{CAEF5CFC-B429-4644-A2A3-EFC5DE56D9F4}"/>
    <dgm:cxn modelId="{46D8C372-67F9-4BA8-8AB5-B065803FBCAB}" type="presOf" srcId="{EBB90AF1-0E75-4E5F-B019-A9965D039145}" destId="{2C75023A-76D7-4F88-A9A7-BAAEC165A91F}" srcOrd="0" destOrd="0" presId="urn:diagrams.loki3.com/BracketList"/>
    <dgm:cxn modelId="{80AF8C74-7218-47D1-992F-6C0FA0042B44}" type="presOf" srcId="{DB86848B-2DFA-4A59-A07E-067C9BA9BB8E}" destId="{0784D6DF-CA73-4F97-84D7-D37B2439E185}" srcOrd="0" destOrd="0" presId="urn:diagrams.loki3.com/BracketList"/>
    <dgm:cxn modelId="{2A8FF57E-9418-4CE7-B415-C3D768FB034E}" type="presOf" srcId="{46D18B67-A6E3-42DB-B016-866E01E291A0}" destId="{DAAC2798-649C-4880-BABB-20A99FD490E1}" srcOrd="0" destOrd="0" presId="urn:diagrams.loki3.com/BracketList"/>
    <dgm:cxn modelId="{DCB722A5-E407-48E1-B36E-94AD57C02D34}" srcId="{DB86848B-2DFA-4A59-A07E-067C9BA9BB8E}" destId="{46D18B67-A6E3-42DB-B016-866E01E291A0}" srcOrd="0" destOrd="0" parTransId="{C89B22D3-2ED9-4A3C-B7A3-F39D3C0ECE3D}" sibTransId="{9077D0E6-3E81-4B6F-912B-21118EBE1B30}"/>
    <dgm:cxn modelId="{EF5877AA-D02A-4874-8165-90BD1D421F97}" type="presOf" srcId="{73C775B6-87C1-4A03-BF66-A55B6BF4DF56}" destId="{47D9BD32-18E9-46CB-8312-4EE056E2A320}" srcOrd="0" destOrd="0" presId="urn:diagrams.loki3.com/BracketList"/>
    <dgm:cxn modelId="{19A4C3B8-4C53-4408-9F06-AA5946266979}" type="presOf" srcId="{EB42CECA-9C30-445F-9FDC-1A9F7C7D34B4}" destId="{8618D5B6-1A2C-451F-80CF-EA1C25FA594F}" srcOrd="0" destOrd="0" presId="urn:diagrams.loki3.com/BracketList"/>
    <dgm:cxn modelId="{FCAEF2CB-3ACE-4EE0-92F3-19B75D714844}" srcId="{EB42CECA-9C30-445F-9FDC-1A9F7C7D34B4}" destId="{8DE82C50-F6CA-4B0F-9216-3FA121B07E62}" srcOrd="3" destOrd="0" parTransId="{4FBF37A3-CD6E-41BE-A3B5-F75E12212B3C}" sibTransId="{B0D4CE1B-850D-4CEE-B8F8-054E3D5FC2C9}"/>
    <dgm:cxn modelId="{96A76DD0-BCD3-48AD-85FA-92C6F6711819}" type="presOf" srcId="{8DE82C50-F6CA-4B0F-9216-3FA121B07E62}" destId="{7ACD43B4-CB73-4D9D-A692-22EDEE80A40A}" srcOrd="0" destOrd="0" presId="urn:diagrams.loki3.com/BracketList"/>
    <dgm:cxn modelId="{4D3212F3-48B6-4CB6-9CC1-FC3E63FA35AC}" srcId="{CEB8B358-F478-4E6F-92CC-CB73F0470609}" destId="{EBB90AF1-0E75-4E5F-B019-A9965D039145}" srcOrd="0" destOrd="0" parTransId="{F49B8AC1-6BA6-4A40-86A4-113E1946DDE5}" sibTransId="{7F7253D9-86F6-4FE0-A3B8-0A631AF35EB6}"/>
    <dgm:cxn modelId="{E7978DF3-47D5-46C4-A66E-EE5E9C147E56}" srcId="{E52E5ADD-718F-416D-9A18-E52EF09F803F}" destId="{42EAF44F-B963-47A9-B795-8BD7B78FFDD1}" srcOrd="1" destOrd="0" parTransId="{FC45A82D-59DD-40DD-984F-422B2AFFEE53}" sibTransId="{6B9A13BD-854A-44AA-8DD2-C2B0D64493B4}"/>
    <dgm:cxn modelId="{74CF8EF8-ECB0-42C4-A21B-99E1962A6E1E}" srcId="{EB42CECA-9C30-445F-9FDC-1A9F7C7D34B4}" destId="{CEB8B358-F478-4E6F-92CC-CB73F0470609}" srcOrd="2" destOrd="0" parTransId="{82DC077A-A60E-41F7-BE1B-6D73DF99B8E8}" sibTransId="{922E157D-D726-4C5B-8409-2F3961AAFB3A}"/>
    <dgm:cxn modelId="{23C602CE-8EE6-44EC-88D1-4BFA74C9E650}" type="presParOf" srcId="{8618D5B6-1A2C-451F-80CF-EA1C25FA594F}" destId="{A0164E5B-460D-49B2-9E5B-A087723CB0F8}" srcOrd="0" destOrd="0" presId="urn:diagrams.loki3.com/BracketList"/>
    <dgm:cxn modelId="{4F4240B7-1FC5-432E-ABA4-EA6D3F6F7750}" type="presParOf" srcId="{A0164E5B-460D-49B2-9E5B-A087723CB0F8}" destId="{0784D6DF-CA73-4F97-84D7-D37B2439E185}" srcOrd="0" destOrd="0" presId="urn:diagrams.loki3.com/BracketList"/>
    <dgm:cxn modelId="{2B55C5B6-5F57-4993-8CAB-78B069A94059}" type="presParOf" srcId="{A0164E5B-460D-49B2-9E5B-A087723CB0F8}" destId="{576D1C36-871B-4CCD-B4DD-96CE21D67948}" srcOrd="1" destOrd="0" presId="urn:diagrams.loki3.com/BracketList"/>
    <dgm:cxn modelId="{EFC8EEC7-F931-4CDE-A012-54988323AFB8}" type="presParOf" srcId="{A0164E5B-460D-49B2-9E5B-A087723CB0F8}" destId="{21CF5795-3EBC-489D-8F4F-18B140BE87B2}" srcOrd="2" destOrd="0" presId="urn:diagrams.loki3.com/BracketList"/>
    <dgm:cxn modelId="{38A03C0A-4C10-4763-AA43-8396BA418BAC}" type="presParOf" srcId="{A0164E5B-460D-49B2-9E5B-A087723CB0F8}" destId="{DAAC2798-649C-4880-BABB-20A99FD490E1}" srcOrd="3" destOrd="0" presId="urn:diagrams.loki3.com/BracketList"/>
    <dgm:cxn modelId="{F315124E-B2AE-4D8D-99F2-2CBE6316A185}" type="presParOf" srcId="{8618D5B6-1A2C-451F-80CF-EA1C25FA594F}" destId="{B19EF84A-2293-4A44-9C23-461ED3AF25BB}" srcOrd="1" destOrd="0" presId="urn:diagrams.loki3.com/BracketList"/>
    <dgm:cxn modelId="{0CC91D34-7CC2-49B0-B279-8A20FC2833EB}" type="presParOf" srcId="{8618D5B6-1A2C-451F-80CF-EA1C25FA594F}" destId="{DDCA37AA-9737-4F41-B5BE-834ACD100D97}" srcOrd="2" destOrd="0" presId="urn:diagrams.loki3.com/BracketList"/>
    <dgm:cxn modelId="{5FE3F3BF-49F7-4D96-995D-587F7F48A2B6}" type="presParOf" srcId="{DDCA37AA-9737-4F41-B5BE-834ACD100D97}" destId="{5D84084E-B1A7-456E-9551-8F3DEB8A7691}" srcOrd="0" destOrd="0" presId="urn:diagrams.loki3.com/BracketList"/>
    <dgm:cxn modelId="{17898ED3-1FD4-4567-AE45-EABB0B2A6DA0}" type="presParOf" srcId="{DDCA37AA-9737-4F41-B5BE-834ACD100D97}" destId="{2B54F5C3-940E-41C0-BD38-D5BABFE8B8C0}" srcOrd="1" destOrd="0" presId="urn:diagrams.loki3.com/BracketList"/>
    <dgm:cxn modelId="{02138679-24FD-4BC7-A2AB-2AC14C780B7D}" type="presParOf" srcId="{DDCA37AA-9737-4F41-B5BE-834ACD100D97}" destId="{3D216344-88C2-4936-8AE5-5B6544541038}" srcOrd="2" destOrd="0" presId="urn:diagrams.loki3.com/BracketList"/>
    <dgm:cxn modelId="{91CEFC92-BAC3-4E70-A121-4BE5A2A44D2C}" type="presParOf" srcId="{DDCA37AA-9737-4F41-B5BE-834ACD100D97}" destId="{6C1BD00E-BF52-4CBC-80DA-10B94B763658}" srcOrd="3" destOrd="0" presId="urn:diagrams.loki3.com/BracketList"/>
    <dgm:cxn modelId="{16F2A36E-2239-4324-A512-89B075B6BC4B}" type="presParOf" srcId="{8618D5B6-1A2C-451F-80CF-EA1C25FA594F}" destId="{3B1ECA96-0A47-4671-B43F-86B64A10552E}" srcOrd="3" destOrd="0" presId="urn:diagrams.loki3.com/BracketList"/>
    <dgm:cxn modelId="{C0ACEEBB-C724-4F92-9361-A53DCB4AEAFD}" type="presParOf" srcId="{8618D5B6-1A2C-451F-80CF-EA1C25FA594F}" destId="{DCC8F033-AA0D-4AEC-BB39-098D1244CD9D}" srcOrd="4" destOrd="0" presId="urn:diagrams.loki3.com/BracketList"/>
    <dgm:cxn modelId="{B795D50E-A83F-4AB7-8A6D-2BD6A9C76C91}" type="presParOf" srcId="{DCC8F033-AA0D-4AEC-BB39-098D1244CD9D}" destId="{3D536099-262B-4AC5-A158-A73865C7CB40}" srcOrd="0" destOrd="0" presId="urn:diagrams.loki3.com/BracketList"/>
    <dgm:cxn modelId="{E9B6D5DF-08CE-43C7-9E20-E15ECEEFB356}" type="presParOf" srcId="{DCC8F033-AA0D-4AEC-BB39-098D1244CD9D}" destId="{E84D7729-0661-44BD-899A-6A7347F76414}" srcOrd="1" destOrd="0" presId="urn:diagrams.loki3.com/BracketList"/>
    <dgm:cxn modelId="{9EFC4232-24AC-470C-A2DA-CC1AE71BAD6C}" type="presParOf" srcId="{DCC8F033-AA0D-4AEC-BB39-098D1244CD9D}" destId="{6DF69800-07AA-4FC7-9B48-8B60D5A3617E}" srcOrd="2" destOrd="0" presId="urn:diagrams.loki3.com/BracketList"/>
    <dgm:cxn modelId="{97F917A8-DCC7-4887-BA25-6FD721E9F6E9}" type="presParOf" srcId="{DCC8F033-AA0D-4AEC-BB39-098D1244CD9D}" destId="{2C75023A-76D7-4F88-A9A7-BAAEC165A91F}" srcOrd="3" destOrd="0" presId="urn:diagrams.loki3.com/BracketList"/>
    <dgm:cxn modelId="{6B23BD3C-8BE4-491C-B163-FD693540E396}" type="presParOf" srcId="{8618D5B6-1A2C-451F-80CF-EA1C25FA594F}" destId="{A25A7F5F-A80E-4898-8E22-21CD1F754F60}" srcOrd="5" destOrd="0" presId="urn:diagrams.loki3.com/BracketList"/>
    <dgm:cxn modelId="{B5670339-98E8-48D6-AB76-9C28099598DA}" type="presParOf" srcId="{8618D5B6-1A2C-451F-80CF-EA1C25FA594F}" destId="{A477EDD3-8DBD-418F-AF50-A160D9E987F1}" srcOrd="6" destOrd="0" presId="urn:diagrams.loki3.com/BracketList"/>
    <dgm:cxn modelId="{0B07AD96-C172-4EA7-9630-85FEC6732082}" type="presParOf" srcId="{A477EDD3-8DBD-418F-AF50-A160D9E987F1}" destId="{7ACD43B4-CB73-4D9D-A692-22EDEE80A40A}" srcOrd="0" destOrd="0" presId="urn:diagrams.loki3.com/BracketList"/>
    <dgm:cxn modelId="{C785A847-5B36-47F0-8D97-0176AB37192C}" type="presParOf" srcId="{A477EDD3-8DBD-418F-AF50-A160D9E987F1}" destId="{AC99528E-EE60-4E29-AC95-F71BD581197C}" srcOrd="1" destOrd="0" presId="urn:diagrams.loki3.com/BracketList"/>
    <dgm:cxn modelId="{A631BCBD-041A-46CD-A156-1735072229AC}" type="presParOf" srcId="{A477EDD3-8DBD-418F-AF50-A160D9E987F1}" destId="{3452BD19-A4E0-4C2B-A724-10EF171BBA84}" srcOrd="2" destOrd="0" presId="urn:diagrams.loki3.com/BracketList"/>
    <dgm:cxn modelId="{E1C62206-9DF0-4940-B50B-8394640D712D}" type="presParOf" srcId="{A477EDD3-8DBD-418F-AF50-A160D9E987F1}" destId="{47D9BD32-18E9-46CB-8312-4EE056E2A320}"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A2A6FA-7EC6-41A4-9AED-2A347D9D41A6}"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GB"/>
        </a:p>
      </dgm:t>
    </dgm:pt>
    <dgm:pt modelId="{32ED076F-6D39-4174-8B62-CD3056FE860E}">
      <dgm:prSet phldrT="[Text]"/>
      <dgm:spPr/>
      <dgm:t>
        <a:bodyPr/>
        <a:lstStyle/>
        <a:p>
          <a:r>
            <a:rPr lang="en-GB" altLang="en-US"/>
            <a:t>Beneficiaries</a:t>
          </a:r>
          <a:endParaRPr lang="en-GB" dirty="0"/>
        </a:p>
      </dgm:t>
    </dgm:pt>
    <dgm:pt modelId="{C681E76A-01F7-486C-8908-C131E8B0821F}" type="parTrans" cxnId="{680FEA3D-520E-4005-AA6C-92979CC393E0}">
      <dgm:prSet/>
      <dgm:spPr/>
      <dgm:t>
        <a:bodyPr/>
        <a:lstStyle/>
        <a:p>
          <a:endParaRPr lang="en-GB"/>
        </a:p>
      </dgm:t>
    </dgm:pt>
    <dgm:pt modelId="{66E5334B-19EF-41BA-9642-1EAF3354A709}" type="sibTrans" cxnId="{680FEA3D-520E-4005-AA6C-92979CC393E0}">
      <dgm:prSet/>
      <dgm:spPr/>
      <dgm:t>
        <a:bodyPr/>
        <a:lstStyle/>
        <a:p>
          <a:endParaRPr lang="en-GB"/>
        </a:p>
      </dgm:t>
    </dgm:pt>
    <dgm:pt modelId="{9B76C52C-CC90-455F-A53D-FB5FADFEF45D}">
      <dgm:prSet/>
      <dgm:spPr/>
      <dgm:t>
        <a:bodyPr/>
        <a:lstStyle/>
        <a:p>
          <a:r>
            <a:rPr lang="en-GB" altLang="en-US"/>
            <a:t>Donors</a:t>
          </a:r>
          <a:endParaRPr lang="en-GB" altLang="en-US" dirty="0"/>
        </a:p>
      </dgm:t>
    </dgm:pt>
    <dgm:pt modelId="{0572729E-C7C0-4DEC-A267-4D29AA1C9ADF}" type="parTrans" cxnId="{0256DC42-CFFE-47F3-B07A-F9E65747C3B7}">
      <dgm:prSet/>
      <dgm:spPr/>
      <dgm:t>
        <a:bodyPr/>
        <a:lstStyle/>
        <a:p>
          <a:endParaRPr lang="en-GB"/>
        </a:p>
      </dgm:t>
    </dgm:pt>
    <dgm:pt modelId="{970E9F74-F4EE-4A90-A3AB-5C93ECCD7F05}" type="sibTrans" cxnId="{0256DC42-CFFE-47F3-B07A-F9E65747C3B7}">
      <dgm:prSet/>
      <dgm:spPr/>
      <dgm:t>
        <a:bodyPr/>
        <a:lstStyle/>
        <a:p>
          <a:endParaRPr lang="en-GB"/>
        </a:p>
      </dgm:t>
    </dgm:pt>
    <dgm:pt modelId="{18C2C764-A1B4-40D5-8491-409E7E8FC6A8}">
      <dgm:prSet/>
      <dgm:spPr/>
      <dgm:t>
        <a:bodyPr/>
        <a:lstStyle/>
        <a:p>
          <a:r>
            <a:rPr lang="en-GB" altLang="en-US"/>
            <a:t>Members</a:t>
          </a:r>
          <a:endParaRPr lang="en-GB" altLang="en-US" dirty="0"/>
        </a:p>
      </dgm:t>
    </dgm:pt>
    <dgm:pt modelId="{466ACE5A-BF01-4F58-BA17-6345A4D54752}" type="parTrans" cxnId="{222AB203-018D-4C41-9C9E-1431815B8EB6}">
      <dgm:prSet/>
      <dgm:spPr/>
      <dgm:t>
        <a:bodyPr/>
        <a:lstStyle/>
        <a:p>
          <a:endParaRPr lang="en-GB"/>
        </a:p>
      </dgm:t>
    </dgm:pt>
    <dgm:pt modelId="{8294EFDD-D72B-4F5A-A266-A12944AB0F63}" type="sibTrans" cxnId="{222AB203-018D-4C41-9C9E-1431815B8EB6}">
      <dgm:prSet/>
      <dgm:spPr/>
      <dgm:t>
        <a:bodyPr/>
        <a:lstStyle/>
        <a:p>
          <a:endParaRPr lang="en-GB"/>
        </a:p>
      </dgm:t>
    </dgm:pt>
    <dgm:pt modelId="{3F898A30-154F-4428-ADEF-3DCB36D0D457}">
      <dgm:prSet/>
      <dgm:spPr/>
      <dgm:t>
        <a:bodyPr/>
        <a:lstStyle/>
        <a:p>
          <a:r>
            <a:rPr lang="en-GB" altLang="en-US"/>
            <a:t>Employees</a:t>
          </a:r>
          <a:endParaRPr lang="en-GB" altLang="en-US" dirty="0"/>
        </a:p>
      </dgm:t>
    </dgm:pt>
    <dgm:pt modelId="{3F6CF4F0-4F80-4552-BC2C-D6500DF9EAA5}" type="parTrans" cxnId="{12532647-12BF-4C6F-AE7A-912CF8FC5009}">
      <dgm:prSet/>
      <dgm:spPr/>
      <dgm:t>
        <a:bodyPr/>
        <a:lstStyle/>
        <a:p>
          <a:endParaRPr lang="en-GB"/>
        </a:p>
      </dgm:t>
    </dgm:pt>
    <dgm:pt modelId="{4F40D8B7-1A9A-4968-9A63-118F5F3257D6}" type="sibTrans" cxnId="{12532647-12BF-4C6F-AE7A-912CF8FC5009}">
      <dgm:prSet/>
      <dgm:spPr/>
      <dgm:t>
        <a:bodyPr/>
        <a:lstStyle/>
        <a:p>
          <a:endParaRPr lang="en-GB"/>
        </a:p>
      </dgm:t>
    </dgm:pt>
    <dgm:pt modelId="{E26236FF-4FB0-4182-A068-E9C018419077}">
      <dgm:prSet/>
      <dgm:spPr/>
      <dgm:t>
        <a:bodyPr/>
        <a:lstStyle/>
        <a:p>
          <a:r>
            <a:rPr lang="en-GB" altLang="en-US"/>
            <a:t>Governmental organizations</a:t>
          </a:r>
          <a:endParaRPr lang="en-GB" altLang="en-US" dirty="0"/>
        </a:p>
      </dgm:t>
    </dgm:pt>
    <dgm:pt modelId="{16821040-A4A4-4968-BB8E-D3298DDFB15C}" type="parTrans" cxnId="{3A3C6737-5DBB-4963-A731-3E570B420660}">
      <dgm:prSet/>
      <dgm:spPr/>
      <dgm:t>
        <a:bodyPr/>
        <a:lstStyle/>
        <a:p>
          <a:endParaRPr lang="en-GB"/>
        </a:p>
      </dgm:t>
    </dgm:pt>
    <dgm:pt modelId="{904CE4FA-6ADB-4303-84D6-C6DF0A50160F}" type="sibTrans" cxnId="{3A3C6737-5DBB-4963-A731-3E570B420660}">
      <dgm:prSet/>
      <dgm:spPr/>
      <dgm:t>
        <a:bodyPr/>
        <a:lstStyle/>
        <a:p>
          <a:endParaRPr lang="en-GB"/>
        </a:p>
      </dgm:t>
    </dgm:pt>
    <dgm:pt modelId="{125CA184-D194-4A29-A6C8-793022856192}">
      <dgm:prSet/>
      <dgm:spPr/>
      <dgm:t>
        <a:bodyPr/>
        <a:lstStyle/>
        <a:p>
          <a:r>
            <a:rPr lang="en-GB" altLang="en-US"/>
            <a:t>Other CSOs</a:t>
          </a:r>
          <a:endParaRPr lang="en-GB" altLang="en-US" dirty="0"/>
        </a:p>
      </dgm:t>
    </dgm:pt>
    <dgm:pt modelId="{AF8B1973-6F85-444F-9600-E62C16D8F287}" type="parTrans" cxnId="{1C5AA84E-1A86-413A-A671-63B2F07BCC5F}">
      <dgm:prSet/>
      <dgm:spPr/>
      <dgm:t>
        <a:bodyPr/>
        <a:lstStyle/>
        <a:p>
          <a:endParaRPr lang="en-GB"/>
        </a:p>
      </dgm:t>
    </dgm:pt>
    <dgm:pt modelId="{8BD550BB-B0B3-45F8-9112-89189D26895A}" type="sibTrans" cxnId="{1C5AA84E-1A86-413A-A671-63B2F07BCC5F}">
      <dgm:prSet/>
      <dgm:spPr/>
      <dgm:t>
        <a:bodyPr/>
        <a:lstStyle/>
        <a:p>
          <a:endParaRPr lang="en-GB"/>
        </a:p>
      </dgm:t>
    </dgm:pt>
    <dgm:pt modelId="{F1891C2A-305F-4F2D-8235-D3467C70C5BB}">
      <dgm:prSet/>
      <dgm:spPr/>
      <dgm:t>
        <a:bodyPr/>
        <a:lstStyle/>
        <a:p>
          <a:r>
            <a:rPr lang="en-GB" altLang="en-US"/>
            <a:t>General public</a:t>
          </a:r>
          <a:endParaRPr lang="en-GB" dirty="0"/>
        </a:p>
      </dgm:t>
    </dgm:pt>
    <dgm:pt modelId="{8BFA7895-7045-44CD-95ED-84227468486B}" type="parTrans" cxnId="{F33AE4F6-C498-4630-B070-5F454EBDFE99}">
      <dgm:prSet/>
      <dgm:spPr/>
      <dgm:t>
        <a:bodyPr/>
        <a:lstStyle/>
        <a:p>
          <a:endParaRPr lang="en-GB"/>
        </a:p>
      </dgm:t>
    </dgm:pt>
    <dgm:pt modelId="{5CD3F4DF-CA66-4889-8F18-D45708A88AE1}" type="sibTrans" cxnId="{F33AE4F6-C498-4630-B070-5F454EBDFE99}">
      <dgm:prSet/>
      <dgm:spPr/>
      <dgm:t>
        <a:bodyPr/>
        <a:lstStyle/>
        <a:p>
          <a:endParaRPr lang="en-GB"/>
        </a:p>
      </dgm:t>
    </dgm:pt>
    <dgm:pt modelId="{32EA6D0B-96EC-426E-B43E-DF5DB6BADDED}" type="pres">
      <dgm:prSet presAssocID="{A7A2A6FA-7EC6-41A4-9AED-2A347D9D41A6}" presName="diagram" presStyleCnt="0">
        <dgm:presLayoutVars>
          <dgm:dir/>
          <dgm:resizeHandles val="exact"/>
        </dgm:presLayoutVars>
      </dgm:prSet>
      <dgm:spPr/>
    </dgm:pt>
    <dgm:pt modelId="{66E2BC41-7D1B-407D-A44C-9AA62869978C}" type="pres">
      <dgm:prSet presAssocID="{32ED076F-6D39-4174-8B62-CD3056FE860E}" presName="node" presStyleLbl="node1" presStyleIdx="0" presStyleCnt="7">
        <dgm:presLayoutVars>
          <dgm:bulletEnabled val="1"/>
        </dgm:presLayoutVars>
      </dgm:prSet>
      <dgm:spPr/>
    </dgm:pt>
    <dgm:pt modelId="{BD837261-543C-4803-8250-966DD71A9A52}" type="pres">
      <dgm:prSet presAssocID="{66E5334B-19EF-41BA-9642-1EAF3354A709}" presName="sibTrans" presStyleCnt="0"/>
      <dgm:spPr/>
    </dgm:pt>
    <dgm:pt modelId="{B2986B90-D767-4368-B678-AE20949B0B86}" type="pres">
      <dgm:prSet presAssocID="{9B76C52C-CC90-455F-A53D-FB5FADFEF45D}" presName="node" presStyleLbl="node1" presStyleIdx="1" presStyleCnt="7">
        <dgm:presLayoutVars>
          <dgm:bulletEnabled val="1"/>
        </dgm:presLayoutVars>
      </dgm:prSet>
      <dgm:spPr/>
    </dgm:pt>
    <dgm:pt modelId="{A864AEB0-DA48-4136-BFC5-A4E56DDA76C2}" type="pres">
      <dgm:prSet presAssocID="{970E9F74-F4EE-4A90-A3AB-5C93ECCD7F05}" presName="sibTrans" presStyleCnt="0"/>
      <dgm:spPr/>
    </dgm:pt>
    <dgm:pt modelId="{467BC13F-DA41-4018-B162-8FAD051698A6}" type="pres">
      <dgm:prSet presAssocID="{18C2C764-A1B4-40D5-8491-409E7E8FC6A8}" presName="node" presStyleLbl="node1" presStyleIdx="2" presStyleCnt="7">
        <dgm:presLayoutVars>
          <dgm:bulletEnabled val="1"/>
        </dgm:presLayoutVars>
      </dgm:prSet>
      <dgm:spPr/>
    </dgm:pt>
    <dgm:pt modelId="{E8BBE999-1F44-40B2-8597-9E0C2947C6B1}" type="pres">
      <dgm:prSet presAssocID="{8294EFDD-D72B-4F5A-A266-A12944AB0F63}" presName="sibTrans" presStyleCnt="0"/>
      <dgm:spPr/>
    </dgm:pt>
    <dgm:pt modelId="{8CB25AB0-5001-408D-B06E-A90156A7D936}" type="pres">
      <dgm:prSet presAssocID="{3F898A30-154F-4428-ADEF-3DCB36D0D457}" presName="node" presStyleLbl="node1" presStyleIdx="3" presStyleCnt="7">
        <dgm:presLayoutVars>
          <dgm:bulletEnabled val="1"/>
        </dgm:presLayoutVars>
      </dgm:prSet>
      <dgm:spPr/>
    </dgm:pt>
    <dgm:pt modelId="{CFB2B6CC-05AD-4091-B6D6-3CC3117F047C}" type="pres">
      <dgm:prSet presAssocID="{4F40D8B7-1A9A-4968-9A63-118F5F3257D6}" presName="sibTrans" presStyleCnt="0"/>
      <dgm:spPr/>
    </dgm:pt>
    <dgm:pt modelId="{7B3CFA7A-721A-45D9-A5B3-A185C0C20487}" type="pres">
      <dgm:prSet presAssocID="{E26236FF-4FB0-4182-A068-E9C018419077}" presName="node" presStyleLbl="node1" presStyleIdx="4" presStyleCnt="7">
        <dgm:presLayoutVars>
          <dgm:bulletEnabled val="1"/>
        </dgm:presLayoutVars>
      </dgm:prSet>
      <dgm:spPr/>
    </dgm:pt>
    <dgm:pt modelId="{7608CFDD-BD32-4DDF-9362-7B1ABAF2DB76}" type="pres">
      <dgm:prSet presAssocID="{904CE4FA-6ADB-4303-84D6-C6DF0A50160F}" presName="sibTrans" presStyleCnt="0"/>
      <dgm:spPr/>
    </dgm:pt>
    <dgm:pt modelId="{43597F8D-CB21-41B4-B328-68C2DF6A88A1}" type="pres">
      <dgm:prSet presAssocID="{125CA184-D194-4A29-A6C8-793022856192}" presName="node" presStyleLbl="node1" presStyleIdx="5" presStyleCnt="7">
        <dgm:presLayoutVars>
          <dgm:bulletEnabled val="1"/>
        </dgm:presLayoutVars>
      </dgm:prSet>
      <dgm:spPr/>
    </dgm:pt>
    <dgm:pt modelId="{2BB76104-22E3-4E42-B03B-D56D82829617}" type="pres">
      <dgm:prSet presAssocID="{8BD550BB-B0B3-45F8-9112-89189D26895A}" presName="sibTrans" presStyleCnt="0"/>
      <dgm:spPr/>
    </dgm:pt>
    <dgm:pt modelId="{DA226A9A-9473-43A5-824E-969EB3E80DCF}" type="pres">
      <dgm:prSet presAssocID="{F1891C2A-305F-4F2D-8235-D3467C70C5BB}" presName="node" presStyleLbl="node1" presStyleIdx="6" presStyleCnt="7">
        <dgm:presLayoutVars>
          <dgm:bulletEnabled val="1"/>
        </dgm:presLayoutVars>
      </dgm:prSet>
      <dgm:spPr/>
    </dgm:pt>
  </dgm:ptLst>
  <dgm:cxnLst>
    <dgm:cxn modelId="{222AB203-018D-4C41-9C9E-1431815B8EB6}" srcId="{A7A2A6FA-7EC6-41A4-9AED-2A347D9D41A6}" destId="{18C2C764-A1B4-40D5-8491-409E7E8FC6A8}" srcOrd="2" destOrd="0" parTransId="{466ACE5A-BF01-4F58-BA17-6345A4D54752}" sibTransId="{8294EFDD-D72B-4F5A-A266-A12944AB0F63}"/>
    <dgm:cxn modelId="{DBF56422-D802-4256-8C23-23E2AFF2A21B}" type="presOf" srcId="{E26236FF-4FB0-4182-A068-E9C018419077}" destId="{7B3CFA7A-721A-45D9-A5B3-A185C0C20487}" srcOrd="0" destOrd="0" presId="urn:microsoft.com/office/officeart/2005/8/layout/default"/>
    <dgm:cxn modelId="{3A3C6737-5DBB-4963-A731-3E570B420660}" srcId="{A7A2A6FA-7EC6-41A4-9AED-2A347D9D41A6}" destId="{E26236FF-4FB0-4182-A068-E9C018419077}" srcOrd="4" destOrd="0" parTransId="{16821040-A4A4-4968-BB8E-D3298DDFB15C}" sibTransId="{904CE4FA-6ADB-4303-84D6-C6DF0A50160F}"/>
    <dgm:cxn modelId="{680FEA3D-520E-4005-AA6C-92979CC393E0}" srcId="{A7A2A6FA-7EC6-41A4-9AED-2A347D9D41A6}" destId="{32ED076F-6D39-4174-8B62-CD3056FE860E}" srcOrd="0" destOrd="0" parTransId="{C681E76A-01F7-486C-8908-C131E8B0821F}" sibTransId="{66E5334B-19EF-41BA-9642-1EAF3354A709}"/>
    <dgm:cxn modelId="{0256DC42-CFFE-47F3-B07A-F9E65747C3B7}" srcId="{A7A2A6FA-7EC6-41A4-9AED-2A347D9D41A6}" destId="{9B76C52C-CC90-455F-A53D-FB5FADFEF45D}" srcOrd="1" destOrd="0" parTransId="{0572729E-C7C0-4DEC-A267-4D29AA1C9ADF}" sibTransId="{970E9F74-F4EE-4A90-A3AB-5C93ECCD7F05}"/>
    <dgm:cxn modelId="{12532647-12BF-4C6F-AE7A-912CF8FC5009}" srcId="{A7A2A6FA-7EC6-41A4-9AED-2A347D9D41A6}" destId="{3F898A30-154F-4428-ADEF-3DCB36D0D457}" srcOrd="3" destOrd="0" parTransId="{3F6CF4F0-4F80-4552-BC2C-D6500DF9EAA5}" sibTransId="{4F40D8B7-1A9A-4968-9A63-118F5F3257D6}"/>
    <dgm:cxn modelId="{1C5AA84E-1A86-413A-A671-63B2F07BCC5F}" srcId="{A7A2A6FA-7EC6-41A4-9AED-2A347D9D41A6}" destId="{125CA184-D194-4A29-A6C8-793022856192}" srcOrd="5" destOrd="0" parTransId="{AF8B1973-6F85-444F-9600-E62C16D8F287}" sibTransId="{8BD550BB-B0B3-45F8-9112-89189D26895A}"/>
    <dgm:cxn modelId="{A3F49753-BAE6-48FE-9808-5BED2E9B97A2}" type="presOf" srcId="{18C2C764-A1B4-40D5-8491-409E7E8FC6A8}" destId="{467BC13F-DA41-4018-B162-8FAD051698A6}" srcOrd="0" destOrd="0" presId="urn:microsoft.com/office/officeart/2005/8/layout/default"/>
    <dgm:cxn modelId="{E7A05559-D9F9-4D21-BC11-02B531FDB828}" type="presOf" srcId="{32ED076F-6D39-4174-8B62-CD3056FE860E}" destId="{66E2BC41-7D1B-407D-A44C-9AA62869978C}" srcOrd="0" destOrd="0" presId="urn:microsoft.com/office/officeart/2005/8/layout/default"/>
    <dgm:cxn modelId="{D956FD64-21FE-473C-9670-C22AD16B1D96}" type="presOf" srcId="{125CA184-D194-4A29-A6C8-793022856192}" destId="{43597F8D-CB21-41B4-B328-68C2DF6A88A1}" srcOrd="0" destOrd="0" presId="urn:microsoft.com/office/officeart/2005/8/layout/default"/>
    <dgm:cxn modelId="{EC997385-4D1E-4AC7-A69C-096E1F99D135}" type="presOf" srcId="{F1891C2A-305F-4F2D-8235-D3467C70C5BB}" destId="{DA226A9A-9473-43A5-824E-969EB3E80DCF}" srcOrd="0" destOrd="0" presId="urn:microsoft.com/office/officeart/2005/8/layout/default"/>
    <dgm:cxn modelId="{DE2D4095-CCD6-4C9E-BECD-22A585D39BD4}" type="presOf" srcId="{A7A2A6FA-7EC6-41A4-9AED-2A347D9D41A6}" destId="{32EA6D0B-96EC-426E-B43E-DF5DB6BADDED}" srcOrd="0" destOrd="0" presId="urn:microsoft.com/office/officeart/2005/8/layout/default"/>
    <dgm:cxn modelId="{2B13CBDE-A5E8-4CDD-9058-2BA018DFDB1E}" type="presOf" srcId="{9B76C52C-CC90-455F-A53D-FB5FADFEF45D}" destId="{B2986B90-D767-4368-B678-AE20949B0B86}" srcOrd="0" destOrd="0" presId="urn:microsoft.com/office/officeart/2005/8/layout/default"/>
    <dgm:cxn modelId="{F33AE4F6-C498-4630-B070-5F454EBDFE99}" srcId="{A7A2A6FA-7EC6-41A4-9AED-2A347D9D41A6}" destId="{F1891C2A-305F-4F2D-8235-D3467C70C5BB}" srcOrd="6" destOrd="0" parTransId="{8BFA7895-7045-44CD-95ED-84227468486B}" sibTransId="{5CD3F4DF-CA66-4889-8F18-D45708A88AE1}"/>
    <dgm:cxn modelId="{E163EFFA-A99F-4F5C-A1D4-2E7C8ABEC518}" type="presOf" srcId="{3F898A30-154F-4428-ADEF-3DCB36D0D457}" destId="{8CB25AB0-5001-408D-B06E-A90156A7D936}" srcOrd="0" destOrd="0" presId="urn:microsoft.com/office/officeart/2005/8/layout/default"/>
    <dgm:cxn modelId="{EB5936BE-F9D7-4CCC-B46F-19082DA49A69}" type="presParOf" srcId="{32EA6D0B-96EC-426E-B43E-DF5DB6BADDED}" destId="{66E2BC41-7D1B-407D-A44C-9AA62869978C}" srcOrd="0" destOrd="0" presId="urn:microsoft.com/office/officeart/2005/8/layout/default"/>
    <dgm:cxn modelId="{26F522DE-68A5-4FDE-8877-8D1912003601}" type="presParOf" srcId="{32EA6D0B-96EC-426E-B43E-DF5DB6BADDED}" destId="{BD837261-543C-4803-8250-966DD71A9A52}" srcOrd="1" destOrd="0" presId="urn:microsoft.com/office/officeart/2005/8/layout/default"/>
    <dgm:cxn modelId="{47C8CD32-BD4A-4229-937D-8F19194448A8}" type="presParOf" srcId="{32EA6D0B-96EC-426E-B43E-DF5DB6BADDED}" destId="{B2986B90-D767-4368-B678-AE20949B0B86}" srcOrd="2" destOrd="0" presId="urn:microsoft.com/office/officeart/2005/8/layout/default"/>
    <dgm:cxn modelId="{0C54244E-5032-4E03-A2EC-E24D621125EA}" type="presParOf" srcId="{32EA6D0B-96EC-426E-B43E-DF5DB6BADDED}" destId="{A864AEB0-DA48-4136-BFC5-A4E56DDA76C2}" srcOrd="3" destOrd="0" presId="urn:microsoft.com/office/officeart/2005/8/layout/default"/>
    <dgm:cxn modelId="{8A5F6E19-D525-4669-B2D1-CE15D8111DB2}" type="presParOf" srcId="{32EA6D0B-96EC-426E-B43E-DF5DB6BADDED}" destId="{467BC13F-DA41-4018-B162-8FAD051698A6}" srcOrd="4" destOrd="0" presId="urn:microsoft.com/office/officeart/2005/8/layout/default"/>
    <dgm:cxn modelId="{75E383DD-C2E6-4B39-95C0-7EAA041B3FD0}" type="presParOf" srcId="{32EA6D0B-96EC-426E-B43E-DF5DB6BADDED}" destId="{E8BBE999-1F44-40B2-8597-9E0C2947C6B1}" srcOrd="5" destOrd="0" presId="urn:microsoft.com/office/officeart/2005/8/layout/default"/>
    <dgm:cxn modelId="{88F0FFD5-6739-41BD-998F-F3FE2B1F2B0F}" type="presParOf" srcId="{32EA6D0B-96EC-426E-B43E-DF5DB6BADDED}" destId="{8CB25AB0-5001-408D-B06E-A90156A7D936}" srcOrd="6" destOrd="0" presId="urn:microsoft.com/office/officeart/2005/8/layout/default"/>
    <dgm:cxn modelId="{EB390632-B1F1-4C22-8EA7-218432C96545}" type="presParOf" srcId="{32EA6D0B-96EC-426E-B43E-DF5DB6BADDED}" destId="{CFB2B6CC-05AD-4091-B6D6-3CC3117F047C}" srcOrd="7" destOrd="0" presId="urn:microsoft.com/office/officeart/2005/8/layout/default"/>
    <dgm:cxn modelId="{AB2C42AC-5CDE-46FE-931D-6412EFE242CA}" type="presParOf" srcId="{32EA6D0B-96EC-426E-B43E-DF5DB6BADDED}" destId="{7B3CFA7A-721A-45D9-A5B3-A185C0C20487}" srcOrd="8" destOrd="0" presId="urn:microsoft.com/office/officeart/2005/8/layout/default"/>
    <dgm:cxn modelId="{EB614790-4F54-43E3-8496-E8410F8CA953}" type="presParOf" srcId="{32EA6D0B-96EC-426E-B43E-DF5DB6BADDED}" destId="{7608CFDD-BD32-4DDF-9362-7B1ABAF2DB76}" srcOrd="9" destOrd="0" presId="urn:microsoft.com/office/officeart/2005/8/layout/default"/>
    <dgm:cxn modelId="{867B5DA7-7F3D-4474-BCCF-2D0E831E12C5}" type="presParOf" srcId="{32EA6D0B-96EC-426E-B43E-DF5DB6BADDED}" destId="{43597F8D-CB21-41B4-B328-68C2DF6A88A1}" srcOrd="10" destOrd="0" presId="urn:microsoft.com/office/officeart/2005/8/layout/default"/>
    <dgm:cxn modelId="{F767976B-46DC-4086-BA16-C585862946D7}" type="presParOf" srcId="{32EA6D0B-96EC-426E-B43E-DF5DB6BADDED}" destId="{2BB76104-22E3-4E42-B03B-D56D82829617}" srcOrd="11" destOrd="0" presId="urn:microsoft.com/office/officeart/2005/8/layout/default"/>
    <dgm:cxn modelId="{10F47F6A-3111-492F-ACE0-CA601EDAC386}" type="presParOf" srcId="{32EA6D0B-96EC-426E-B43E-DF5DB6BADDED}" destId="{DA226A9A-9473-43A5-824E-969EB3E80DCF}"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1A51BB-708B-449B-BC7F-6D316173E467}"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en-GB"/>
        </a:p>
      </dgm:t>
    </dgm:pt>
    <dgm:pt modelId="{43539715-C08B-4716-93EA-84E3CBF25BC0}">
      <dgm:prSet phldrT="[Text]"/>
      <dgm:spPr/>
      <dgm:t>
        <a:bodyPr/>
        <a:lstStyle/>
        <a:p>
          <a:r>
            <a:rPr lang="en-GB" dirty="0"/>
            <a:t>1. Justice &amp; Equality</a:t>
          </a:r>
        </a:p>
      </dgm:t>
    </dgm:pt>
    <dgm:pt modelId="{B7ECCD5F-26BD-41F3-8B88-7D7C83BF9E92}" type="parTrans" cxnId="{6F9CC48D-59A9-4342-A27D-8A7360A76600}">
      <dgm:prSet/>
      <dgm:spPr/>
      <dgm:t>
        <a:bodyPr/>
        <a:lstStyle/>
        <a:p>
          <a:endParaRPr lang="en-GB"/>
        </a:p>
      </dgm:t>
    </dgm:pt>
    <dgm:pt modelId="{66DF58A5-BEF2-469D-92F0-B80251B3EAD6}" type="sibTrans" cxnId="{6F9CC48D-59A9-4342-A27D-8A7360A76600}">
      <dgm:prSet/>
      <dgm:spPr/>
      <dgm:t>
        <a:bodyPr/>
        <a:lstStyle/>
        <a:p>
          <a:endParaRPr lang="en-GB"/>
        </a:p>
      </dgm:t>
    </dgm:pt>
    <dgm:pt modelId="{2BDFEFF9-204F-4BA2-9596-94F44BC78095}">
      <dgm:prSet phldrT="[Text]"/>
      <dgm:spPr/>
      <dgm:t>
        <a:bodyPr/>
        <a:lstStyle/>
        <a:p>
          <a:r>
            <a:rPr lang="en-GB" dirty="0"/>
            <a:t>2. Women’s Rights &amp; Gender Equality</a:t>
          </a:r>
        </a:p>
      </dgm:t>
    </dgm:pt>
    <dgm:pt modelId="{E89E2943-7E9A-4A7C-955C-14FDC192785E}" type="parTrans" cxnId="{13F09461-EEB6-48CD-B4AD-CE3388C7E988}">
      <dgm:prSet/>
      <dgm:spPr/>
      <dgm:t>
        <a:bodyPr/>
        <a:lstStyle/>
        <a:p>
          <a:endParaRPr lang="en-GB"/>
        </a:p>
      </dgm:t>
    </dgm:pt>
    <dgm:pt modelId="{D025D90B-32B8-47B0-A913-2C075A795DAF}" type="sibTrans" cxnId="{13F09461-EEB6-48CD-B4AD-CE3388C7E988}">
      <dgm:prSet/>
      <dgm:spPr/>
      <dgm:t>
        <a:bodyPr/>
        <a:lstStyle/>
        <a:p>
          <a:endParaRPr lang="en-GB"/>
        </a:p>
      </dgm:t>
    </dgm:pt>
    <dgm:pt modelId="{DDB633AF-D786-47D4-AD48-4C625DCDAF23}">
      <dgm:prSet phldrT="[Text]"/>
      <dgm:spPr/>
      <dgm:t>
        <a:bodyPr/>
        <a:lstStyle/>
        <a:p>
          <a:r>
            <a:rPr lang="en-GB" dirty="0"/>
            <a:t>3. Healthy Planet</a:t>
          </a:r>
        </a:p>
      </dgm:t>
    </dgm:pt>
    <dgm:pt modelId="{49448D28-AB9C-4AA8-9FFC-F01991FCE186}" type="parTrans" cxnId="{6540BD1F-D92A-4617-8C35-C7FC6C5AE75A}">
      <dgm:prSet/>
      <dgm:spPr/>
      <dgm:t>
        <a:bodyPr/>
        <a:lstStyle/>
        <a:p>
          <a:endParaRPr lang="en-GB"/>
        </a:p>
      </dgm:t>
    </dgm:pt>
    <dgm:pt modelId="{4D424330-2575-4690-8C5D-07DEF04631CE}" type="sibTrans" cxnId="{6540BD1F-D92A-4617-8C35-C7FC6C5AE75A}">
      <dgm:prSet/>
      <dgm:spPr/>
      <dgm:t>
        <a:bodyPr/>
        <a:lstStyle/>
        <a:p>
          <a:endParaRPr lang="en-GB"/>
        </a:p>
      </dgm:t>
    </dgm:pt>
    <dgm:pt modelId="{38494802-CA7B-4488-A99A-1916244DCA50}">
      <dgm:prSet phldrT="[Text]"/>
      <dgm:spPr/>
      <dgm:t>
        <a:bodyPr/>
        <a:lstStyle/>
        <a:p>
          <a:r>
            <a:rPr lang="en-GB" dirty="0"/>
            <a:t>4. Lasting Positive Change</a:t>
          </a:r>
        </a:p>
      </dgm:t>
    </dgm:pt>
    <dgm:pt modelId="{5726AAA3-9E56-4480-A720-F74D5E13C91A}" type="parTrans" cxnId="{2AB36F85-9057-4EE1-874F-A51DC7389870}">
      <dgm:prSet/>
      <dgm:spPr/>
      <dgm:t>
        <a:bodyPr/>
        <a:lstStyle/>
        <a:p>
          <a:endParaRPr lang="en-GB"/>
        </a:p>
      </dgm:t>
    </dgm:pt>
    <dgm:pt modelId="{E249B2BF-F6CB-40BB-AC20-EF895B44877E}" type="sibTrans" cxnId="{2AB36F85-9057-4EE1-874F-A51DC7389870}">
      <dgm:prSet/>
      <dgm:spPr/>
      <dgm:t>
        <a:bodyPr/>
        <a:lstStyle/>
        <a:p>
          <a:endParaRPr lang="en-GB"/>
        </a:p>
      </dgm:t>
    </dgm:pt>
    <dgm:pt modelId="{4FBD6F8A-C2BF-4331-8761-17566D3FBBA0}">
      <dgm:prSet phldrT="[Text]"/>
      <dgm:spPr/>
      <dgm:t>
        <a:bodyPr/>
        <a:lstStyle/>
        <a:p>
          <a:r>
            <a:rPr lang="en-GB" dirty="0"/>
            <a:t>5. People-Driven Work</a:t>
          </a:r>
        </a:p>
      </dgm:t>
    </dgm:pt>
    <dgm:pt modelId="{963A3A80-F911-4F6A-A898-A984BC5570A3}" type="parTrans" cxnId="{67DF82F9-1BB2-4A30-B677-83CEC8DF79DA}">
      <dgm:prSet/>
      <dgm:spPr/>
      <dgm:t>
        <a:bodyPr/>
        <a:lstStyle/>
        <a:p>
          <a:endParaRPr lang="en-GB"/>
        </a:p>
      </dgm:t>
    </dgm:pt>
    <dgm:pt modelId="{64F6A4DC-9B04-4B4F-A509-FC26CAC02F5B}" type="sibTrans" cxnId="{67DF82F9-1BB2-4A30-B677-83CEC8DF79DA}">
      <dgm:prSet/>
      <dgm:spPr/>
      <dgm:t>
        <a:bodyPr/>
        <a:lstStyle/>
        <a:p>
          <a:endParaRPr lang="en-GB"/>
        </a:p>
      </dgm:t>
    </dgm:pt>
    <dgm:pt modelId="{C7F8ABFF-4DB5-4739-85D0-8605C45A7E4B}">
      <dgm:prSet phldrT="[Text]"/>
      <dgm:spPr/>
      <dgm:t>
        <a:bodyPr/>
        <a:lstStyle/>
        <a:p>
          <a:r>
            <a:rPr lang="en-GB" dirty="0"/>
            <a:t>6. Strong Partnerships</a:t>
          </a:r>
        </a:p>
      </dgm:t>
    </dgm:pt>
    <dgm:pt modelId="{A4BAF00A-EC32-4FE9-9718-A7DE73BFD218}" type="parTrans" cxnId="{687DBF6C-DE6C-468B-9CB0-286FF8998320}">
      <dgm:prSet/>
      <dgm:spPr/>
      <dgm:t>
        <a:bodyPr/>
        <a:lstStyle/>
        <a:p>
          <a:endParaRPr lang="en-GB"/>
        </a:p>
      </dgm:t>
    </dgm:pt>
    <dgm:pt modelId="{7A5025D1-9F34-45D5-9E71-C1EB8FA507EE}" type="sibTrans" cxnId="{687DBF6C-DE6C-468B-9CB0-286FF8998320}">
      <dgm:prSet/>
      <dgm:spPr/>
      <dgm:t>
        <a:bodyPr/>
        <a:lstStyle/>
        <a:p>
          <a:endParaRPr lang="en-GB"/>
        </a:p>
      </dgm:t>
    </dgm:pt>
    <dgm:pt modelId="{B43EFDCD-128F-415A-ABBC-AD7EADD58F03}">
      <dgm:prSet phldrT="[Text]"/>
      <dgm:spPr/>
      <dgm:t>
        <a:bodyPr/>
        <a:lstStyle/>
        <a:p>
          <a:r>
            <a:rPr lang="en-GB" dirty="0"/>
            <a:t>7. Advocating for Fundamental Change</a:t>
          </a:r>
        </a:p>
      </dgm:t>
    </dgm:pt>
    <dgm:pt modelId="{86553D6B-A929-4D4A-8ED0-97B180057C38}" type="parTrans" cxnId="{6D1B101C-71A2-4672-8DCF-3EA731D643C6}">
      <dgm:prSet/>
      <dgm:spPr/>
      <dgm:t>
        <a:bodyPr/>
        <a:lstStyle/>
        <a:p>
          <a:endParaRPr lang="en-GB"/>
        </a:p>
      </dgm:t>
    </dgm:pt>
    <dgm:pt modelId="{D50423E4-A487-4E31-8D89-7CBE5F6CF0A8}" type="sibTrans" cxnId="{6D1B101C-71A2-4672-8DCF-3EA731D643C6}">
      <dgm:prSet/>
      <dgm:spPr/>
      <dgm:t>
        <a:bodyPr/>
        <a:lstStyle/>
        <a:p>
          <a:endParaRPr lang="en-GB"/>
        </a:p>
      </dgm:t>
    </dgm:pt>
    <dgm:pt modelId="{5C0FDE78-7B33-4D95-B6CA-475372B99A9A}">
      <dgm:prSet phldrT="[Text]"/>
      <dgm:spPr/>
      <dgm:t>
        <a:bodyPr/>
        <a:lstStyle/>
        <a:p>
          <a:r>
            <a:rPr lang="en-GB" dirty="0"/>
            <a:t>8. Open Organisations</a:t>
          </a:r>
        </a:p>
      </dgm:t>
    </dgm:pt>
    <dgm:pt modelId="{CFFA4422-83CA-4984-AC16-8818C0F62695}" type="parTrans" cxnId="{76FF0590-B381-457E-AECF-BBEB0DDB937A}">
      <dgm:prSet/>
      <dgm:spPr/>
      <dgm:t>
        <a:bodyPr/>
        <a:lstStyle/>
        <a:p>
          <a:endParaRPr lang="en-GB"/>
        </a:p>
      </dgm:t>
    </dgm:pt>
    <dgm:pt modelId="{CBFA9A59-074D-4595-991F-8AB062DF19E0}" type="sibTrans" cxnId="{76FF0590-B381-457E-AECF-BBEB0DDB937A}">
      <dgm:prSet/>
      <dgm:spPr/>
      <dgm:t>
        <a:bodyPr/>
        <a:lstStyle/>
        <a:p>
          <a:endParaRPr lang="en-GB"/>
        </a:p>
      </dgm:t>
    </dgm:pt>
    <dgm:pt modelId="{C225D32D-B5E0-4C5C-B702-7F433B8999ED}">
      <dgm:prSet phldrT="[Text]"/>
      <dgm:spPr/>
      <dgm:t>
        <a:bodyPr/>
        <a:lstStyle/>
        <a:p>
          <a:r>
            <a:rPr lang="en-GB" dirty="0"/>
            <a:t>9. Empowered, Effective Staff &amp; Volunteers</a:t>
          </a:r>
        </a:p>
      </dgm:t>
    </dgm:pt>
    <dgm:pt modelId="{13760214-FE9F-4C64-9D7D-3C170870A809}" type="parTrans" cxnId="{E8DF15E5-AD93-4E57-AD9A-F96B40C83193}">
      <dgm:prSet/>
      <dgm:spPr/>
      <dgm:t>
        <a:bodyPr/>
        <a:lstStyle/>
        <a:p>
          <a:endParaRPr lang="en-GB"/>
        </a:p>
      </dgm:t>
    </dgm:pt>
    <dgm:pt modelId="{1B697974-0953-473F-8EB0-CF8EDA12EE64}" type="sibTrans" cxnId="{E8DF15E5-AD93-4E57-AD9A-F96B40C83193}">
      <dgm:prSet/>
      <dgm:spPr/>
      <dgm:t>
        <a:bodyPr/>
        <a:lstStyle/>
        <a:p>
          <a:endParaRPr lang="en-GB"/>
        </a:p>
      </dgm:t>
    </dgm:pt>
    <dgm:pt modelId="{E028D99D-B08A-4A1A-B70C-FD5D2DBA00C0}">
      <dgm:prSet phldrT="[Text]"/>
      <dgm:spPr/>
      <dgm:t>
        <a:bodyPr/>
        <a:lstStyle/>
        <a:p>
          <a:r>
            <a:rPr lang="en-GB" dirty="0"/>
            <a:t>10. Well-handled Resources</a:t>
          </a:r>
        </a:p>
      </dgm:t>
    </dgm:pt>
    <dgm:pt modelId="{55FDC617-883B-46C7-8301-41273F90FF34}" type="parTrans" cxnId="{49B3ADD6-A378-44C8-A4DC-B5377A811D22}">
      <dgm:prSet/>
      <dgm:spPr/>
      <dgm:t>
        <a:bodyPr/>
        <a:lstStyle/>
        <a:p>
          <a:endParaRPr lang="en-GB"/>
        </a:p>
      </dgm:t>
    </dgm:pt>
    <dgm:pt modelId="{68D2C9AC-DE4F-48B4-A599-781953F9E17B}" type="sibTrans" cxnId="{49B3ADD6-A378-44C8-A4DC-B5377A811D22}">
      <dgm:prSet/>
      <dgm:spPr/>
      <dgm:t>
        <a:bodyPr/>
        <a:lstStyle/>
        <a:p>
          <a:endParaRPr lang="en-GB"/>
        </a:p>
      </dgm:t>
    </dgm:pt>
    <dgm:pt modelId="{873136A8-3B7A-48D7-BCEF-06614EFBBC79}">
      <dgm:prSet phldrT="[Text]"/>
      <dgm:spPr/>
      <dgm:t>
        <a:bodyPr/>
        <a:lstStyle/>
        <a:p>
          <a:r>
            <a:rPr lang="en-GB" dirty="0"/>
            <a:t>11. Responsive Decision-making</a:t>
          </a:r>
        </a:p>
      </dgm:t>
    </dgm:pt>
    <dgm:pt modelId="{26CEA610-FDB4-4598-BF44-51C367A841AF}" type="parTrans" cxnId="{144A262C-8E2E-42E9-8300-139EA469E67E}">
      <dgm:prSet/>
      <dgm:spPr/>
      <dgm:t>
        <a:bodyPr/>
        <a:lstStyle/>
        <a:p>
          <a:endParaRPr lang="en-GB"/>
        </a:p>
      </dgm:t>
    </dgm:pt>
    <dgm:pt modelId="{375C02C9-A26C-4D46-A176-5A804072AEEC}" type="sibTrans" cxnId="{144A262C-8E2E-42E9-8300-139EA469E67E}">
      <dgm:prSet/>
      <dgm:spPr/>
      <dgm:t>
        <a:bodyPr/>
        <a:lstStyle/>
        <a:p>
          <a:endParaRPr lang="en-GB"/>
        </a:p>
      </dgm:t>
    </dgm:pt>
    <dgm:pt modelId="{1D5BB583-7AA3-4F05-AB4D-0B0716825A54}">
      <dgm:prSet phldrT="[Text]"/>
      <dgm:spPr/>
      <dgm:t>
        <a:bodyPr/>
        <a:lstStyle/>
        <a:p>
          <a:r>
            <a:rPr lang="en-GB" dirty="0"/>
            <a:t>12. Responsible Leadership</a:t>
          </a:r>
        </a:p>
      </dgm:t>
    </dgm:pt>
    <dgm:pt modelId="{EA41EABF-EFAF-4FF2-9BC7-ECF3E150F001}" type="parTrans" cxnId="{050334A0-D335-47D9-BBA2-F677BEF43ECD}">
      <dgm:prSet/>
      <dgm:spPr/>
      <dgm:t>
        <a:bodyPr/>
        <a:lstStyle/>
        <a:p>
          <a:endParaRPr lang="en-GB"/>
        </a:p>
      </dgm:t>
    </dgm:pt>
    <dgm:pt modelId="{EC840660-838B-4A06-8CFB-9D87C6E238AB}" type="sibTrans" cxnId="{050334A0-D335-47D9-BBA2-F677BEF43ECD}">
      <dgm:prSet/>
      <dgm:spPr/>
      <dgm:t>
        <a:bodyPr/>
        <a:lstStyle/>
        <a:p>
          <a:endParaRPr lang="en-GB"/>
        </a:p>
      </dgm:t>
    </dgm:pt>
    <dgm:pt modelId="{68258A31-09C5-4953-88B9-ADDF8043F978}" type="pres">
      <dgm:prSet presAssocID="{841A51BB-708B-449B-BC7F-6D316173E467}" presName="diagram" presStyleCnt="0">
        <dgm:presLayoutVars>
          <dgm:dir/>
          <dgm:resizeHandles val="exact"/>
        </dgm:presLayoutVars>
      </dgm:prSet>
      <dgm:spPr/>
    </dgm:pt>
    <dgm:pt modelId="{62EC2975-CB66-430F-A7F1-50743BD8395D}" type="pres">
      <dgm:prSet presAssocID="{43539715-C08B-4716-93EA-84E3CBF25BC0}" presName="node" presStyleLbl="node1" presStyleIdx="0" presStyleCnt="12">
        <dgm:presLayoutVars>
          <dgm:bulletEnabled val="1"/>
        </dgm:presLayoutVars>
      </dgm:prSet>
      <dgm:spPr/>
    </dgm:pt>
    <dgm:pt modelId="{1D77DFA8-8693-4EB2-A207-2244E7B22FD3}" type="pres">
      <dgm:prSet presAssocID="{66DF58A5-BEF2-469D-92F0-B80251B3EAD6}" presName="sibTrans" presStyleCnt="0"/>
      <dgm:spPr/>
    </dgm:pt>
    <dgm:pt modelId="{D2952357-5F8C-4695-93E6-22F893550FA3}" type="pres">
      <dgm:prSet presAssocID="{2BDFEFF9-204F-4BA2-9596-94F44BC78095}" presName="node" presStyleLbl="node1" presStyleIdx="1" presStyleCnt="12">
        <dgm:presLayoutVars>
          <dgm:bulletEnabled val="1"/>
        </dgm:presLayoutVars>
      </dgm:prSet>
      <dgm:spPr/>
    </dgm:pt>
    <dgm:pt modelId="{ADBC7B77-ED21-44A3-9334-F2AC0749139C}" type="pres">
      <dgm:prSet presAssocID="{D025D90B-32B8-47B0-A913-2C075A795DAF}" presName="sibTrans" presStyleCnt="0"/>
      <dgm:spPr/>
    </dgm:pt>
    <dgm:pt modelId="{281C60FE-1204-4D52-B3F2-AFF45CD3DCE6}" type="pres">
      <dgm:prSet presAssocID="{DDB633AF-D786-47D4-AD48-4C625DCDAF23}" presName="node" presStyleLbl="node1" presStyleIdx="2" presStyleCnt="12">
        <dgm:presLayoutVars>
          <dgm:bulletEnabled val="1"/>
        </dgm:presLayoutVars>
      </dgm:prSet>
      <dgm:spPr/>
    </dgm:pt>
    <dgm:pt modelId="{3D4C2132-7096-45D5-A60A-392089792B9A}" type="pres">
      <dgm:prSet presAssocID="{4D424330-2575-4690-8C5D-07DEF04631CE}" presName="sibTrans" presStyleCnt="0"/>
      <dgm:spPr/>
    </dgm:pt>
    <dgm:pt modelId="{B69EA464-F2A1-447D-84A6-4ED850053549}" type="pres">
      <dgm:prSet presAssocID="{38494802-CA7B-4488-A99A-1916244DCA50}" presName="node" presStyleLbl="node1" presStyleIdx="3" presStyleCnt="12">
        <dgm:presLayoutVars>
          <dgm:bulletEnabled val="1"/>
        </dgm:presLayoutVars>
      </dgm:prSet>
      <dgm:spPr/>
    </dgm:pt>
    <dgm:pt modelId="{2302AAA9-D3DA-4F05-80E7-D952A8D912B1}" type="pres">
      <dgm:prSet presAssocID="{E249B2BF-F6CB-40BB-AC20-EF895B44877E}" presName="sibTrans" presStyleCnt="0"/>
      <dgm:spPr/>
    </dgm:pt>
    <dgm:pt modelId="{1C9AB1F2-9FBA-4CF7-9D12-5A3800DAA551}" type="pres">
      <dgm:prSet presAssocID="{4FBD6F8A-C2BF-4331-8761-17566D3FBBA0}" presName="node" presStyleLbl="node1" presStyleIdx="4" presStyleCnt="12">
        <dgm:presLayoutVars>
          <dgm:bulletEnabled val="1"/>
        </dgm:presLayoutVars>
      </dgm:prSet>
      <dgm:spPr/>
    </dgm:pt>
    <dgm:pt modelId="{575BCC3E-06A5-4E1C-AF24-39E7534A1AC4}" type="pres">
      <dgm:prSet presAssocID="{64F6A4DC-9B04-4B4F-A509-FC26CAC02F5B}" presName="sibTrans" presStyleCnt="0"/>
      <dgm:spPr/>
    </dgm:pt>
    <dgm:pt modelId="{ED633261-A68A-49B9-9410-3372290051A0}" type="pres">
      <dgm:prSet presAssocID="{C7F8ABFF-4DB5-4739-85D0-8605C45A7E4B}" presName="node" presStyleLbl="node1" presStyleIdx="5" presStyleCnt="12">
        <dgm:presLayoutVars>
          <dgm:bulletEnabled val="1"/>
        </dgm:presLayoutVars>
      </dgm:prSet>
      <dgm:spPr/>
    </dgm:pt>
    <dgm:pt modelId="{A3C9047B-F87F-47E8-A970-2CDF34F9F5BF}" type="pres">
      <dgm:prSet presAssocID="{7A5025D1-9F34-45D5-9E71-C1EB8FA507EE}" presName="sibTrans" presStyleCnt="0"/>
      <dgm:spPr/>
    </dgm:pt>
    <dgm:pt modelId="{6E9749F5-0E98-4FED-85B4-EF9436163A9D}" type="pres">
      <dgm:prSet presAssocID="{B43EFDCD-128F-415A-ABBC-AD7EADD58F03}" presName="node" presStyleLbl="node1" presStyleIdx="6" presStyleCnt="12">
        <dgm:presLayoutVars>
          <dgm:bulletEnabled val="1"/>
        </dgm:presLayoutVars>
      </dgm:prSet>
      <dgm:spPr/>
    </dgm:pt>
    <dgm:pt modelId="{C3A32CB8-2469-4FA7-8782-5E9B4198F050}" type="pres">
      <dgm:prSet presAssocID="{D50423E4-A487-4E31-8D89-7CBE5F6CF0A8}" presName="sibTrans" presStyleCnt="0"/>
      <dgm:spPr/>
    </dgm:pt>
    <dgm:pt modelId="{AC7F22D5-3E04-4A66-ACB4-915417DEFFAB}" type="pres">
      <dgm:prSet presAssocID="{5C0FDE78-7B33-4D95-B6CA-475372B99A9A}" presName="node" presStyleLbl="node1" presStyleIdx="7" presStyleCnt="12">
        <dgm:presLayoutVars>
          <dgm:bulletEnabled val="1"/>
        </dgm:presLayoutVars>
      </dgm:prSet>
      <dgm:spPr/>
    </dgm:pt>
    <dgm:pt modelId="{952BD9E0-B4CD-45A0-8EBB-8769D7E4BBCF}" type="pres">
      <dgm:prSet presAssocID="{CBFA9A59-074D-4595-991F-8AB062DF19E0}" presName="sibTrans" presStyleCnt="0"/>
      <dgm:spPr/>
    </dgm:pt>
    <dgm:pt modelId="{0DCDFED4-5DC0-4957-8536-EEB364B9DE8D}" type="pres">
      <dgm:prSet presAssocID="{C225D32D-B5E0-4C5C-B702-7F433B8999ED}" presName="node" presStyleLbl="node1" presStyleIdx="8" presStyleCnt="12">
        <dgm:presLayoutVars>
          <dgm:bulletEnabled val="1"/>
        </dgm:presLayoutVars>
      </dgm:prSet>
      <dgm:spPr/>
    </dgm:pt>
    <dgm:pt modelId="{B33AB91B-C94D-40AD-99AC-062E24032BBD}" type="pres">
      <dgm:prSet presAssocID="{1B697974-0953-473F-8EB0-CF8EDA12EE64}" presName="sibTrans" presStyleCnt="0"/>
      <dgm:spPr/>
    </dgm:pt>
    <dgm:pt modelId="{12EDCD97-C973-4C3B-BADF-FB232ECD1CE8}" type="pres">
      <dgm:prSet presAssocID="{E028D99D-B08A-4A1A-B70C-FD5D2DBA00C0}" presName="node" presStyleLbl="node1" presStyleIdx="9" presStyleCnt="12">
        <dgm:presLayoutVars>
          <dgm:bulletEnabled val="1"/>
        </dgm:presLayoutVars>
      </dgm:prSet>
      <dgm:spPr/>
    </dgm:pt>
    <dgm:pt modelId="{7628CB52-E055-47FF-870A-13F9A7855E15}" type="pres">
      <dgm:prSet presAssocID="{68D2C9AC-DE4F-48B4-A599-781953F9E17B}" presName="sibTrans" presStyleCnt="0"/>
      <dgm:spPr/>
    </dgm:pt>
    <dgm:pt modelId="{6778DE2C-57B5-4247-B2A8-9824824FFB2E}" type="pres">
      <dgm:prSet presAssocID="{873136A8-3B7A-48D7-BCEF-06614EFBBC79}" presName="node" presStyleLbl="node1" presStyleIdx="10" presStyleCnt="12">
        <dgm:presLayoutVars>
          <dgm:bulletEnabled val="1"/>
        </dgm:presLayoutVars>
      </dgm:prSet>
      <dgm:spPr/>
    </dgm:pt>
    <dgm:pt modelId="{E36A7984-3ADE-4121-A590-4E8C34345024}" type="pres">
      <dgm:prSet presAssocID="{375C02C9-A26C-4D46-A176-5A804072AEEC}" presName="sibTrans" presStyleCnt="0"/>
      <dgm:spPr/>
    </dgm:pt>
    <dgm:pt modelId="{333BE2AA-4AF6-498B-A8C1-7BE02946A401}" type="pres">
      <dgm:prSet presAssocID="{1D5BB583-7AA3-4F05-AB4D-0B0716825A54}" presName="node" presStyleLbl="node1" presStyleIdx="11" presStyleCnt="12">
        <dgm:presLayoutVars>
          <dgm:bulletEnabled val="1"/>
        </dgm:presLayoutVars>
      </dgm:prSet>
      <dgm:spPr/>
    </dgm:pt>
  </dgm:ptLst>
  <dgm:cxnLst>
    <dgm:cxn modelId="{9C997603-A0CF-499E-91BB-E73E82FD142A}" type="presOf" srcId="{C7F8ABFF-4DB5-4739-85D0-8605C45A7E4B}" destId="{ED633261-A68A-49B9-9410-3372290051A0}" srcOrd="0" destOrd="0" presId="urn:microsoft.com/office/officeart/2005/8/layout/default"/>
    <dgm:cxn modelId="{C0A35110-481E-4106-A28D-297728F23A4C}" type="presOf" srcId="{C225D32D-B5E0-4C5C-B702-7F433B8999ED}" destId="{0DCDFED4-5DC0-4957-8536-EEB364B9DE8D}" srcOrd="0" destOrd="0" presId="urn:microsoft.com/office/officeart/2005/8/layout/default"/>
    <dgm:cxn modelId="{6D1B101C-71A2-4672-8DCF-3EA731D643C6}" srcId="{841A51BB-708B-449B-BC7F-6D316173E467}" destId="{B43EFDCD-128F-415A-ABBC-AD7EADD58F03}" srcOrd="6" destOrd="0" parTransId="{86553D6B-A929-4D4A-8ED0-97B180057C38}" sibTransId="{D50423E4-A487-4E31-8D89-7CBE5F6CF0A8}"/>
    <dgm:cxn modelId="{6540BD1F-D92A-4617-8C35-C7FC6C5AE75A}" srcId="{841A51BB-708B-449B-BC7F-6D316173E467}" destId="{DDB633AF-D786-47D4-AD48-4C625DCDAF23}" srcOrd="2" destOrd="0" parTransId="{49448D28-AB9C-4AA8-9FFC-F01991FCE186}" sibTransId="{4D424330-2575-4690-8C5D-07DEF04631CE}"/>
    <dgm:cxn modelId="{C50D2727-8F86-42CE-B592-5939CA3CD8E5}" type="presOf" srcId="{4FBD6F8A-C2BF-4331-8761-17566D3FBBA0}" destId="{1C9AB1F2-9FBA-4CF7-9D12-5A3800DAA551}" srcOrd="0" destOrd="0" presId="urn:microsoft.com/office/officeart/2005/8/layout/default"/>
    <dgm:cxn modelId="{144A262C-8E2E-42E9-8300-139EA469E67E}" srcId="{841A51BB-708B-449B-BC7F-6D316173E467}" destId="{873136A8-3B7A-48D7-BCEF-06614EFBBC79}" srcOrd="10" destOrd="0" parTransId="{26CEA610-FDB4-4598-BF44-51C367A841AF}" sibTransId="{375C02C9-A26C-4D46-A176-5A804072AEEC}"/>
    <dgm:cxn modelId="{CF2BF242-1F7E-488D-A5E3-AE40772C9726}" type="presOf" srcId="{43539715-C08B-4716-93EA-84E3CBF25BC0}" destId="{62EC2975-CB66-430F-A7F1-50743BD8395D}" srcOrd="0" destOrd="0" presId="urn:microsoft.com/office/officeart/2005/8/layout/default"/>
    <dgm:cxn modelId="{13F09461-EEB6-48CD-B4AD-CE3388C7E988}" srcId="{841A51BB-708B-449B-BC7F-6D316173E467}" destId="{2BDFEFF9-204F-4BA2-9596-94F44BC78095}" srcOrd="1" destOrd="0" parTransId="{E89E2943-7E9A-4A7C-955C-14FDC192785E}" sibTransId="{D025D90B-32B8-47B0-A913-2C075A795DAF}"/>
    <dgm:cxn modelId="{7C162D66-F410-4616-A971-16A7A803C005}" type="presOf" srcId="{5C0FDE78-7B33-4D95-B6CA-475372B99A9A}" destId="{AC7F22D5-3E04-4A66-ACB4-915417DEFFAB}" srcOrd="0" destOrd="0" presId="urn:microsoft.com/office/officeart/2005/8/layout/default"/>
    <dgm:cxn modelId="{687DBF6C-DE6C-468B-9CB0-286FF8998320}" srcId="{841A51BB-708B-449B-BC7F-6D316173E467}" destId="{C7F8ABFF-4DB5-4739-85D0-8605C45A7E4B}" srcOrd="5" destOrd="0" parTransId="{A4BAF00A-EC32-4FE9-9718-A7DE73BFD218}" sibTransId="{7A5025D1-9F34-45D5-9E71-C1EB8FA507EE}"/>
    <dgm:cxn modelId="{67E6D070-A02D-48B8-89B5-2CD1354147FD}" type="presOf" srcId="{873136A8-3B7A-48D7-BCEF-06614EFBBC79}" destId="{6778DE2C-57B5-4247-B2A8-9824824FFB2E}" srcOrd="0" destOrd="0" presId="urn:microsoft.com/office/officeart/2005/8/layout/default"/>
    <dgm:cxn modelId="{2AB36F85-9057-4EE1-874F-A51DC7389870}" srcId="{841A51BB-708B-449B-BC7F-6D316173E467}" destId="{38494802-CA7B-4488-A99A-1916244DCA50}" srcOrd="3" destOrd="0" parTransId="{5726AAA3-9E56-4480-A720-F74D5E13C91A}" sibTransId="{E249B2BF-F6CB-40BB-AC20-EF895B44877E}"/>
    <dgm:cxn modelId="{6F9CC48D-59A9-4342-A27D-8A7360A76600}" srcId="{841A51BB-708B-449B-BC7F-6D316173E467}" destId="{43539715-C08B-4716-93EA-84E3CBF25BC0}" srcOrd="0" destOrd="0" parTransId="{B7ECCD5F-26BD-41F3-8B88-7D7C83BF9E92}" sibTransId="{66DF58A5-BEF2-469D-92F0-B80251B3EAD6}"/>
    <dgm:cxn modelId="{76FF0590-B381-457E-AECF-BBEB0DDB937A}" srcId="{841A51BB-708B-449B-BC7F-6D316173E467}" destId="{5C0FDE78-7B33-4D95-B6CA-475372B99A9A}" srcOrd="7" destOrd="0" parTransId="{CFFA4422-83CA-4984-AC16-8818C0F62695}" sibTransId="{CBFA9A59-074D-4595-991F-8AB062DF19E0}"/>
    <dgm:cxn modelId="{050334A0-D335-47D9-BBA2-F677BEF43ECD}" srcId="{841A51BB-708B-449B-BC7F-6D316173E467}" destId="{1D5BB583-7AA3-4F05-AB4D-0B0716825A54}" srcOrd="11" destOrd="0" parTransId="{EA41EABF-EFAF-4FF2-9BC7-ECF3E150F001}" sibTransId="{EC840660-838B-4A06-8CFB-9D87C6E238AB}"/>
    <dgm:cxn modelId="{CEE81FA4-853D-4062-836F-377A36BBFB93}" type="presOf" srcId="{38494802-CA7B-4488-A99A-1916244DCA50}" destId="{B69EA464-F2A1-447D-84A6-4ED850053549}" srcOrd="0" destOrd="0" presId="urn:microsoft.com/office/officeart/2005/8/layout/default"/>
    <dgm:cxn modelId="{6B45F3A7-0E2E-4886-A1DA-50946A9E445F}" type="presOf" srcId="{1D5BB583-7AA3-4F05-AB4D-0B0716825A54}" destId="{333BE2AA-4AF6-498B-A8C1-7BE02946A401}" srcOrd="0" destOrd="0" presId="urn:microsoft.com/office/officeart/2005/8/layout/default"/>
    <dgm:cxn modelId="{C53BF9AC-CDEA-42FF-A966-4AB0C3438716}" type="presOf" srcId="{2BDFEFF9-204F-4BA2-9596-94F44BC78095}" destId="{D2952357-5F8C-4695-93E6-22F893550FA3}" srcOrd="0" destOrd="0" presId="urn:microsoft.com/office/officeart/2005/8/layout/default"/>
    <dgm:cxn modelId="{578EADCA-45BF-4B77-903F-075B04D95507}" type="presOf" srcId="{841A51BB-708B-449B-BC7F-6D316173E467}" destId="{68258A31-09C5-4953-88B9-ADDF8043F978}" srcOrd="0" destOrd="0" presId="urn:microsoft.com/office/officeart/2005/8/layout/default"/>
    <dgm:cxn modelId="{2AE7AACC-8ACB-4E3A-BDCF-F816ABE06B19}" type="presOf" srcId="{DDB633AF-D786-47D4-AD48-4C625DCDAF23}" destId="{281C60FE-1204-4D52-B3F2-AFF45CD3DCE6}" srcOrd="0" destOrd="0" presId="urn:microsoft.com/office/officeart/2005/8/layout/default"/>
    <dgm:cxn modelId="{49B3ADD6-A378-44C8-A4DC-B5377A811D22}" srcId="{841A51BB-708B-449B-BC7F-6D316173E467}" destId="{E028D99D-B08A-4A1A-B70C-FD5D2DBA00C0}" srcOrd="9" destOrd="0" parTransId="{55FDC617-883B-46C7-8301-41273F90FF34}" sibTransId="{68D2C9AC-DE4F-48B4-A599-781953F9E17B}"/>
    <dgm:cxn modelId="{E8DF15E5-AD93-4E57-AD9A-F96B40C83193}" srcId="{841A51BB-708B-449B-BC7F-6D316173E467}" destId="{C225D32D-B5E0-4C5C-B702-7F433B8999ED}" srcOrd="8" destOrd="0" parTransId="{13760214-FE9F-4C64-9D7D-3C170870A809}" sibTransId="{1B697974-0953-473F-8EB0-CF8EDA12EE64}"/>
    <dgm:cxn modelId="{796713EC-447A-49D4-8A49-9E65071305EA}" type="presOf" srcId="{B43EFDCD-128F-415A-ABBC-AD7EADD58F03}" destId="{6E9749F5-0E98-4FED-85B4-EF9436163A9D}" srcOrd="0" destOrd="0" presId="urn:microsoft.com/office/officeart/2005/8/layout/default"/>
    <dgm:cxn modelId="{67DF82F9-1BB2-4A30-B677-83CEC8DF79DA}" srcId="{841A51BB-708B-449B-BC7F-6D316173E467}" destId="{4FBD6F8A-C2BF-4331-8761-17566D3FBBA0}" srcOrd="4" destOrd="0" parTransId="{963A3A80-F911-4F6A-A898-A984BC5570A3}" sibTransId="{64F6A4DC-9B04-4B4F-A509-FC26CAC02F5B}"/>
    <dgm:cxn modelId="{4950A3FA-A299-41C0-8522-D9032740FB91}" type="presOf" srcId="{E028D99D-B08A-4A1A-B70C-FD5D2DBA00C0}" destId="{12EDCD97-C973-4C3B-BADF-FB232ECD1CE8}" srcOrd="0" destOrd="0" presId="urn:microsoft.com/office/officeart/2005/8/layout/default"/>
    <dgm:cxn modelId="{A3350E60-7AA1-43F8-A633-94136A03016C}" type="presParOf" srcId="{68258A31-09C5-4953-88B9-ADDF8043F978}" destId="{62EC2975-CB66-430F-A7F1-50743BD8395D}" srcOrd="0" destOrd="0" presId="urn:microsoft.com/office/officeart/2005/8/layout/default"/>
    <dgm:cxn modelId="{7CB67284-166C-45D0-BFC5-4386995D8F7A}" type="presParOf" srcId="{68258A31-09C5-4953-88B9-ADDF8043F978}" destId="{1D77DFA8-8693-4EB2-A207-2244E7B22FD3}" srcOrd="1" destOrd="0" presId="urn:microsoft.com/office/officeart/2005/8/layout/default"/>
    <dgm:cxn modelId="{971FC3AA-F234-4C6C-8D7E-C890F5F44740}" type="presParOf" srcId="{68258A31-09C5-4953-88B9-ADDF8043F978}" destId="{D2952357-5F8C-4695-93E6-22F893550FA3}" srcOrd="2" destOrd="0" presId="urn:microsoft.com/office/officeart/2005/8/layout/default"/>
    <dgm:cxn modelId="{B8507E4D-325F-45A8-AE46-5E2CDB9788F2}" type="presParOf" srcId="{68258A31-09C5-4953-88B9-ADDF8043F978}" destId="{ADBC7B77-ED21-44A3-9334-F2AC0749139C}" srcOrd="3" destOrd="0" presId="urn:microsoft.com/office/officeart/2005/8/layout/default"/>
    <dgm:cxn modelId="{BD1C98C3-6E8D-4A81-ACB1-B63419C65B28}" type="presParOf" srcId="{68258A31-09C5-4953-88B9-ADDF8043F978}" destId="{281C60FE-1204-4D52-B3F2-AFF45CD3DCE6}" srcOrd="4" destOrd="0" presId="urn:microsoft.com/office/officeart/2005/8/layout/default"/>
    <dgm:cxn modelId="{33D65C02-534A-46C0-9C2F-3BC5CE5DD5AF}" type="presParOf" srcId="{68258A31-09C5-4953-88B9-ADDF8043F978}" destId="{3D4C2132-7096-45D5-A60A-392089792B9A}" srcOrd="5" destOrd="0" presId="urn:microsoft.com/office/officeart/2005/8/layout/default"/>
    <dgm:cxn modelId="{A5551E74-37B0-40EE-8E5B-C80A0632D6B4}" type="presParOf" srcId="{68258A31-09C5-4953-88B9-ADDF8043F978}" destId="{B69EA464-F2A1-447D-84A6-4ED850053549}" srcOrd="6" destOrd="0" presId="urn:microsoft.com/office/officeart/2005/8/layout/default"/>
    <dgm:cxn modelId="{9970E3C1-03C5-4E32-AF24-09983882A6C0}" type="presParOf" srcId="{68258A31-09C5-4953-88B9-ADDF8043F978}" destId="{2302AAA9-D3DA-4F05-80E7-D952A8D912B1}" srcOrd="7" destOrd="0" presId="urn:microsoft.com/office/officeart/2005/8/layout/default"/>
    <dgm:cxn modelId="{D4477B6D-04C6-424F-B529-E86C40C80DF0}" type="presParOf" srcId="{68258A31-09C5-4953-88B9-ADDF8043F978}" destId="{1C9AB1F2-9FBA-4CF7-9D12-5A3800DAA551}" srcOrd="8" destOrd="0" presId="urn:microsoft.com/office/officeart/2005/8/layout/default"/>
    <dgm:cxn modelId="{71BEF39B-0E89-46AD-ABC4-6FE977AA020E}" type="presParOf" srcId="{68258A31-09C5-4953-88B9-ADDF8043F978}" destId="{575BCC3E-06A5-4E1C-AF24-39E7534A1AC4}" srcOrd="9" destOrd="0" presId="urn:microsoft.com/office/officeart/2005/8/layout/default"/>
    <dgm:cxn modelId="{00687449-C768-450D-9E05-0AC980E25B4C}" type="presParOf" srcId="{68258A31-09C5-4953-88B9-ADDF8043F978}" destId="{ED633261-A68A-49B9-9410-3372290051A0}" srcOrd="10" destOrd="0" presId="urn:microsoft.com/office/officeart/2005/8/layout/default"/>
    <dgm:cxn modelId="{A8D22C3C-223C-4BB2-AB12-190C4E8DD5BC}" type="presParOf" srcId="{68258A31-09C5-4953-88B9-ADDF8043F978}" destId="{A3C9047B-F87F-47E8-A970-2CDF34F9F5BF}" srcOrd="11" destOrd="0" presId="urn:microsoft.com/office/officeart/2005/8/layout/default"/>
    <dgm:cxn modelId="{E9A5BDB5-6965-4005-8EF9-6AA4A5F1715D}" type="presParOf" srcId="{68258A31-09C5-4953-88B9-ADDF8043F978}" destId="{6E9749F5-0E98-4FED-85B4-EF9436163A9D}" srcOrd="12" destOrd="0" presId="urn:microsoft.com/office/officeart/2005/8/layout/default"/>
    <dgm:cxn modelId="{FAE3D3C2-9E3A-48C6-86CF-44697F3671BF}" type="presParOf" srcId="{68258A31-09C5-4953-88B9-ADDF8043F978}" destId="{C3A32CB8-2469-4FA7-8782-5E9B4198F050}" srcOrd="13" destOrd="0" presId="urn:microsoft.com/office/officeart/2005/8/layout/default"/>
    <dgm:cxn modelId="{490661FD-151D-4B8A-996F-2F50E5FE978B}" type="presParOf" srcId="{68258A31-09C5-4953-88B9-ADDF8043F978}" destId="{AC7F22D5-3E04-4A66-ACB4-915417DEFFAB}" srcOrd="14" destOrd="0" presId="urn:microsoft.com/office/officeart/2005/8/layout/default"/>
    <dgm:cxn modelId="{3A1F9E99-0B14-4EBA-A43C-853699101130}" type="presParOf" srcId="{68258A31-09C5-4953-88B9-ADDF8043F978}" destId="{952BD9E0-B4CD-45A0-8EBB-8769D7E4BBCF}" srcOrd="15" destOrd="0" presId="urn:microsoft.com/office/officeart/2005/8/layout/default"/>
    <dgm:cxn modelId="{3F5A10ED-153C-4E53-BDB2-0C938F25304C}" type="presParOf" srcId="{68258A31-09C5-4953-88B9-ADDF8043F978}" destId="{0DCDFED4-5DC0-4957-8536-EEB364B9DE8D}" srcOrd="16" destOrd="0" presId="urn:microsoft.com/office/officeart/2005/8/layout/default"/>
    <dgm:cxn modelId="{C6003A5D-D5C0-4CC4-B546-A37F490558C6}" type="presParOf" srcId="{68258A31-09C5-4953-88B9-ADDF8043F978}" destId="{B33AB91B-C94D-40AD-99AC-062E24032BBD}" srcOrd="17" destOrd="0" presId="urn:microsoft.com/office/officeart/2005/8/layout/default"/>
    <dgm:cxn modelId="{F4CAFE8B-5352-425A-91AD-1FE5D14958AE}" type="presParOf" srcId="{68258A31-09C5-4953-88B9-ADDF8043F978}" destId="{12EDCD97-C973-4C3B-BADF-FB232ECD1CE8}" srcOrd="18" destOrd="0" presId="urn:microsoft.com/office/officeart/2005/8/layout/default"/>
    <dgm:cxn modelId="{9BF24025-9161-4924-A3AA-6BC0210C2F1A}" type="presParOf" srcId="{68258A31-09C5-4953-88B9-ADDF8043F978}" destId="{7628CB52-E055-47FF-870A-13F9A7855E15}" srcOrd="19" destOrd="0" presId="urn:microsoft.com/office/officeart/2005/8/layout/default"/>
    <dgm:cxn modelId="{DB5F6AFC-729F-4BB6-ACAC-2D8E5116260C}" type="presParOf" srcId="{68258A31-09C5-4953-88B9-ADDF8043F978}" destId="{6778DE2C-57B5-4247-B2A8-9824824FFB2E}" srcOrd="20" destOrd="0" presId="urn:microsoft.com/office/officeart/2005/8/layout/default"/>
    <dgm:cxn modelId="{561355E3-DEF1-44CC-9EF0-0A42B98841FE}" type="presParOf" srcId="{68258A31-09C5-4953-88B9-ADDF8043F978}" destId="{E36A7984-3ADE-4121-A590-4E8C34345024}" srcOrd="21" destOrd="0" presId="urn:microsoft.com/office/officeart/2005/8/layout/default"/>
    <dgm:cxn modelId="{9C1C5BC0-1250-4D4D-AD63-4F809763BECB}" type="presParOf" srcId="{68258A31-09C5-4953-88B9-ADDF8043F978}" destId="{333BE2AA-4AF6-498B-A8C1-7BE02946A401}"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C00F3E-9A71-4320-AFF1-E198CA1B5DE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GB"/>
        </a:p>
      </dgm:t>
    </dgm:pt>
    <dgm:pt modelId="{70DF0385-097B-49B4-948E-AF403BCA8296}">
      <dgm:prSet phldrT="[Text]"/>
      <dgm:spPr/>
      <dgm:t>
        <a:bodyPr/>
        <a:lstStyle/>
        <a:p>
          <a:r>
            <a:rPr lang="en-GB" dirty="0"/>
            <a:t>Government as a stakeholder of business</a:t>
          </a:r>
        </a:p>
      </dgm:t>
    </dgm:pt>
    <dgm:pt modelId="{87A36FA8-9FE9-49EB-81B7-820E865FB5A9}" type="parTrans" cxnId="{5FC93493-D339-4CA3-A611-BEC2E79BC94E}">
      <dgm:prSet/>
      <dgm:spPr/>
      <dgm:t>
        <a:bodyPr/>
        <a:lstStyle/>
        <a:p>
          <a:endParaRPr lang="en-GB"/>
        </a:p>
      </dgm:t>
    </dgm:pt>
    <dgm:pt modelId="{0D1CB558-8B04-42BE-AB09-C5C753AEA8E4}" type="sibTrans" cxnId="{5FC93493-D339-4CA3-A611-BEC2E79BC94E}">
      <dgm:prSet/>
      <dgm:spPr/>
      <dgm:t>
        <a:bodyPr/>
        <a:lstStyle/>
        <a:p>
          <a:endParaRPr lang="en-GB"/>
        </a:p>
      </dgm:t>
    </dgm:pt>
    <dgm:pt modelId="{DFC19642-CA90-481F-8920-5EFF634AA828}">
      <dgm:prSet phldrT="[Text]"/>
      <dgm:spPr/>
      <dgm:t>
        <a:bodyPr/>
        <a:lstStyle/>
        <a:p>
          <a:r>
            <a:rPr lang="en-GB" dirty="0"/>
            <a:t>Government as the elected representative of citizens’ interests</a:t>
          </a:r>
        </a:p>
      </dgm:t>
    </dgm:pt>
    <dgm:pt modelId="{9A14667B-C72A-47BF-9291-24E5229A46B8}" type="parTrans" cxnId="{AC47E477-75B2-486A-B6D5-88216F925FE1}">
      <dgm:prSet/>
      <dgm:spPr/>
      <dgm:t>
        <a:bodyPr/>
        <a:lstStyle/>
        <a:p>
          <a:endParaRPr lang="en-GB"/>
        </a:p>
      </dgm:t>
    </dgm:pt>
    <dgm:pt modelId="{9E2528A0-CEE7-458C-B829-C5F3316574A4}" type="sibTrans" cxnId="{AC47E477-75B2-486A-B6D5-88216F925FE1}">
      <dgm:prSet/>
      <dgm:spPr/>
      <dgm:t>
        <a:bodyPr/>
        <a:lstStyle/>
        <a:p>
          <a:endParaRPr lang="en-GB"/>
        </a:p>
      </dgm:t>
    </dgm:pt>
    <dgm:pt modelId="{3385B061-2822-4E04-97DE-86E8690BA6CC}">
      <dgm:prSet phldrT="[Text]"/>
      <dgm:spPr/>
      <dgm:t>
        <a:bodyPr/>
        <a:lstStyle/>
        <a:p>
          <a:r>
            <a:rPr lang="en-GB" dirty="0"/>
            <a:t>Restricting business</a:t>
          </a:r>
        </a:p>
      </dgm:t>
    </dgm:pt>
    <dgm:pt modelId="{BFDA16CA-D7F3-40BA-8F7A-90C3D50C35DC}" type="parTrans" cxnId="{192635E1-D639-4115-8ADD-A0296814DA4A}">
      <dgm:prSet/>
      <dgm:spPr/>
      <dgm:t>
        <a:bodyPr/>
        <a:lstStyle/>
        <a:p>
          <a:endParaRPr lang="en-GB"/>
        </a:p>
      </dgm:t>
    </dgm:pt>
    <dgm:pt modelId="{3282016E-B2C5-4AA5-8D65-151E0AE5C13F}" type="sibTrans" cxnId="{192635E1-D639-4115-8ADD-A0296814DA4A}">
      <dgm:prSet/>
      <dgm:spPr/>
      <dgm:t>
        <a:bodyPr/>
        <a:lstStyle/>
        <a:p>
          <a:endParaRPr lang="en-GB"/>
        </a:p>
      </dgm:t>
    </dgm:pt>
    <dgm:pt modelId="{CBC8BDC9-FEA1-4585-85B4-D5875D8B6265}">
      <dgm:prSet phldrT="[Text]"/>
      <dgm:spPr/>
      <dgm:t>
        <a:bodyPr/>
        <a:lstStyle/>
        <a:p>
          <a:r>
            <a:rPr lang="en-GB" dirty="0"/>
            <a:t>Enabling business</a:t>
          </a:r>
        </a:p>
      </dgm:t>
    </dgm:pt>
    <dgm:pt modelId="{215D0404-E972-4B90-AD2B-8FDE03FE8624}" type="parTrans" cxnId="{8E0605FD-4944-4C99-942B-46D671E4B8B7}">
      <dgm:prSet/>
      <dgm:spPr/>
      <dgm:t>
        <a:bodyPr/>
        <a:lstStyle/>
        <a:p>
          <a:endParaRPr lang="en-GB"/>
        </a:p>
      </dgm:t>
    </dgm:pt>
    <dgm:pt modelId="{5F25EF18-9EC7-434F-A33F-07C49425BAE1}" type="sibTrans" cxnId="{8E0605FD-4944-4C99-942B-46D671E4B8B7}">
      <dgm:prSet/>
      <dgm:spPr/>
      <dgm:t>
        <a:bodyPr/>
        <a:lstStyle/>
        <a:p>
          <a:endParaRPr lang="en-GB"/>
        </a:p>
      </dgm:t>
    </dgm:pt>
    <dgm:pt modelId="{00C8D69E-6C75-4F02-B2DF-3B2BD0D60D8C}">
      <dgm:prSet phldrT="[Text]"/>
      <dgm:spPr/>
      <dgm:t>
        <a:bodyPr/>
        <a:lstStyle/>
        <a:p>
          <a:r>
            <a:rPr lang="en-GB" dirty="0"/>
            <a:t>Government as an actor (or group of actors) with interests of its own</a:t>
          </a:r>
        </a:p>
      </dgm:t>
    </dgm:pt>
    <dgm:pt modelId="{0D93C3E1-6C21-4DE6-B96F-4881D6C5B07E}" type="parTrans" cxnId="{BD0F0A27-4804-42AD-9752-B3D4BDB138B4}">
      <dgm:prSet/>
      <dgm:spPr/>
      <dgm:t>
        <a:bodyPr/>
        <a:lstStyle/>
        <a:p>
          <a:endParaRPr lang="en-GB"/>
        </a:p>
      </dgm:t>
    </dgm:pt>
    <dgm:pt modelId="{968022B4-B928-4D27-A905-74A178B8F169}" type="sibTrans" cxnId="{BD0F0A27-4804-42AD-9752-B3D4BDB138B4}">
      <dgm:prSet/>
      <dgm:spPr/>
      <dgm:t>
        <a:bodyPr/>
        <a:lstStyle/>
        <a:p>
          <a:endParaRPr lang="en-GB"/>
        </a:p>
      </dgm:t>
    </dgm:pt>
    <dgm:pt modelId="{4F43E38B-8D3C-4226-BA26-4265259FF291}">
      <dgm:prSet phldrT="[Text]"/>
      <dgm:spPr/>
      <dgm:t>
        <a:bodyPr/>
        <a:lstStyle/>
        <a:p>
          <a:r>
            <a:rPr lang="en-GB" dirty="0"/>
            <a:t>Dependent on business</a:t>
          </a:r>
        </a:p>
      </dgm:t>
    </dgm:pt>
    <dgm:pt modelId="{FBD235B1-E34E-4D10-AB64-31584DD8FF01}" type="parTrans" cxnId="{70FFB433-9264-4EB6-8A40-2E849ACBEFBF}">
      <dgm:prSet/>
      <dgm:spPr/>
      <dgm:t>
        <a:bodyPr/>
        <a:lstStyle/>
        <a:p>
          <a:endParaRPr lang="en-GB"/>
        </a:p>
      </dgm:t>
    </dgm:pt>
    <dgm:pt modelId="{569A3F59-9EB3-486A-85DB-90BE467199E0}" type="sibTrans" cxnId="{70FFB433-9264-4EB6-8A40-2E849ACBEFBF}">
      <dgm:prSet/>
      <dgm:spPr/>
      <dgm:t>
        <a:bodyPr/>
        <a:lstStyle/>
        <a:p>
          <a:endParaRPr lang="en-GB"/>
        </a:p>
      </dgm:t>
    </dgm:pt>
    <dgm:pt modelId="{11CDFAE9-4F95-48ED-AACA-FAD41C36C259}">
      <dgm:prSet phldrT="[Text]"/>
      <dgm:spPr/>
      <dgm:t>
        <a:bodyPr/>
        <a:lstStyle/>
        <a:p>
          <a:r>
            <a:rPr lang="en-GB" dirty="0"/>
            <a:t>Competing with business</a:t>
          </a:r>
        </a:p>
      </dgm:t>
    </dgm:pt>
    <dgm:pt modelId="{E5E58933-926B-4601-9BEC-E1477DFF3A75}" type="parTrans" cxnId="{6112162E-F14D-4711-B849-95B2738D7052}">
      <dgm:prSet/>
      <dgm:spPr/>
      <dgm:t>
        <a:bodyPr/>
        <a:lstStyle/>
        <a:p>
          <a:endParaRPr lang="en-GB"/>
        </a:p>
      </dgm:t>
    </dgm:pt>
    <dgm:pt modelId="{41426A63-4CBF-472E-8810-043AF2D6EB36}" type="sibTrans" cxnId="{6112162E-F14D-4711-B849-95B2738D7052}">
      <dgm:prSet/>
      <dgm:spPr/>
      <dgm:t>
        <a:bodyPr/>
        <a:lstStyle/>
        <a:p>
          <a:endParaRPr lang="en-GB"/>
        </a:p>
      </dgm:t>
    </dgm:pt>
    <dgm:pt modelId="{8FAD2839-A240-4040-BFF4-F38768BD2383}" type="pres">
      <dgm:prSet presAssocID="{59C00F3E-9A71-4320-AFF1-E198CA1B5DE7}" presName="hierChild1" presStyleCnt="0">
        <dgm:presLayoutVars>
          <dgm:chPref val="1"/>
          <dgm:dir/>
          <dgm:animOne val="branch"/>
          <dgm:animLvl val="lvl"/>
          <dgm:resizeHandles/>
        </dgm:presLayoutVars>
      </dgm:prSet>
      <dgm:spPr/>
    </dgm:pt>
    <dgm:pt modelId="{9851566B-B079-4D8D-847D-60807E18396F}" type="pres">
      <dgm:prSet presAssocID="{70DF0385-097B-49B4-948E-AF403BCA8296}" presName="hierRoot1" presStyleCnt="0"/>
      <dgm:spPr/>
    </dgm:pt>
    <dgm:pt modelId="{C1243DDB-FACB-4E90-AB51-953798EEEA93}" type="pres">
      <dgm:prSet presAssocID="{70DF0385-097B-49B4-948E-AF403BCA8296}" presName="composite" presStyleCnt="0"/>
      <dgm:spPr/>
    </dgm:pt>
    <dgm:pt modelId="{5879F5B9-F9EE-4CFF-90AE-737F5448CE23}" type="pres">
      <dgm:prSet presAssocID="{70DF0385-097B-49B4-948E-AF403BCA8296}" presName="background" presStyleLbl="node0" presStyleIdx="0" presStyleCnt="1"/>
      <dgm:spPr/>
    </dgm:pt>
    <dgm:pt modelId="{87EEBB8D-5F9F-44FD-8AC3-AFEF52693029}" type="pres">
      <dgm:prSet presAssocID="{70DF0385-097B-49B4-948E-AF403BCA8296}" presName="text" presStyleLbl="fgAcc0" presStyleIdx="0" presStyleCnt="1">
        <dgm:presLayoutVars>
          <dgm:chPref val="3"/>
        </dgm:presLayoutVars>
      </dgm:prSet>
      <dgm:spPr/>
    </dgm:pt>
    <dgm:pt modelId="{7097E2E8-524F-4BC3-ADC9-5118FB446046}" type="pres">
      <dgm:prSet presAssocID="{70DF0385-097B-49B4-948E-AF403BCA8296}" presName="hierChild2" presStyleCnt="0"/>
      <dgm:spPr/>
    </dgm:pt>
    <dgm:pt modelId="{4A5C8956-5269-4C24-8CD7-BF6C2B686141}" type="pres">
      <dgm:prSet presAssocID="{9A14667B-C72A-47BF-9291-24E5229A46B8}" presName="Name10" presStyleLbl="parChTrans1D2" presStyleIdx="0" presStyleCnt="2"/>
      <dgm:spPr/>
    </dgm:pt>
    <dgm:pt modelId="{A6B398A4-9CA1-490B-8414-D84CF24737CC}" type="pres">
      <dgm:prSet presAssocID="{DFC19642-CA90-481F-8920-5EFF634AA828}" presName="hierRoot2" presStyleCnt="0"/>
      <dgm:spPr/>
    </dgm:pt>
    <dgm:pt modelId="{FCF2AA19-0919-47BC-B323-078CD9BB5D1D}" type="pres">
      <dgm:prSet presAssocID="{DFC19642-CA90-481F-8920-5EFF634AA828}" presName="composite2" presStyleCnt="0"/>
      <dgm:spPr/>
    </dgm:pt>
    <dgm:pt modelId="{F71A1044-C32B-4A30-9E0C-C3208F32B412}" type="pres">
      <dgm:prSet presAssocID="{DFC19642-CA90-481F-8920-5EFF634AA828}" presName="background2" presStyleLbl="node2" presStyleIdx="0" presStyleCnt="2"/>
      <dgm:spPr/>
    </dgm:pt>
    <dgm:pt modelId="{F219144E-9180-40AB-AA9D-078F5553E285}" type="pres">
      <dgm:prSet presAssocID="{DFC19642-CA90-481F-8920-5EFF634AA828}" presName="text2" presStyleLbl="fgAcc2" presStyleIdx="0" presStyleCnt="2">
        <dgm:presLayoutVars>
          <dgm:chPref val="3"/>
        </dgm:presLayoutVars>
      </dgm:prSet>
      <dgm:spPr/>
    </dgm:pt>
    <dgm:pt modelId="{67B0AB33-9334-4CE9-86EB-437ED626F39F}" type="pres">
      <dgm:prSet presAssocID="{DFC19642-CA90-481F-8920-5EFF634AA828}" presName="hierChild3" presStyleCnt="0"/>
      <dgm:spPr/>
    </dgm:pt>
    <dgm:pt modelId="{1B1830CA-36D6-44A3-A6A8-9A0ED4994E0D}" type="pres">
      <dgm:prSet presAssocID="{BFDA16CA-D7F3-40BA-8F7A-90C3D50C35DC}" presName="Name17" presStyleLbl="parChTrans1D3" presStyleIdx="0" presStyleCnt="4"/>
      <dgm:spPr/>
    </dgm:pt>
    <dgm:pt modelId="{D65A4DD5-16F0-4C0E-8B86-5C65A0F02B49}" type="pres">
      <dgm:prSet presAssocID="{3385B061-2822-4E04-97DE-86E8690BA6CC}" presName="hierRoot3" presStyleCnt="0"/>
      <dgm:spPr/>
    </dgm:pt>
    <dgm:pt modelId="{D0FF030E-138B-4294-8C1C-BE2972A80403}" type="pres">
      <dgm:prSet presAssocID="{3385B061-2822-4E04-97DE-86E8690BA6CC}" presName="composite3" presStyleCnt="0"/>
      <dgm:spPr/>
    </dgm:pt>
    <dgm:pt modelId="{B4C487C4-C393-42FF-9012-EB4878AD355A}" type="pres">
      <dgm:prSet presAssocID="{3385B061-2822-4E04-97DE-86E8690BA6CC}" presName="background3" presStyleLbl="node3" presStyleIdx="0" presStyleCnt="4"/>
      <dgm:spPr/>
    </dgm:pt>
    <dgm:pt modelId="{9F0D778F-2793-4E4A-96A8-4F99B404E286}" type="pres">
      <dgm:prSet presAssocID="{3385B061-2822-4E04-97DE-86E8690BA6CC}" presName="text3" presStyleLbl="fgAcc3" presStyleIdx="0" presStyleCnt="4">
        <dgm:presLayoutVars>
          <dgm:chPref val="3"/>
        </dgm:presLayoutVars>
      </dgm:prSet>
      <dgm:spPr/>
    </dgm:pt>
    <dgm:pt modelId="{191D0E7F-184A-43AC-9D2C-012D25DA2F72}" type="pres">
      <dgm:prSet presAssocID="{3385B061-2822-4E04-97DE-86E8690BA6CC}" presName="hierChild4" presStyleCnt="0"/>
      <dgm:spPr/>
    </dgm:pt>
    <dgm:pt modelId="{2F9DBA15-DB88-49A7-9E6E-D03E8461DD95}" type="pres">
      <dgm:prSet presAssocID="{215D0404-E972-4B90-AD2B-8FDE03FE8624}" presName="Name17" presStyleLbl="parChTrans1D3" presStyleIdx="1" presStyleCnt="4"/>
      <dgm:spPr/>
    </dgm:pt>
    <dgm:pt modelId="{A07D38F3-1B32-4A50-8F0F-E02C863154E7}" type="pres">
      <dgm:prSet presAssocID="{CBC8BDC9-FEA1-4585-85B4-D5875D8B6265}" presName="hierRoot3" presStyleCnt="0"/>
      <dgm:spPr/>
    </dgm:pt>
    <dgm:pt modelId="{49826912-F245-45B5-9C95-4D41EF3669D9}" type="pres">
      <dgm:prSet presAssocID="{CBC8BDC9-FEA1-4585-85B4-D5875D8B6265}" presName="composite3" presStyleCnt="0"/>
      <dgm:spPr/>
    </dgm:pt>
    <dgm:pt modelId="{9BFE38B7-A0A4-4E49-8726-A0D876E1C89A}" type="pres">
      <dgm:prSet presAssocID="{CBC8BDC9-FEA1-4585-85B4-D5875D8B6265}" presName="background3" presStyleLbl="node3" presStyleIdx="1" presStyleCnt="4"/>
      <dgm:spPr/>
    </dgm:pt>
    <dgm:pt modelId="{1E42C536-7EF0-4C2D-8BB2-0179559AF4E2}" type="pres">
      <dgm:prSet presAssocID="{CBC8BDC9-FEA1-4585-85B4-D5875D8B6265}" presName="text3" presStyleLbl="fgAcc3" presStyleIdx="1" presStyleCnt="4">
        <dgm:presLayoutVars>
          <dgm:chPref val="3"/>
        </dgm:presLayoutVars>
      </dgm:prSet>
      <dgm:spPr/>
    </dgm:pt>
    <dgm:pt modelId="{9DCBC6FE-B728-4F0A-A30E-8E529E508B51}" type="pres">
      <dgm:prSet presAssocID="{CBC8BDC9-FEA1-4585-85B4-D5875D8B6265}" presName="hierChild4" presStyleCnt="0"/>
      <dgm:spPr/>
    </dgm:pt>
    <dgm:pt modelId="{AA4ED867-F761-4D1E-93E3-85CB6B19245E}" type="pres">
      <dgm:prSet presAssocID="{0D93C3E1-6C21-4DE6-B96F-4881D6C5B07E}" presName="Name10" presStyleLbl="parChTrans1D2" presStyleIdx="1" presStyleCnt="2"/>
      <dgm:spPr/>
    </dgm:pt>
    <dgm:pt modelId="{CAD86CCE-6AC6-43B6-959C-6F2E9CD84B40}" type="pres">
      <dgm:prSet presAssocID="{00C8D69E-6C75-4F02-B2DF-3B2BD0D60D8C}" presName="hierRoot2" presStyleCnt="0"/>
      <dgm:spPr/>
    </dgm:pt>
    <dgm:pt modelId="{02510DC2-D72F-4AD0-8D27-DCE9414324E5}" type="pres">
      <dgm:prSet presAssocID="{00C8D69E-6C75-4F02-B2DF-3B2BD0D60D8C}" presName="composite2" presStyleCnt="0"/>
      <dgm:spPr/>
    </dgm:pt>
    <dgm:pt modelId="{0AF89A91-DA9E-45BF-BBD7-A44CDA00CE02}" type="pres">
      <dgm:prSet presAssocID="{00C8D69E-6C75-4F02-B2DF-3B2BD0D60D8C}" presName="background2" presStyleLbl="node2" presStyleIdx="1" presStyleCnt="2"/>
      <dgm:spPr/>
    </dgm:pt>
    <dgm:pt modelId="{D7288282-DF5C-4582-ABE5-B2AC3A1F77BD}" type="pres">
      <dgm:prSet presAssocID="{00C8D69E-6C75-4F02-B2DF-3B2BD0D60D8C}" presName="text2" presStyleLbl="fgAcc2" presStyleIdx="1" presStyleCnt="2">
        <dgm:presLayoutVars>
          <dgm:chPref val="3"/>
        </dgm:presLayoutVars>
      </dgm:prSet>
      <dgm:spPr/>
    </dgm:pt>
    <dgm:pt modelId="{E21824BE-61BD-4620-B1B7-D10BDDB87093}" type="pres">
      <dgm:prSet presAssocID="{00C8D69E-6C75-4F02-B2DF-3B2BD0D60D8C}" presName="hierChild3" presStyleCnt="0"/>
      <dgm:spPr/>
    </dgm:pt>
    <dgm:pt modelId="{AAF94954-0060-4919-84CF-977BFAD1C901}" type="pres">
      <dgm:prSet presAssocID="{FBD235B1-E34E-4D10-AB64-31584DD8FF01}" presName="Name17" presStyleLbl="parChTrans1D3" presStyleIdx="2" presStyleCnt="4"/>
      <dgm:spPr/>
    </dgm:pt>
    <dgm:pt modelId="{8A7FB9DA-4571-4403-BC0D-1DC587CAD1E7}" type="pres">
      <dgm:prSet presAssocID="{4F43E38B-8D3C-4226-BA26-4265259FF291}" presName="hierRoot3" presStyleCnt="0"/>
      <dgm:spPr/>
    </dgm:pt>
    <dgm:pt modelId="{B80E11A9-E720-4FFD-982C-12733DF615BD}" type="pres">
      <dgm:prSet presAssocID="{4F43E38B-8D3C-4226-BA26-4265259FF291}" presName="composite3" presStyleCnt="0"/>
      <dgm:spPr/>
    </dgm:pt>
    <dgm:pt modelId="{0135CA6C-C057-49C7-BBC8-AF4764F14657}" type="pres">
      <dgm:prSet presAssocID="{4F43E38B-8D3C-4226-BA26-4265259FF291}" presName="background3" presStyleLbl="node3" presStyleIdx="2" presStyleCnt="4"/>
      <dgm:spPr/>
    </dgm:pt>
    <dgm:pt modelId="{8BB971EB-6540-424D-B1E0-1A17837A6615}" type="pres">
      <dgm:prSet presAssocID="{4F43E38B-8D3C-4226-BA26-4265259FF291}" presName="text3" presStyleLbl="fgAcc3" presStyleIdx="2" presStyleCnt="4">
        <dgm:presLayoutVars>
          <dgm:chPref val="3"/>
        </dgm:presLayoutVars>
      </dgm:prSet>
      <dgm:spPr/>
    </dgm:pt>
    <dgm:pt modelId="{FCB2A7AB-5547-49F8-80B0-9334936E5ED0}" type="pres">
      <dgm:prSet presAssocID="{4F43E38B-8D3C-4226-BA26-4265259FF291}" presName="hierChild4" presStyleCnt="0"/>
      <dgm:spPr/>
    </dgm:pt>
    <dgm:pt modelId="{3CFD6ADC-3067-4F5C-8028-30EEFADC2D92}" type="pres">
      <dgm:prSet presAssocID="{E5E58933-926B-4601-9BEC-E1477DFF3A75}" presName="Name17" presStyleLbl="parChTrans1D3" presStyleIdx="3" presStyleCnt="4"/>
      <dgm:spPr/>
    </dgm:pt>
    <dgm:pt modelId="{3355F0F2-89DF-4ED9-A6B8-5BCFBDC8921F}" type="pres">
      <dgm:prSet presAssocID="{11CDFAE9-4F95-48ED-AACA-FAD41C36C259}" presName="hierRoot3" presStyleCnt="0"/>
      <dgm:spPr/>
    </dgm:pt>
    <dgm:pt modelId="{1FD899F7-3FAE-4050-8A9C-6C3D28ED0BD1}" type="pres">
      <dgm:prSet presAssocID="{11CDFAE9-4F95-48ED-AACA-FAD41C36C259}" presName="composite3" presStyleCnt="0"/>
      <dgm:spPr/>
    </dgm:pt>
    <dgm:pt modelId="{0182007D-3A4F-4580-B302-54C9E8AA3D42}" type="pres">
      <dgm:prSet presAssocID="{11CDFAE9-4F95-48ED-AACA-FAD41C36C259}" presName="background3" presStyleLbl="node3" presStyleIdx="3" presStyleCnt="4"/>
      <dgm:spPr/>
    </dgm:pt>
    <dgm:pt modelId="{C57E3231-CADC-4AB3-9D03-989B6C125D0B}" type="pres">
      <dgm:prSet presAssocID="{11CDFAE9-4F95-48ED-AACA-FAD41C36C259}" presName="text3" presStyleLbl="fgAcc3" presStyleIdx="3" presStyleCnt="4">
        <dgm:presLayoutVars>
          <dgm:chPref val="3"/>
        </dgm:presLayoutVars>
      </dgm:prSet>
      <dgm:spPr/>
    </dgm:pt>
    <dgm:pt modelId="{86A679CE-4D9C-43FD-93D5-DD4CF1F49FF7}" type="pres">
      <dgm:prSet presAssocID="{11CDFAE9-4F95-48ED-AACA-FAD41C36C259}" presName="hierChild4" presStyleCnt="0"/>
      <dgm:spPr/>
    </dgm:pt>
  </dgm:ptLst>
  <dgm:cxnLst>
    <dgm:cxn modelId="{25518302-4449-474C-AEB5-BFD8B8D83F96}" type="presOf" srcId="{CBC8BDC9-FEA1-4585-85B4-D5875D8B6265}" destId="{1E42C536-7EF0-4C2D-8BB2-0179559AF4E2}" srcOrd="0" destOrd="0" presId="urn:microsoft.com/office/officeart/2005/8/layout/hierarchy1"/>
    <dgm:cxn modelId="{59EC5B05-124B-471C-AA4D-71DD4F420382}" type="presOf" srcId="{0D93C3E1-6C21-4DE6-B96F-4881D6C5B07E}" destId="{AA4ED867-F761-4D1E-93E3-85CB6B19245E}" srcOrd="0" destOrd="0" presId="urn:microsoft.com/office/officeart/2005/8/layout/hierarchy1"/>
    <dgm:cxn modelId="{669E3F17-9D45-4BFF-94ED-F4F9B59BCCEA}" type="presOf" srcId="{215D0404-E972-4B90-AD2B-8FDE03FE8624}" destId="{2F9DBA15-DB88-49A7-9E6E-D03E8461DD95}" srcOrd="0" destOrd="0" presId="urn:microsoft.com/office/officeart/2005/8/layout/hierarchy1"/>
    <dgm:cxn modelId="{BD0F0A27-4804-42AD-9752-B3D4BDB138B4}" srcId="{70DF0385-097B-49B4-948E-AF403BCA8296}" destId="{00C8D69E-6C75-4F02-B2DF-3B2BD0D60D8C}" srcOrd="1" destOrd="0" parTransId="{0D93C3E1-6C21-4DE6-B96F-4881D6C5B07E}" sibTransId="{968022B4-B928-4D27-A905-74A178B8F169}"/>
    <dgm:cxn modelId="{6112162E-F14D-4711-B849-95B2738D7052}" srcId="{00C8D69E-6C75-4F02-B2DF-3B2BD0D60D8C}" destId="{11CDFAE9-4F95-48ED-AACA-FAD41C36C259}" srcOrd="1" destOrd="0" parTransId="{E5E58933-926B-4601-9BEC-E1477DFF3A75}" sibTransId="{41426A63-4CBF-472E-8810-043AF2D6EB36}"/>
    <dgm:cxn modelId="{70FFB433-9264-4EB6-8A40-2E849ACBEFBF}" srcId="{00C8D69E-6C75-4F02-B2DF-3B2BD0D60D8C}" destId="{4F43E38B-8D3C-4226-BA26-4265259FF291}" srcOrd="0" destOrd="0" parTransId="{FBD235B1-E34E-4D10-AB64-31584DD8FF01}" sibTransId="{569A3F59-9EB3-486A-85DB-90BE467199E0}"/>
    <dgm:cxn modelId="{1BBB7A37-2547-43B4-9988-F3DD24032316}" type="presOf" srcId="{9A14667B-C72A-47BF-9291-24E5229A46B8}" destId="{4A5C8956-5269-4C24-8CD7-BF6C2B686141}" srcOrd="0" destOrd="0" presId="urn:microsoft.com/office/officeart/2005/8/layout/hierarchy1"/>
    <dgm:cxn modelId="{47A7A956-53BC-463B-88B7-B754D2F0C942}" type="presOf" srcId="{11CDFAE9-4F95-48ED-AACA-FAD41C36C259}" destId="{C57E3231-CADC-4AB3-9D03-989B6C125D0B}" srcOrd="0" destOrd="0" presId="urn:microsoft.com/office/officeart/2005/8/layout/hierarchy1"/>
    <dgm:cxn modelId="{39553560-85C2-469F-83B0-E7E1BC9E78E3}" type="presOf" srcId="{70DF0385-097B-49B4-948E-AF403BCA8296}" destId="{87EEBB8D-5F9F-44FD-8AC3-AFEF52693029}" srcOrd="0" destOrd="0" presId="urn:microsoft.com/office/officeart/2005/8/layout/hierarchy1"/>
    <dgm:cxn modelId="{19B9426D-AEE4-4981-B4E3-3A9731CE5ABC}" type="presOf" srcId="{FBD235B1-E34E-4D10-AB64-31584DD8FF01}" destId="{AAF94954-0060-4919-84CF-977BFAD1C901}" srcOrd="0" destOrd="0" presId="urn:microsoft.com/office/officeart/2005/8/layout/hierarchy1"/>
    <dgm:cxn modelId="{AC47E477-75B2-486A-B6D5-88216F925FE1}" srcId="{70DF0385-097B-49B4-948E-AF403BCA8296}" destId="{DFC19642-CA90-481F-8920-5EFF634AA828}" srcOrd="0" destOrd="0" parTransId="{9A14667B-C72A-47BF-9291-24E5229A46B8}" sibTransId="{9E2528A0-CEE7-458C-B829-C5F3316574A4}"/>
    <dgm:cxn modelId="{5FC93493-D339-4CA3-A611-BEC2E79BC94E}" srcId="{59C00F3E-9A71-4320-AFF1-E198CA1B5DE7}" destId="{70DF0385-097B-49B4-948E-AF403BCA8296}" srcOrd="0" destOrd="0" parTransId="{87A36FA8-9FE9-49EB-81B7-820E865FB5A9}" sibTransId="{0D1CB558-8B04-42BE-AB09-C5C753AEA8E4}"/>
    <dgm:cxn modelId="{9FE69D98-525A-4D53-8AC1-E443AF88DC83}" type="presOf" srcId="{3385B061-2822-4E04-97DE-86E8690BA6CC}" destId="{9F0D778F-2793-4E4A-96A8-4F99B404E286}" srcOrd="0" destOrd="0" presId="urn:microsoft.com/office/officeart/2005/8/layout/hierarchy1"/>
    <dgm:cxn modelId="{BE98FFBA-E3E9-4ACD-AEBE-43F00049BB1A}" type="presOf" srcId="{00C8D69E-6C75-4F02-B2DF-3B2BD0D60D8C}" destId="{D7288282-DF5C-4582-ABE5-B2AC3A1F77BD}" srcOrd="0" destOrd="0" presId="urn:microsoft.com/office/officeart/2005/8/layout/hierarchy1"/>
    <dgm:cxn modelId="{C4779BBF-F68E-4FAA-8096-D959DFCC6B14}" type="presOf" srcId="{BFDA16CA-D7F3-40BA-8F7A-90C3D50C35DC}" destId="{1B1830CA-36D6-44A3-A6A8-9A0ED4994E0D}" srcOrd="0" destOrd="0" presId="urn:microsoft.com/office/officeart/2005/8/layout/hierarchy1"/>
    <dgm:cxn modelId="{92ED0AC1-E79C-4FB3-92F6-6E39C2082925}" type="presOf" srcId="{4F43E38B-8D3C-4226-BA26-4265259FF291}" destId="{8BB971EB-6540-424D-B1E0-1A17837A6615}" srcOrd="0" destOrd="0" presId="urn:microsoft.com/office/officeart/2005/8/layout/hierarchy1"/>
    <dgm:cxn modelId="{12DF1ACC-FBEF-46EC-85E2-FC096A5ED1B8}" type="presOf" srcId="{E5E58933-926B-4601-9BEC-E1477DFF3A75}" destId="{3CFD6ADC-3067-4F5C-8028-30EEFADC2D92}" srcOrd="0" destOrd="0" presId="urn:microsoft.com/office/officeart/2005/8/layout/hierarchy1"/>
    <dgm:cxn modelId="{192635E1-D639-4115-8ADD-A0296814DA4A}" srcId="{DFC19642-CA90-481F-8920-5EFF634AA828}" destId="{3385B061-2822-4E04-97DE-86E8690BA6CC}" srcOrd="0" destOrd="0" parTransId="{BFDA16CA-D7F3-40BA-8F7A-90C3D50C35DC}" sibTransId="{3282016E-B2C5-4AA5-8D65-151E0AE5C13F}"/>
    <dgm:cxn modelId="{DE4B77F2-A7A0-473E-B6DF-B94A033DD328}" type="presOf" srcId="{DFC19642-CA90-481F-8920-5EFF634AA828}" destId="{F219144E-9180-40AB-AA9D-078F5553E285}" srcOrd="0" destOrd="0" presId="urn:microsoft.com/office/officeart/2005/8/layout/hierarchy1"/>
    <dgm:cxn modelId="{84E88AF4-C4DC-47E1-8BDD-52E0A7AD8012}" type="presOf" srcId="{59C00F3E-9A71-4320-AFF1-E198CA1B5DE7}" destId="{8FAD2839-A240-4040-BFF4-F38768BD2383}" srcOrd="0" destOrd="0" presId="urn:microsoft.com/office/officeart/2005/8/layout/hierarchy1"/>
    <dgm:cxn modelId="{8E0605FD-4944-4C99-942B-46D671E4B8B7}" srcId="{DFC19642-CA90-481F-8920-5EFF634AA828}" destId="{CBC8BDC9-FEA1-4585-85B4-D5875D8B6265}" srcOrd="1" destOrd="0" parTransId="{215D0404-E972-4B90-AD2B-8FDE03FE8624}" sibTransId="{5F25EF18-9EC7-434F-A33F-07C49425BAE1}"/>
    <dgm:cxn modelId="{12576A90-04F3-4275-81B1-1FEA8D2E85F1}" type="presParOf" srcId="{8FAD2839-A240-4040-BFF4-F38768BD2383}" destId="{9851566B-B079-4D8D-847D-60807E18396F}" srcOrd="0" destOrd="0" presId="urn:microsoft.com/office/officeart/2005/8/layout/hierarchy1"/>
    <dgm:cxn modelId="{60B823E6-85F3-48FC-8C9C-46732EA06F61}" type="presParOf" srcId="{9851566B-B079-4D8D-847D-60807E18396F}" destId="{C1243DDB-FACB-4E90-AB51-953798EEEA93}" srcOrd="0" destOrd="0" presId="urn:microsoft.com/office/officeart/2005/8/layout/hierarchy1"/>
    <dgm:cxn modelId="{BEA6B685-43E2-41E2-B32E-A6046D9705A2}" type="presParOf" srcId="{C1243DDB-FACB-4E90-AB51-953798EEEA93}" destId="{5879F5B9-F9EE-4CFF-90AE-737F5448CE23}" srcOrd="0" destOrd="0" presId="urn:microsoft.com/office/officeart/2005/8/layout/hierarchy1"/>
    <dgm:cxn modelId="{D1821AE5-0C57-426E-B6DB-8ECE2E1F1B79}" type="presParOf" srcId="{C1243DDB-FACB-4E90-AB51-953798EEEA93}" destId="{87EEBB8D-5F9F-44FD-8AC3-AFEF52693029}" srcOrd="1" destOrd="0" presId="urn:microsoft.com/office/officeart/2005/8/layout/hierarchy1"/>
    <dgm:cxn modelId="{F07A237C-B346-4CB5-B24A-3D4C2E3074AB}" type="presParOf" srcId="{9851566B-B079-4D8D-847D-60807E18396F}" destId="{7097E2E8-524F-4BC3-ADC9-5118FB446046}" srcOrd="1" destOrd="0" presId="urn:microsoft.com/office/officeart/2005/8/layout/hierarchy1"/>
    <dgm:cxn modelId="{48C7F896-7B02-484C-99C2-3CEC6384A456}" type="presParOf" srcId="{7097E2E8-524F-4BC3-ADC9-5118FB446046}" destId="{4A5C8956-5269-4C24-8CD7-BF6C2B686141}" srcOrd="0" destOrd="0" presId="urn:microsoft.com/office/officeart/2005/8/layout/hierarchy1"/>
    <dgm:cxn modelId="{2F95C33F-59FB-4012-AA69-7B7D0FB10BED}" type="presParOf" srcId="{7097E2E8-524F-4BC3-ADC9-5118FB446046}" destId="{A6B398A4-9CA1-490B-8414-D84CF24737CC}" srcOrd="1" destOrd="0" presId="urn:microsoft.com/office/officeart/2005/8/layout/hierarchy1"/>
    <dgm:cxn modelId="{65864AEC-7A49-4A05-890A-48E276B5AE6E}" type="presParOf" srcId="{A6B398A4-9CA1-490B-8414-D84CF24737CC}" destId="{FCF2AA19-0919-47BC-B323-078CD9BB5D1D}" srcOrd="0" destOrd="0" presId="urn:microsoft.com/office/officeart/2005/8/layout/hierarchy1"/>
    <dgm:cxn modelId="{B1F51691-AD98-47EC-B7E7-9A6E15EDA93A}" type="presParOf" srcId="{FCF2AA19-0919-47BC-B323-078CD9BB5D1D}" destId="{F71A1044-C32B-4A30-9E0C-C3208F32B412}" srcOrd="0" destOrd="0" presId="urn:microsoft.com/office/officeart/2005/8/layout/hierarchy1"/>
    <dgm:cxn modelId="{FBBEF9D4-5C72-4189-929B-38935547E4A1}" type="presParOf" srcId="{FCF2AA19-0919-47BC-B323-078CD9BB5D1D}" destId="{F219144E-9180-40AB-AA9D-078F5553E285}" srcOrd="1" destOrd="0" presId="urn:microsoft.com/office/officeart/2005/8/layout/hierarchy1"/>
    <dgm:cxn modelId="{CDB40A79-B9B1-4D95-A4A9-EE55073D0D83}" type="presParOf" srcId="{A6B398A4-9CA1-490B-8414-D84CF24737CC}" destId="{67B0AB33-9334-4CE9-86EB-437ED626F39F}" srcOrd="1" destOrd="0" presId="urn:microsoft.com/office/officeart/2005/8/layout/hierarchy1"/>
    <dgm:cxn modelId="{C484B2BB-12CC-483E-9B99-D6FDD7A070EC}" type="presParOf" srcId="{67B0AB33-9334-4CE9-86EB-437ED626F39F}" destId="{1B1830CA-36D6-44A3-A6A8-9A0ED4994E0D}" srcOrd="0" destOrd="0" presId="urn:microsoft.com/office/officeart/2005/8/layout/hierarchy1"/>
    <dgm:cxn modelId="{534E8643-67FF-4D29-BEB5-FA19B29CE3A2}" type="presParOf" srcId="{67B0AB33-9334-4CE9-86EB-437ED626F39F}" destId="{D65A4DD5-16F0-4C0E-8B86-5C65A0F02B49}" srcOrd="1" destOrd="0" presId="urn:microsoft.com/office/officeart/2005/8/layout/hierarchy1"/>
    <dgm:cxn modelId="{7273735B-FCD0-4A9B-A200-D5AF4F6F4891}" type="presParOf" srcId="{D65A4DD5-16F0-4C0E-8B86-5C65A0F02B49}" destId="{D0FF030E-138B-4294-8C1C-BE2972A80403}" srcOrd="0" destOrd="0" presId="urn:microsoft.com/office/officeart/2005/8/layout/hierarchy1"/>
    <dgm:cxn modelId="{F79A0691-8589-4DA6-B9EB-803279F7F548}" type="presParOf" srcId="{D0FF030E-138B-4294-8C1C-BE2972A80403}" destId="{B4C487C4-C393-42FF-9012-EB4878AD355A}" srcOrd="0" destOrd="0" presId="urn:microsoft.com/office/officeart/2005/8/layout/hierarchy1"/>
    <dgm:cxn modelId="{EF21F170-C73F-4D7C-9B4C-B1D6B54D7AF2}" type="presParOf" srcId="{D0FF030E-138B-4294-8C1C-BE2972A80403}" destId="{9F0D778F-2793-4E4A-96A8-4F99B404E286}" srcOrd="1" destOrd="0" presId="urn:microsoft.com/office/officeart/2005/8/layout/hierarchy1"/>
    <dgm:cxn modelId="{7C025FD4-F70F-4926-ADED-A750C6EC7512}" type="presParOf" srcId="{D65A4DD5-16F0-4C0E-8B86-5C65A0F02B49}" destId="{191D0E7F-184A-43AC-9D2C-012D25DA2F72}" srcOrd="1" destOrd="0" presId="urn:microsoft.com/office/officeart/2005/8/layout/hierarchy1"/>
    <dgm:cxn modelId="{D421219B-362A-46A6-9BE6-E8A9B07F8BE0}" type="presParOf" srcId="{67B0AB33-9334-4CE9-86EB-437ED626F39F}" destId="{2F9DBA15-DB88-49A7-9E6E-D03E8461DD95}" srcOrd="2" destOrd="0" presId="urn:microsoft.com/office/officeart/2005/8/layout/hierarchy1"/>
    <dgm:cxn modelId="{F57AF744-D986-4A4D-B724-E1EBDBB5C911}" type="presParOf" srcId="{67B0AB33-9334-4CE9-86EB-437ED626F39F}" destId="{A07D38F3-1B32-4A50-8F0F-E02C863154E7}" srcOrd="3" destOrd="0" presId="urn:microsoft.com/office/officeart/2005/8/layout/hierarchy1"/>
    <dgm:cxn modelId="{B3C6AE7A-3CCF-4185-95DE-A0088EA9642C}" type="presParOf" srcId="{A07D38F3-1B32-4A50-8F0F-E02C863154E7}" destId="{49826912-F245-45B5-9C95-4D41EF3669D9}" srcOrd="0" destOrd="0" presId="urn:microsoft.com/office/officeart/2005/8/layout/hierarchy1"/>
    <dgm:cxn modelId="{F8766AFC-0AC8-4018-8B51-605E32CB4896}" type="presParOf" srcId="{49826912-F245-45B5-9C95-4D41EF3669D9}" destId="{9BFE38B7-A0A4-4E49-8726-A0D876E1C89A}" srcOrd="0" destOrd="0" presId="urn:microsoft.com/office/officeart/2005/8/layout/hierarchy1"/>
    <dgm:cxn modelId="{63E66783-1F23-42DE-AC02-BAA62F2A00BF}" type="presParOf" srcId="{49826912-F245-45B5-9C95-4D41EF3669D9}" destId="{1E42C536-7EF0-4C2D-8BB2-0179559AF4E2}" srcOrd="1" destOrd="0" presId="urn:microsoft.com/office/officeart/2005/8/layout/hierarchy1"/>
    <dgm:cxn modelId="{DB9B4812-971F-4E75-8F75-09CA15AA1617}" type="presParOf" srcId="{A07D38F3-1B32-4A50-8F0F-E02C863154E7}" destId="{9DCBC6FE-B728-4F0A-A30E-8E529E508B51}" srcOrd="1" destOrd="0" presId="urn:microsoft.com/office/officeart/2005/8/layout/hierarchy1"/>
    <dgm:cxn modelId="{F72FD994-BCC7-4EC0-8180-6BED55548D5B}" type="presParOf" srcId="{7097E2E8-524F-4BC3-ADC9-5118FB446046}" destId="{AA4ED867-F761-4D1E-93E3-85CB6B19245E}" srcOrd="2" destOrd="0" presId="urn:microsoft.com/office/officeart/2005/8/layout/hierarchy1"/>
    <dgm:cxn modelId="{06E93AE6-5B53-4AAA-B5AB-FF28929BCB19}" type="presParOf" srcId="{7097E2E8-524F-4BC3-ADC9-5118FB446046}" destId="{CAD86CCE-6AC6-43B6-959C-6F2E9CD84B40}" srcOrd="3" destOrd="0" presId="urn:microsoft.com/office/officeart/2005/8/layout/hierarchy1"/>
    <dgm:cxn modelId="{4DC475A5-47F2-4613-86B0-8B2D0796CDF5}" type="presParOf" srcId="{CAD86CCE-6AC6-43B6-959C-6F2E9CD84B40}" destId="{02510DC2-D72F-4AD0-8D27-DCE9414324E5}" srcOrd="0" destOrd="0" presId="urn:microsoft.com/office/officeart/2005/8/layout/hierarchy1"/>
    <dgm:cxn modelId="{8F5B67E4-CC83-43EF-B474-F08CE46429A5}" type="presParOf" srcId="{02510DC2-D72F-4AD0-8D27-DCE9414324E5}" destId="{0AF89A91-DA9E-45BF-BBD7-A44CDA00CE02}" srcOrd="0" destOrd="0" presId="urn:microsoft.com/office/officeart/2005/8/layout/hierarchy1"/>
    <dgm:cxn modelId="{93FE0D28-B832-4C08-8ABA-726605217643}" type="presParOf" srcId="{02510DC2-D72F-4AD0-8D27-DCE9414324E5}" destId="{D7288282-DF5C-4582-ABE5-B2AC3A1F77BD}" srcOrd="1" destOrd="0" presId="urn:microsoft.com/office/officeart/2005/8/layout/hierarchy1"/>
    <dgm:cxn modelId="{5843CFAA-B823-4A70-9D81-D365993FE4EC}" type="presParOf" srcId="{CAD86CCE-6AC6-43B6-959C-6F2E9CD84B40}" destId="{E21824BE-61BD-4620-B1B7-D10BDDB87093}" srcOrd="1" destOrd="0" presId="urn:microsoft.com/office/officeart/2005/8/layout/hierarchy1"/>
    <dgm:cxn modelId="{C21FF182-C38B-47EE-A2AA-A9461919153A}" type="presParOf" srcId="{E21824BE-61BD-4620-B1B7-D10BDDB87093}" destId="{AAF94954-0060-4919-84CF-977BFAD1C901}" srcOrd="0" destOrd="0" presId="urn:microsoft.com/office/officeart/2005/8/layout/hierarchy1"/>
    <dgm:cxn modelId="{543AF317-E4A0-459F-A3A1-73CC73E39A6F}" type="presParOf" srcId="{E21824BE-61BD-4620-B1B7-D10BDDB87093}" destId="{8A7FB9DA-4571-4403-BC0D-1DC587CAD1E7}" srcOrd="1" destOrd="0" presId="urn:microsoft.com/office/officeart/2005/8/layout/hierarchy1"/>
    <dgm:cxn modelId="{0283C4A7-7800-4A22-AD21-02D2F8B70D15}" type="presParOf" srcId="{8A7FB9DA-4571-4403-BC0D-1DC587CAD1E7}" destId="{B80E11A9-E720-4FFD-982C-12733DF615BD}" srcOrd="0" destOrd="0" presId="urn:microsoft.com/office/officeart/2005/8/layout/hierarchy1"/>
    <dgm:cxn modelId="{2CE83FEE-054B-4397-BE76-A7E6BAD790AC}" type="presParOf" srcId="{B80E11A9-E720-4FFD-982C-12733DF615BD}" destId="{0135CA6C-C057-49C7-BBC8-AF4764F14657}" srcOrd="0" destOrd="0" presId="urn:microsoft.com/office/officeart/2005/8/layout/hierarchy1"/>
    <dgm:cxn modelId="{8730D1C6-D17F-4ACE-9767-E69DBB67E5AB}" type="presParOf" srcId="{B80E11A9-E720-4FFD-982C-12733DF615BD}" destId="{8BB971EB-6540-424D-B1E0-1A17837A6615}" srcOrd="1" destOrd="0" presId="urn:microsoft.com/office/officeart/2005/8/layout/hierarchy1"/>
    <dgm:cxn modelId="{7B3D25C8-7074-496B-B4CC-3E130A416DD7}" type="presParOf" srcId="{8A7FB9DA-4571-4403-BC0D-1DC587CAD1E7}" destId="{FCB2A7AB-5547-49F8-80B0-9334936E5ED0}" srcOrd="1" destOrd="0" presId="urn:microsoft.com/office/officeart/2005/8/layout/hierarchy1"/>
    <dgm:cxn modelId="{F4B4EE7F-B2DA-4152-A3E0-438BE778B5E9}" type="presParOf" srcId="{E21824BE-61BD-4620-B1B7-D10BDDB87093}" destId="{3CFD6ADC-3067-4F5C-8028-30EEFADC2D92}" srcOrd="2" destOrd="0" presId="urn:microsoft.com/office/officeart/2005/8/layout/hierarchy1"/>
    <dgm:cxn modelId="{6847C90A-1DB6-43F0-AD5D-82E69A7D63A9}" type="presParOf" srcId="{E21824BE-61BD-4620-B1B7-D10BDDB87093}" destId="{3355F0F2-89DF-4ED9-A6B8-5BCFBDC8921F}" srcOrd="3" destOrd="0" presId="urn:microsoft.com/office/officeart/2005/8/layout/hierarchy1"/>
    <dgm:cxn modelId="{025A4240-BF43-4318-B73B-816C3746A803}" type="presParOf" srcId="{3355F0F2-89DF-4ED9-A6B8-5BCFBDC8921F}" destId="{1FD899F7-3FAE-4050-8A9C-6C3D28ED0BD1}" srcOrd="0" destOrd="0" presId="urn:microsoft.com/office/officeart/2005/8/layout/hierarchy1"/>
    <dgm:cxn modelId="{7233E410-F836-4D71-81A3-046E0516D046}" type="presParOf" srcId="{1FD899F7-3FAE-4050-8A9C-6C3D28ED0BD1}" destId="{0182007D-3A4F-4580-B302-54C9E8AA3D42}" srcOrd="0" destOrd="0" presId="urn:microsoft.com/office/officeart/2005/8/layout/hierarchy1"/>
    <dgm:cxn modelId="{58687143-86B3-46D4-AA05-70C804236525}" type="presParOf" srcId="{1FD899F7-3FAE-4050-8A9C-6C3D28ED0BD1}" destId="{C57E3231-CADC-4AB3-9D03-989B6C125D0B}" srcOrd="1" destOrd="0" presId="urn:microsoft.com/office/officeart/2005/8/layout/hierarchy1"/>
    <dgm:cxn modelId="{83E63760-199C-4A72-AF69-50448847C9A1}" type="presParOf" srcId="{3355F0F2-89DF-4ED9-A6B8-5BCFBDC8921F}" destId="{86A679CE-4D9C-43FD-93D5-DD4CF1F49FF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CA8937-CA9A-455B-AC4C-DD132F57A18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9A0A78E-9169-42EA-8F0E-F82149B8FF7E}">
      <dgm:prSet/>
      <dgm:spPr/>
      <dgm:t>
        <a:bodyPr/>
        <a:lstStyle/>
        <a:p>
          <a:r>
            <a:rPr lang="en-GB"/>
            <a:t>Governments have a self-interest to be re-elected</a:t>
          </a:r>
          <a:endParaRPr lang="en-US"/>
        </a:p>
      </dgm:t>
    </dgm:pt>
    <dgm:pt modelId="{0E85B74A-6EA8-4DF7-B6ED-05CFBA3107F3}" type="parTrans" cxnId="{DEB4EB93-9779-4AEB-82D6-23DBE1B92DB1}">
      <dgm:prSet/>
      <dgm:spPr/>
      <dgm:t>
        <a:bodyPr/>
        <a:lstStyle/>
        <a:p>
          <a:endParaRPr lang="en-US"/>
        </a:p>
      </dgm:t>
    </dgm:pt>
    <dgm:pt modelId="{CF9F61DB-DEC0-41D9-9987-AC3D566B9CEB}" type="sibTrans" cxnId="{DEB4EB93-9779-4AEB-82D6-23DBE1B92DB1}">
      <dgm:prSet/>
      <dgm:spPr/>
      <dgm:t>
        <a:bodyPr/>
        <a:lstStyle/>
        <a:p>
          <a:endParaRPr lang="en-US"/>
        </a:p>
      </dgm:t>
    </dgm:pt>
    <dgm:pt modelId="{1ABA13FA-8D0E-4023-99BA-0F22BF2FEB31}">
      <dgm:prSet/>
      <dgm:spPr/>
      <dgm:t>
        <a:bodyPr/>
        <a:lstStyle/>
        <a:p>
          <a:r>
            <a:rPr lang="en-GB"/>
            <a:t>Governments very </a:t>
          </a:r>
          <a:r>
            <a:rPr lang="en-GB" b="1"/>
            <a:t>dependent on business</a:t>
          </a:r>
          <a:endParaRPr lang="en-US"/>
        </a:p>
      </dgm:t>
    </dgm:pt>
    <dgm:pt modelId="{2C4C4E5F-B886-49B6-9A27-D7D6D64CCE9F}" type="parTrans" cxnId="{88A7D16B-B587-4CC9-BED2-242008F2AE85}">
      <dgm:prSet/>
      <dgm:spPr/>
      <dgm:t>
        <a:bodyPr/>
        <a:lstStyle/>
        <a:p>
          <a:endParaRPr lang="en-US"/>
        </a:p>
      </dgm:t>
    </dgm:pt>
    <dgm:pt modelId="{97D57583-92A6-442E-9780-6ACDCBC4FA4F}" type="sibTrans" cxnId="{88A7D16B-B587-4CC9-BED2-242008F2AE85}">
      <dgm:prSet/>
      <dgm:spPr/>
      <dgm:t>
        <a:bodyPr/>
        <a:lstStyle/>
        <a:p>
          <a:endParaRPr lang="en-US"/>
        </a:p>
      </dgm:t>
    </dgm:pt>
    <dgm:pt modelId="{12D758BB-416A-4BD1-8029-31C7EAC08701}">
      <dgm:prSet/>
      <dgm:spPr/>
      <dgm:t>
        <a:bodyPr/>
        <a:lstStyle/>
        <a:p>
          <a:r>
            <a:rPr lang="en-GB"/>
            <a:t>Governments also </a:t>
          </a:r>
          <a:r>
            <a:rPr lang="en-GB" b="1"/>
            <a:t>compete with business</a:t>
          </a:r>
          <a:endParaRPr lang="en-US"/>
        </a:p>
      </dgm:t>
    </dgm:pt>
    <dgm:pt modelId="{505253F8-DB17-41BE-AD43-208635F33AD6}" type="parTrans" cxnId="{4C4943CE-3247-4BDD-B427-2B3D40E3142D}">
      <dgm:prSet/>
      <dgm:spPr/>
      <dgm:t>
        <a:bodyPr/>
        <a:lstStyle/>
        <a:p>
          <a:endParaRPr lang="en-US"/>
        </a:p>
      </dgm:t>
    </dgm:pt>
    <dgm:pt modelId="{905AA698-9AD1-4338-971F-F1A4250D0937}" type="sibTrans" cxnId="{4C4943CE-3247-4BDD-B427-2B3D40E3142D}">
      <dgm:prSet/>
      <dgm:spPr/>
      <dgm:t>
        <a:bodyPr/>
        <a:lstStyle/>
        <a:p>
          <a:endParaRPr lang="en-US"/>
        </a:p>
      </dgm:t>
    </dgm:pt>
    <dgm:pt modelId="{43938AD2-6E0F-4D97-B8D9-A12FD2CE835C}" type="pres">
      <dgm:prSet presAssocID="{37CA8937-CA9A-455B-AC4C-DD132F57A18C}" presName="vert0" presStyleCnt="0">
        <dgm:presLayoutVars>
          <dgm:dir/>
          <dgm:animOne val="branch"/>
          <dgm:animLvl val="lvl"/>
        </dgm:presLayoutVars>
      </dgm:prSet>
      <dgm:spPr/>
    </dgm:pt>
    <dgm:pt modelId="{CBE5819A-C854-4093-883A-ED94F4B660FF}" type="pres">
      <dgm:prSet presAssocID="{F9A0A78E-9169-42EA-8F0E-F82149B8FF7E}" presName="thickLine" presStyleLbl="alignNode1" presStyleIdx="0" presStyleCnt="3"/>
      <dgm:spPr/>
    </dgm:pt>
    <dgm:pt modelId="{E3B6BB6B-DC10-473B-A318-504917491D01}" type="pres">
      <dgm:prSet presAssocID="{F9A0A78E-9169-42EA-8F0E-F82149B8FF7E}" presName="horz1" presStyleCnt="0"/>
      <dgm:spPr/>
    </dgm:pt>
    <dgm:pt modelId="{0AF1AC86-ECAA-49AE-9BB9-867F7ED2DA77}" type="pres">
      <dgm:prSet presAssocID="{F9A0A78E-9169-42EA-8F0E-F82149B8FF7E}" presName="tx1" presStyleLbl="revTx" presStyleIdx="0" presStyleCnt="3"/>
      <dgm:spPr/>
    </dgm:pt>
    <dgm:pt modelId="{79EDC082-CEFD-466D-96E0-10B8CC7655A1}" type="pres">
      <dgm:prSet presAssocID="{F9A0A78E-9169-42EA-8F0E-F82149B8FF7E}" presName="vert1" presStyleCnt="0"/>
      <dgm:spPr/>
    </dgm:pt>
    <dgm:pt modelId="{6A0B5C61-CCDF-4B36-8224-DF3B5788CDAA}" type="pres">
      <dgm:prSet presAssocID="{1ABA13FA-8D0E-4023-99BA-0F22BF2FEB31}" presName="thickLine" presStyleLbl="alignNode1" presStyleIdx="1" presStyleCnt="3"/>
      <dgm:spPr/>
    </dgm:pt>
    <dgm:pt modelId="{3F8A07D7-01AB-4899-A8DD-BE399E05850C}" type="pres">
      <dgm:prSet presAssocID="{1ABA13FA-8D0E-4023-99BA-0F22BF2FEB31}" presName="horz1" presStyleCnt="0"/>
      <dgm:spPr/>
    </dgm:pt>
    <dgm:pt modelId="{696B66B1-5990-4111-90C5-DF2BACABD94E}" type="pres">
      <dgm:prSet presAssocID="{1ABA13FA-8D0E-4023-99BA-0F22BF2FEB31}" presName="tx1" presStyleLbl="revTx" presStyleIdx="1" presStyleCnt="3"/>
      <dgm:spPr/>
    </dgm:pt>
    <dgm:pt modelId="{F27E7345-820D-42A0-BA7F-8A4CB4CEC1A1}" type="pres">
      <dgm:prSet presAssocID="{1ABA13FA-8D0E-4023-99BA-0F22BF2FEB31}" presName="vert1" presStyleCnt="0"/>
      <dgm:spPr/>
    </dgm:pt>
    <dgm:pt modelId="{A5AF341F-6E1A-4346-9F6F-DD0DADFFE53F}" type="pres">
      <dgm:prSet presAssocID="{12D758BB-416A-4BD1-8029-31C7EAC08701}" presName="thickLine" presStyleLbl="alignNode1" presStyleIdx="2" presStyleCnt="3"/>
      <dgm:spPr/>
    </dgm:pt>
    <dgm:pt modelId="{855899D0-CE37-4D90-866D-6D5DD69243A5}" type="pres">
      <dgm:prSet presAssocID="{12D758BB-416A-4BD1-8029-31C7EAC08701}" presName="horz1" presStyleCnt="0"/>
      <dgm:spPr/>
    </dgm:pt>
    <dgm:pt modelId="{5BEBF738-3AB1-4DC2-9F14-22CD38D43E03}" type="pres">
      <dgm:prSet presAssocID="{12D758BB-416A-4BD1-8029-31C7EAC08701}" presName="tx1" presStyleLbl="revTx" presStyleIdx="2" presStyleCnt="3"/>
      <dgm:spPr/>
    </dgm:pt>
    <dgm:pt modelId="{F74D7C68-373F-445B-A029-A671E5BFB477}" type="pres">
      <dgm:prSet presAssocID="{12D758BB-416A-4BD1-8029-31C7EAC08701}" presName="vert1" presStyleCnt="0"/>
      <dgm:spPr/>
    </dgm:pt>
  </dgm:ptLst>
  <dgm:cxnLst>
    <dgm:cxn modelId="{5084571B-F678-4A24-B66D-6B3720416663}" type="presOf" srcId="{12D758BB-416A-4BD1-8029-31C7EAC08701}" destId="{5BEBF738-3AB1-4DC2-9F14-22CD38D43E03}" srcOrd="0" destOrd="0" presId="urn:microsoft.com/office/officeart/2008/layout/LinedList"/>
    <dgm:cxn modelId="{11E42B21-E25A-4D1B-BA39-73B98B40A27E}" type="presOf" srcId="{F9A0A78E-9169-42EA-8F0E-F82149B8FF7E}" destId="{0AF1AC86-ECAA-49AE-9BB9-867F7ED2DA77}" srcOrd="0" destOrd="0" presId="urn:microsoft.com/office/officeart/2008/layout/LinedList"/>
    <dgm:cxn modelId="{E25AF93A-5621-4888-8BEC-3AD7ED2A0E62}" type="presOf" srcId="{37CA8937-CA9A-455B-AC4C-DD132F57A18C}" destId="{43938AD2-6E0F-4D97-B8D9-A12FD2CE835C}" srcOrd="0" destOrd="0" presId="urn:microsoft.com/office/officeart/2008/layout/LinedList"/>
    <dgm:cxn modelId="{D5614962-C490-4A97-A044-9BA8EF3CAD44}" type="presOf" srcId="{1ABA13FA-8D0E-4023-99BA-0F22BF2FEB31}" destId="{696B66B1-5990-4111-90C5-DF2BACABD94E}" srcOrd="0" destOrd="0" presId="urn:microsoft.com/office/officeart/2008/layout/LinedList"/>
    <dgm:cxn modelId="{88A7D16B-B587-4CC9-BED2-242008F2AE85}" srcId="{37CA8937-CA9A-455B-AC4C-DD132F57A18C}" destId="{1ABA13FA-8D0E-4023-99BA-0F22BF2FEB31}" srcOrd="1" destOrd="0" parTransId="{2C4C4E5F-B886-49B6-9A27-D7D6D64CCE9F}" sibTransId="{97D57583-92A6-442E-9780-6ACDCBC4FA4F}"/>
    <dgm:cxn modelId="{DEB4EB93-9779-4AEB-82D6-23DBE1B92DB1}" srcId="{37CA8937-CA9A-455B-AC4C-DD132F57A18C}" destId="{F9A0A78E-9169-42EA-8F0E-F82149B8FF7E}" srcOrd="0" destOrd="0" parTransId="{0E85B74A-6EA8-4DF7-B6ED-05CFBA3107F3}" sibTransId="{CF9F61DB-DEC0-41D9-9987-AC3D566B9CEB}"/>
    <dgm:cxn modelId="{4C4943CE-3247-4BDD-B427-2B3D40E3142D}" srcId="{37CA8937-CA9A-455B-AC4C-DD132F57A18C}" destId="{12D758BB-416A-4BD1-8029-31C7EAC08701}" srcOrd="2" destOrd="0" parTransId="{505253F8-DB17-41BE-AD43-208635F33AD6}" sibTransId="{905AA698-9AD1-4338-971F-F1A4250D0937}"/>
    <dgm:cxn modelId="{14B94C80-7D43-4CB6-8F50-48CEE080E3CC}" type="presParOf" srcId="{43938AD2-6E0F-4D97-B8D9-A12FD2CE835C}" destId="{CBE5819A-C854-4093-883A-ED94F4B660FF}" srcOrd="0" destOrd="0" presId="urn:microsoft.com/office/officeart/2008/layout/LinedList"/>
    <dgm:cxn modelId="{4A56B724-8C22-4B01-804B-C15A6801DB54}" type="presParOf" srcId="{43938AD2-6E0F-4D97-B8D9-A12FD2CE835C}" destId="{E3B6BB6B-DC10-473B-A318-504917491D01}" srcOrd="1" destOrd="0" presId="urn:microsoft.com/office/officeart/2008/layout/LinedList"/>
    <dgm:cxn modelId="{AE0193CA-3EA3-4E98-9A4C-E118AF0FD890}" type="presParOf" srcId="{E3B6BB6B-DC10-473B-A318-504917491D01}" destId="{0AF1AC86-ECAA-49AE-9BB9-867F7ED2DA77}" srcOrd="0" destOrd="0" presId="urn:microsoft.com/office/officeart/2008/layout/LinedList"/>
    <dgm:cxn modelId="{3F0AE94E-47AC-49BB-93EE-2910243092AB}" type="presParOf" srcId="{E3B6BB6B-DC10-473B-A318-504917491D01}" destId="{79EDC082-CEFD-466D-96E0-10B8CC7655A1}" srcOrd="1" destOrd="0" presId="urn:microsoft.com/office/officeart/2008/layout/LinedList"/>
    <dgm:cxn modelId="{E6804360-BDFC-461C-9CA3-504E77F1C764}" type="presParOf" srcId="{43938AD2-6E0F-4D97-B8D9-A12FD2CE835C}" destId="{6A0B5C61-CCDF-4B36-8224-DF3B5788CDAA}" srcOrd="2" destOrd="0" presId="urn:microsoft.com/office/officeart/2008/layout/LinedList"/>
    <dgm:cxn modelId="{ADEC1D60-DFAF-4458-9999-B69271249B81}" type="presParOf" srcId="{43938AD2-6E0F-4D97-B8D9-A12FD2CE835C}" destId="{3F8A07D7-01AB-4899-A8DD-BE399E05850C}" srcOrd="3" destOrd="0" presId="urn:microsoft.com/office/officeart/2008/layout/LinedList"/>
    <dgm:cxn modelId="{5A0DD2FA-B8CC-4BCB-89E5-FFDB78392DC8}" type="presParOf" srcId="{3F8A07D7-01AB-4899-A8DD-BE399E05850C}" destId="{696B66B1-5990-4111-90C5-DF2BACABD94E}" srcOrd="0" destOrd="0" presId="urn:microsoft.com/office/officeart/2008/layout/LinedList"/>
    <dgm:cxn modelId="{1D6A12A0-71E7-4B5C-836D-AB09A177B230}" type="presParOf" srcId="{3F8A07D7-01AB-4899-A8DD-BE399E05850C}" destId="{F27E7345-820D-42A0-BA7F-8A4CB4CEC1A1}" srcOrd="1" destOrd="0" presId="urn:microsoft.com/office/officeart/2008/layout/LinedList"/>
    <dgm:cxn modelId="{6B7526D2-1F86-4E88-AA42-8146D8968670}" type="presParOf" srcId="{43938AD2-6E0F-4D97-B8D9-A12FD2CE835C}" destId="{A5AF341F-6E1A-4346-9F6F-DD0DADFFE53F}" srcOrd="4" destOrd="0" presId="urn:microsoft.com/office/officeart/2008/layout/LinedList"/>
    <dgm:cxn modelId="{9BAD7E31-DF33-4F54-A4E9-66D7FE0AD637}" type="presParOf" srcId="{43938AD2-6E0F-4D97-B8D9-A12FD2CE835C}" destId="{855899D0-CE37-4D90-866D-6D5DD69243A5}" srcOrd="5" destOrd="0" presId="urn:microsoft.com/office/officeart/2008/layout/LinedList"/>
    <dgm:cxn modelId="{4524E603-0E8B-4C55-99DD-3E06E7B7311F}" type="presParOf" srcId="{855899D0-CE37-4D90-866D-6D5DD69243A5}" destId="{5BEBF738-3AB1-4DC2-9F14-22CD38D43E03}" srcOrd="0" destOrd="0" presId="urn:microsoft.com/office/officeart/2008/layout/LinedList"/>
    <dgm:cxn modelId="{896B2BBA-4F6F-4FF6-87D5-56FA59555507}" type="presParOf" srcId="{855899D0-CE37-4D90-866D-6D5DD69243A5}" destId="{F74D7C68-373F-445B-A029-A671E5BFB47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6998FC7-3628-4C7E-B2E2-EABADA697B03}"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GB"/>
        </a:p>
      </dgm:t>
    </dgm:pt>
    <dgm:pt modelId="{E897D725-CEA4-499B-8E77-033DFE883379}">
      <dgm:prSet phldrT="[Text]"/>
      <dgm:spPr/>
      <dgm:t>
        <a:bodyPr/>
        <a:lstStyle/>
        <a:p>
          <a:r>
            <a:rPr lang="en-GB" dirty="0"/>
            <a:t>Lobbying</a:t>
          </a:r>
        </a:p>
      </dgm:t>
    </dgm:pt>
    <dgm:pt modelId="{F4D10D53-9B03-4570-BE94-43DFC2AE2E24}" type="parTrans" cxnId="{2E4F5A18-C208-4885-80D8-9CADE51DCA69}">
      <dgm:prSet/>
      <dgm:spPr/>
      <dgm:t>
        <a:bodyPr/>
        <a:lstStyle/>
        <a:p>
          <a:endParaRPr lang="en-GB"/>
        </a:p>
      </dgm:t>
    </dgm:pt>
    <dgm:pt modelId="{D775E21D-4CFD-47D4-9382-E6EA50C2CF1A}" type="sibTrans" cxnId="{2E4F5A18-C208-4885-80D8-9CADE51DCA69}">
      <dgm:prSet/>
      <dgm:spPr/>
      <dgm:t>
        <a:bodyPr/>
        <a:lstStyle/>
        <a:p>
          <a:endParaRPr lang="en-GB"/>
        </a:p>
      </dgm:t>
    </dgm:pt>
    <dgm:pt modelId="{5110F580-BCF1-414D-9E5E-C046B83AE611}">
      <dgm:prSet phldrT="[Text]"/>
      <dgm:spPr/>
      <dgm:t>
        <a:bodyPr/>
        <a:lstStyle/>
        <a:p>
          <a:r>
            <a:rPr lang="en-GB" dirty="0"/>
            <a:t>Individual conflicts of interests</a:t>
          </a:r>
        </a:p>
      </dgm:t>
    </dgm:pt>
    <dgm:pt modelId="{570578F4-B4BF-48A4-992C-F8C12039A53E}" type="parTrans" cxnId="{9669064C-E38B-4D8E-A745-3D35CF0482E4}">
      <dgm:prSet/>
      <dgm:spPr/>
      <dgm:t>
        <a:bodyPr/>
        <a:lstStyle/>
        <a:p>
          <a:endParaRPr lang="en-GB"/>
        </a:p>
      </dgm:t>
    </dgm:pt>
    <dgm:pt modelId="{C91E190A-82B4-4009-BC41-0D9E98F3930F}" type="sibTrans" cxnId="{9669064C-E38B-4D8E-A745-3D35CF0482E4}">
      <dgm:prSet/>
      <dgm:spPr/>
      <dgm:t>
        <a:bodyPr/>
        <a:lstStyle/>
        <a:p>
          <a:endParaRPr lang="en-GB"/>
        </a:p>
      </dgm:t>
    </dgm:pt>
    <dgm:pt modelId="{34A1E7C4-9F4C-4A37-85EB-FABE351CB0E6}">
      <dgm:prSet phldrT="[Text]"/>
      <dgm:spPr/>
      <dgm:t>
        <a:bodyPr/>
        <a:lstStyle/>
        <a:p>
          <a:r>
            <a:rPr lang="en-GB" dirty="0"/>
            <a:t>Party and campaign financing</a:t>
          </a:r>
        </a:p>
      </dgm:t>
    </dgm:pt>
    <dgm:pt modelId="{40A7680F-8AC5-440C-8050-963D6313D9D6}" type="parTrans" cxnId="{E7933B58-51A2-47E0-B963-479E451BFA2A}">
      <dgm:prSet/>
      <dgm:spPr/>
      <dgm:t>
        <a:bodyPr/>
        <a:lstStyle/>
        <a:p>
          <a:endParaRPr lang="en-GB"/>
        </a:p>
      </dgm:t>
    </dgm:pt>
    <dgm:pt modelId="{1EB314F5-4867-4A5F-BADF-773CD825D355}" type="sibTrans" cxnId="{E7933B58-51A2-47E0-B963-479E451BFA2A}">
      <dgm:prSet/>
      <dgm:spPr/>
      <dgm:t>
        <a:bodyPr/>
        <a:lstStyle/>
        <a:p>
          <a:endParaRPr lang="en-GB"/>
        </a:p>
      </dgm:t>
    </dgm:pt>
    <dgm:pt modelId="{3D3314A8-36CB-4063-8065-EA1BE26002F1}">
      <dgm:prSet phldrT="[Text]"/>
      <dgm:spPr/>
      <dgm:t>
        <a:bodyPr/>
        <a:lstStyle/>
        <a:p>
          <a:r>
            <a:rPr lang="en-GB" dirty="0"/>
            <a:t>Corruption</a:t>
          </a:r>
        </a:p>
      </dgm:t>
    </dgm:pt>
    <dgm:pt modelId="{D068C971-AD53-41F2-A5A8-61BE0A551B2D}" type="parTrans" cxnId="{C3BA3222-0714-4C7A-9D28-75135AFFA5E5}">
      <dgm:prSet/>
      <dgm:spPr/>
      <dgm:t>
        <a:bodyPr/>
        <a:lstStyle/>
        <a:p>
          <a:endParaRPr lang="en-GB"/>
        </a:p>
      </dgm:t>
    </dgm:pt>
    <dgm:pt modelId="{B68E653F-D8E0-41CE-B105-97B9F392DAE9}" type="sibTrans" cxnId="{C3BA3222-0714-4C7A-9D28-75135AFFA5E5}">
      <dgm:prSet/>
      <dgm:spPr/>
      <dgm:t>
        <a:bodyPr/>
        <a:lstStyle/>
        <a:p>
          <a:endParaRPr lang="en-GB"/>
        </a:p>
      </dgm:t>
    </dgm:pt>
    <dgm:pt modelId="{A5DF35A5-1401-4D55-9E70-3060CA976A84}" type="pres">
      <dgm:prSet presAssocID="{C6998FC7-3628-4C7E-B2E2-EABADA697B03}" presName="diagram" presStyleCnt="0">
        <dgm:presLayoutVars>
          <dgm:dir/>
          <dgm:resizeHandles val="exact"/>
        </dgm:presLayoutVars>
      </dgm:prSet>
      <dgm:spPr/>
    </dgm:pt>
    <dgm:pt modelId="{36B0B0D9-49F1-40D0-86FE-A5F693290E68}" type="pres">
      <dgm:prSet presAssocID="{E897D725-CEA4-499B-8E77-033DFE883379}" presName="node" presStyleLbl="node1" presStyleIdx="0" presStyleCnt="4">
        <dgm:presLayoutVars>
          <dgm:bulletEnabled val="1"/>
        </dgm:presLayoutVars>
      </dgm:prSet>
      <dgm:spPr/>
    </dgm:pt>
    <dgm:pt modelId="{D4BA745A-9763-42CA-AF0D-3667B1435315}" type="pres">
      <dgm:prSet presAssocID="{D775E21D-4CFD-47D4-9382-E6EA50C2CF1A}" presName="sibTrans" presStyleCnt="0"/>
      <dgm:spPr/>
    </dgm:pt>
    <dgm:pt modelId="{574B1A5B-FCF3-47AA-999D-4417CB28D9B8}" type="pres">
      <dgm:prSet presAssocID="{34A1E7C4-9F4C-4A37-85EB-FABE351CB0E6}" presName="node" presStyleLbl="node1" presStyleIdx="1" presStyleCnt="4">
        <dgm:presLayoutVars>
          <dgm:bulletEnabled val="1"/>
        </dgm:presLayoutVars>
      </dgm:prSet>
      <dgm:spPr/>
    </dgm:pt>
    <dgm:pt modelId="{703CEB08-77A0-4B6B-8F11-A627053967A2}" type="pres">
      <dgm:prSet presAssocID="{1EB314F5-4867-4A5F-BADF-773CD825D355}" presName="sibTrans" presStyleCnt="0"/>
      <dgm:spPr/>
    </dgm:pt>
    <dgm:pt modelId="{FFC9524E-3B62-452F-8DE7-CBADFFEA3D31}" type="pres">
      <dgm:prSet presAssocID="{5110F580-BCF1-414D-9E5E-C046B83AE611}" presName="node" presStyleLbl="node1" presStyleIdx="2" presStyleCnt="4">
        <dgm:presLayoutVars>
          <dgm:bulletEnabled val="1"/>
        </dgm:presLayoutVars>
      </dgm:prSet>
      <dgm:spPr/>
    </dgm:pt>
    <dgm:pt modelId="{E9109961-3A4A-4E12-BBD0-6FE73CB8C898}" type="pres">
      <dgm:prSet presAssocID="{C91E190A-82B4-4009-BC41-0D9E98F3930F}" presName="sibTrans" presStyleCnt="0"/>
      <dgm:spPr/>
    </dgm:pt>
    <dgm:pt modelId="{2FF82C8B-2081-4735-BA29-9C98B2926BB0}" type="pres">
      <dgm:prSet presAssocID="{3D3314A8-36CB-4063-8065-EA1BE26002F1}" presName="node" presStyleLbl="node1" presStyleIdx="3" presStyleCnt="4">
        <dgm:presLayoutVars>
          <dgm:bulletEnabled val="1"/>
        </dgm:presLayoutVars>
      </dgm:prSet>
      <dgm:spPr/>
    </dgm:pt>
  </dgm:ptLst>
  <dgm:cxnLst>
    <dgm:cxn modelId="{2E4F5A18-C208-4885-80D8-9CADE51DCA69}" srcId="{C6998FC7-3628-4C7E-B2E2-EABADA697B03}" destId="{E897D725-CEA4-499B-8E77-033DFE883379}" srcOrd="0" destOrd="0" parTransId="{F4D10D53-9B03-4570-BE94-43DFC2AE2E24}" sibTransId="{D775E21D-4CFD-47D4-9382-E6EA50C2CF1A}"/>
    <dgm:cxn modelId="{C3BA3222-0714-4C7A-9D28-75135AFFA5E5}" srcId="{C6998FC7-3628-4C7E-B2E2-EABADA697B03}" destId="{3D3314A8-36CB-4063-8065-EA1BE26002F1}" srcOrd="3" destOrd="0" parTransId="{D068C971-AD53-41F2-A5A8-61BE0A551B2D}" sibTransId="{B68E653F-D8E0-41CE-B105-97B9F392DAE9}"/>
    <dgm:cxn modelId="{10474C47-3163-4812-8C1D-3A1CCE03C5C2}" type="presOf" srcId="{E897D725-CEA4-499B-8E77-033DFE883379}" destId="{36B0B0D9-49F1-40D0-86FE-A5F693290E68}" srcOrd="0" destOrd="0" presId="urn:microsoft.com/office/officeart/2005/8/layout/default"/>
    <dgm:cxn modelId="{9669064C-E38B-4D8E-A745-3D35CF0482E4}" srcId="{C6998FC7-3628-4C7E-B2E2-EABADA697B03}" destId="{5110F580-BCF1-414D-9E5E-C046B83AE611}" srcOrd="2" destOrd="0" parTransId="{570578F4-B4BF-48A4-992C-F8C12039A53E}" sibTransId="{C91E190A-82B4-4009-BC41-0D9E98F3930F}"/>
    <dgm:cxn modelId="{4786D956-058C-4AE3-B028-6054CBD7ACFC}" type="presOf" srcId="{3D3314A8-36CB-4063-8065-EA1BE26002F1}" destId="{2FF82C8B-2081-4735-BA29-9C98B2926BB0}" srcOrd="0" destOrd="0" presId="urn:microsoft.com/office/officeart/2005/8/layout/default"/>
    <dgm:cxn modelId="{E7933B58-51A2-47E0-B963-479E451BFA2A}" srcId="{C6998FC7-3628-4C7E-B2E2-EABADA697B03}" destId="{34A1E7C4-9F4C-4A37-85EB-FABE351CB0E6}" srcOrd="1" destOrd="0" parTransId="{40A7680F-8AC5-440C-8050-963D6313D9D6}" sibTransId="{1EB314F5-4867-4A5F-BADF-773CD825D355}"/>
    <dgm:cxn modelId="{2DDCC576-155B-4830-AC8C-5B35E9C27C2F}" type="presOf" srcId="{C6998FC7-3628-4C7E-B2E2-EABADA697B03}" destId="{A5DF35A5-1401-4D55-9E70-3060CA976A84}" srcOrd="0" destOrd="0" presId="urn:microsoft.com/office/officeart/2005/8/layout/default"/>
    <dgm:cxn modelId="{D444277E-FC00-43C5-8EC8-7DC691C2A079}" type="presOf" srcId="{34A1E7C4-9F4C-4A37-85EB-FABE351CB0E6}" destId="{574B1A5B-FCF3-47AA-999D-4417CB28D9B8}" srcOrd="0" destOrd="0" presId="urn:microsoft.com/office/officeart/2005/8/layout/default"/>
    <dgm:cxn modelId="{FD2B7280-2A5D-4228-87EB-AACF359F9C25}" type="presOf" srcId="{5110F580-BCF1-414D-9E5E-C046B83AE611}" destId="{FFC9524E-3B62-452F-8DE7-CBADFFEA3D31}" srcOrd="0" destOrd="0" presId="urn:microsoft.com/office/officeart/2005/8/layout/default"/>
    <dgm:cxn modelId="{C44C58F8-D461-4415-A4FB-CEBE1471E08A}" type="presParOf" srcId="{A5DF35A5-1401-4D55-9E70-3060CA976A84}" destId="{36B0B0D9-49F1-40D0-86FE-A5F693290E68}" srcOrd="0" destOrd="0" presId="urn:microsoft.com/office/officeart/2005/8/layout/default"/>
    <dgm:cxn modelId="{086039F3-5473-4C74-83C1-BDA2DA75EF96}" type="presParOf" srcId="{A5DF35A5-1401-4D55-9E70-3060CA976A84}" destId="{D4BA745A-9763-42CA-AF0D-3667B1435315}" srcOrd="1" destOrd="0" presId="urn:microsoft.com/office/officeart/2005/8/layout/default"/>
    <dgm:cxn modelId="{8EB95FEE-4716-475E-BE0C-694E87185556}" type="presParOf" srcId="{A5DF35A5-1401-4D55-9E70-3060CA976A84}" destId="{574B1A5B-FCF3-47AA-999D-4417CB28D9B8}" srcOrd="2" destOrd="0" presId="urn:microsoft.com/office/officeart/2005/8/layout/default"/>
    <dgm:cxn modelId="{41C6451E-7465-4202-9D78-F25263640305}" type="presParOf" srcId="{A5DF35A5-1401-4D55-9E70-3060CA976A84}" destId="{703CEB08-77A0-4B6B-8F11-A627053967A2}" srcOrd="3" destOrd="0" presId="urn:microsoft.com/office/officeart/2005/8/layout/default"/>
    <dgm:cxn modelId="{D6B8749C-63D5-4939-AC8D-7D9E5F0EC7DF}" type="presParOf" srcId="{A5DF35A5-1401-4D55-9E70-3060CA976A84}" destId="{FFC9524E-3B62-452F-8DE7-CBADFFEA3D31}" srcOrd="4" destOrd="0" presId="urn:microsoft.com/office/officeart/2005/8/layout/default"/>
    <dgm:cxn modelId="{F065E6F8-0B4B-4C5A-9FE5-375546AE9729}" type="presParOf" srcId="{A5DF35A5-1401-4D55-9E70-3060CA976A84}" destId="{E9109961-3A4A-4E12-BBD0-6FE73CB8C898}" srcOrd="5" destOrd="0" presId="urn:microsoft.com/office/officeart/2005/8/layout/default"/>
    <dgm:cxn modelId="{64F88A0B-E1CD-4410-A364-9B158D203C37}" type="presParOf" srcId="{A5DF35A5-1401-4D55-9E70-3060CA976A84}" destId="{2FF82C8B-2081-4735-BA29-9C98B2926BB0}"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19B8EEB-5435-4455-96A5-6AE771859674}"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GB"/>
        </a:p>
      </dgm:t>
    </dgm:pt>
    <dgm:pt modelId="{DEF344A2-7579-4DB9-894D-A4647D94FFC6}">
      <dgm:prSet phldrT="[Text]"/>
      <dgm:spPr/>
      <dgm:t>
        <a:bodyPr/>
        <a:lstStyle/>
        <a:p>
          <a:r>
            <a:rPr lang="en-GB" altLang="en-US"/>
            <a:t>Privatisation profits</a:t>
          </a:r>
          <a:endParaRPr lang="en-GB" dirty="0"/>
        </a:p>
      </dgm:t>
    </dgm:pt>
    <dgm:pt modelId="{66877954-AD3E-4EFB-B508-A93019B9B79E}" type="parTrans" cxnId="{80F73D47-B810-48B6-84AD-C1F195CD0412}">
      <dgm:prSet/>
      <dgm:spPr/>
      <dgm:t>
        <a:bodyPr/>
        <a:lstStyle/>
        <a:p>
          <a:endParaRPr lang="en-GB"/>
        </a:p>
      </dgm:t>
    </dgm:pt>
    <dgm:pt modelId="{C66C9E84-8A79-4FAF-8E89-CBDE4498A9B3}" type="sibTrans" cxnId="{80F73D47-B810-48B6-84AD-C1F195CD0412}">
      <dgm:prSet/>
      <dgm:spPr/>
      <dgm:t>
        <a:bodyPr/>
        <a:lstStyle/>
        <a:p>
          <a:endParaRPr lang="en-GB"/>
        </a:p>
      </dgm:t>
    </dgm:pt>
    <dgm:pt modelId="{E2BE149F-3ABE-45CE-B557-D1DB198C03D0}">
      <dgm:prSet/>
      <dgm:spPr/>
      <dgm:t>
        <a:bodyPr/>
        <a:lstStyle/>
        <a:p>
          <a:r>
            <a:rPr lang="en-GB" altLang="en-US"/>
            <a:t>Key issue is a fair price</a:t>
          </a:r>
          <a:endParaRPr lang="en-GB" altLang="en-US" dirty="0"/>
        </a:p>
      </dgm:t>
    </dgm:pt>
    <dgm:pt modelId="{61D255A6-5935-4CCA-9470-DF41F556C5EE}" type="parTrans" cxnId="{BDA0EA19-96BC-417B-9AD3-F3C70E370D56}">
      <dgm:prSet/>
      <dgm:spPr/>
      <dgm:t>
        <a:bodyPr/>
        <a:lstStyle/>
        <a:p>
          <a:endParaRPr lang="en-GB"/>
        </a:p>
      </dgm:t>
    </dgm:pt>
    <dgm:pt modelId="{7725990D-51BC-4E39-BE28-2192FD24F32B}" type="sibTrans" cxnId="{BDA0EA19-96BC-417B-9AD3-F3C70E370D56}">
      <dgm:prSet/>
      <dgm:spPr/>
      <dgm:t>
        <a:bodyPr/>
        <a:lstStyle/>
        <a:p>
          <a:endParaRPr lang="en-GB"/>
        </a:p>
      </dgm:t>
    </dgm:pt>
    <dgm:pt modelId="{820E5AD0-CCC6-495D-8EA7-843F1A3EBCFA}">
      <dgm:prSet/>
      <dgm:spPr/>
      <dgm:t>
        <a:bodyPr/>
        <a:lstStyle/>
        <a:p>
          <a:r>
            <a:rPr lang="en-GB" altLang="en-US"/>
            <a:t>Citizens turned consumers</a:t>
          </a:r>
          <a:endParaRPr lang="en-GB" altLang="en-US" dirty="0"/>
        </a:p>
      </dgm:t>
    </dgm:pt>
    <dgm:pt modelId="{BA5FD713-1C0C-4F14-B7E7-B834412938E6}" type="parTrans" cxnId="{3AD86272-C35C-4CBD-8836-24A427CF78A3}">
      <dgm:prSet/>
      <dgm:spPr/>
      <dgm:t>
        <a:bodyPr/>
        <a:lstStyle/>
        <a:p>
          <a:endParaRPr lang="en-GB"/>
        </a:p>
      </dgm:t>
    </dgm:pt>
    <dgm:pt modelId="{488F6437-C421-425B-B53C-41568E0994F4}" type="sibTrans" cxnId="{3AD86272-C35C-4CBD-8836-24A427CF78A3}">
      <dgm:prSet/>
      <dgm:spPr/>
      <dgm:t>
        <a:bodyPr/>
        <a:lstStyle/>
        <a:p>
          <a:endParaRPr lang="en-GB"/>
        </a:p>
      </dgm:t>
    </dgm:pt>
    <dgm:pt modelId="{6305E3C4-B65E-4D00-910B-026041255FA4}">
      <dgm:prSet/>
      <dgm:spPr/>
      <dgm:t>
        <a:bodyPr/>
        <a:lstStyle/>
        <a:p>
          <a:r>
            <a:rPr lang="en-GB" altLang="en-US"/>
            <a:t>Economic basis for decisions, rather than political</a:t>
          </a:r>
          <a:endParaRPr lang="en-GB" altLang="en-US" dirty="0"/>
        </a:p>
      </dgm:t>
    </dgm:pt>
    <dgm:pt modelId="{482EBDEA-96CA-401B-9ED9-99C52C69265C}" type="parTrans" cxnId="{DDF13193-4026-4661-B560-5AD925BBD489}">
      <dgm:prSet/>
      <dgm:spPr/>
      <dgm:t>
        <a:bodyPr/>
        <a:lstStyle/>
        <a:p>
          <a:endParaRPr lang="en-GB"/>
        </a:p>
      </dgm:t>
    </dgm:pt>
    <dgm:pt modelId="{716495A9-DF4C-4005-8058-A3D689AAA32C}" type="sibTrans" cxnId="{DDF13193-4026-4661-B560-5AD925BBD489}">
      <dgm:prSet/>
      <dgm:spPr/>
      <dgm:t>
        <a:bodyPr/>
        <a:lstStyle/>
        <a:p>
          <a:endParaRPr lang="en-GB"/>
        </a:p>
      </dgm:t>
    </dgm:pt>
    <dgm:pt modelId="{2BBA1CC7-56AF-4806-A402-EA78ADAB788D}">
      <dgm:prSet/>
      <dgm:spPr/>
      <dgm:t>
        <a:bodyPr/>
        <a:lstStyle/>
        <a:p>
          <a:r>
            <a:rPr lang="en-GB" altLang="en-US" dirty="0"/>
            <a:t>E.g. Postal services</a:t>
          </a:r>
        </a:p>
      </dgm:t>
    </dgm:pt>
    <dgm:pt modelId="{FE7EBA09-25CE-4054-963D-7A6C0E5301EE}" type="parTrans" cxnId="{B6CEBAAF-AECD-42FE-9339-6DF2B2CFD404}">
      <dgm:prSet/>
      <dgm:spPr/>
      <dgm:t>
        <a:bodyPr/>
        <a:lstStyle/>
        <a:p>
          <a:endParaRPr lang="en-GB"/>
        </a:p>
      </dgm:t>
    </dgm:pt>
    <dgm:pt modelId="{FEAF83DB-A67A-4CA4-867E-1221CBA917AA}" type="sibTrans" cxnId="{B6CEBAAF-AECD-42FE-9339-6DF2B2CFD404}">
      <dgm:prSet/>
      <dgm:spPr/>
      <dgm:t>
        <a:bodyPr/>
        <a:lstStyle/>
        <a:p>
          <a:endParaRPr lang="en-GB"/>
        </a:p>
      </dgm:t>
    </dgm:pt>
    <dgm:pt modelId="{F6A8FE81-9205-45F7-BE7D-EC2CE0571DA9}">
      <dgm:prSet/>
      <dgm:spPr/>
      <dgm:t>
        <a:bodyPr/>
        <a:lstStyle/>
        <a:p>
          <a:r>
            <a:rPr lang="en-GB" altLang="en-US"/>
            <a:t>Natural monopolies</a:t>
          </a:r>
          <a:endParaRPr lang="en-GB" altLang="en-US" dirty="0"/>
        </a:p>
      </dgm:t>
    </dgm:pt>
    <dgm:pt modelId="{13123E06-C406-41B9-8B90-2F6B56106EE4}" type="parTrans" cxnId="{D5D26182-6F9B-4005-AB2B-E0930BCC8937}">
      <dgm:prSet/>
      <dgm:spPr/>
      <dgm:t>
        <a:bodyPr/>
        <a:lstStyle/>
        <a:p>
          <a:endParaRPr lang="en-GB"/>
        </a:p>
      </dgm:t>
    </dgm:pt>
    <dgm:pt modelId="{9D32A476-45FF-4329-B4B4-1821530E36CD}" type="sibTrans" cxnId="{D5D26182-6F9B-4005-AB2B-E0930BCC8937}">
      <dgm:prSet/>
      <dgm:spPr/>
      <dgm:t>
        <a:bodyPr/>
        <a:lstStyle/>
        <a:p>
          <a:endParaRPr lang="en-GB"/>
        </a:p>
      </dgm:t>
    </dgm:pt>
    <dgm:pt modelId="{D2508795-4D54-4843-8085-F327CDEB4255}">
      <dgm:prSet/>
      <dgm:spPr/>
      <dgm:t>
        <a:bodyPr/>
        <a:lstStyle/>
        <a:p>
          <a:r>
            <a:rPr lang="en-GB" altLang="en-US"/>
            <a:t>Can lead to over-charging or delivering poor quality</a:t>
          </a:r>
          <a:endParaRPr lang="en-GB" altLang="en-US" dirty="0"/>
        </a:p>
      </dgm:t>
    </dgm:pt>
    <dgm:pt modelId="{8AEA58C3-5827-4415-B655-A2ADA0B5E653}" type="parTrans" cxnId="{A9B8FA94-808C-4919-AE02-51A226C3D063}">
      <dgm:prSet/>
      <dgm:spPr/>
      <dgm:t>
        <a:bodyPr/>
        <a:lstStyle/>
        <a:p>
          <a:endParaRPr lang="en-GB"/>
        </a:p>
      </dgm:t>
    </dgm:pt>
    <dgm:pt modelId="{90E70793-D0EA-4CEA-BE39-DB6B35C36C87}" type="sibTrans" cxnId="{A9B8FA94-808C-4919-AE02-51A226C3D063}">
      <dgm:prSet/>
      <dgm:spPr/>
      <dgm:t>
        <a:bodyPr/>
        <a:lstStyle/>
        <a:p>
          <a:endParaRPr lang="en-GB"/>
        </a:p>
      </dgm:t>
    </dgm:pt>
    <dgm:pt modelId="{C0F9F1ED-0F3E-40B8-A21E-3B7C9450A256}">
      <dgm:prSet/>
      <dgm:spPr/>
      <dgm:t>
        <a:bodyPr/>
        <a:lstStyle/>
        <a:p>
          <a:r>
            <a:rPr lang="en-GB" altLang="en-US" dirty="0"/>
            <a:t>E.g. Railways</a:t>
          </a:r>
        </a:p>
      </dgm:t>
    </dgm:pt>
    <dgm:pt modelId="{3CB3EE99-5834-4B43-BC51-BD7419028EB9}" type="parTrans" cxnId="{5C2B6B99-32EE-45B6-9898-46FED53A3346}">
      <dgm:prSet/>
      <dgm:spPr/>
      <dgm:t>
        <a:bodyPr/>
        <a:lstStyle/>
        <a:p>
          <a:endParaRPr lang="en-GB"/>
        </a:p>
      </dgm:t>
    </dgm:pt>
    <dgm:pt modelId="{C9AF4CE6-051E-42FB-A8E7-9F216DC99454}" type="sibTrans" cxnId="{5C2B6B99-32EE-45B6-9898-46FED53A3346}">
      <dgm:prSet/>
      <dgm:spPr/>
      <dgm:t>
        <a:bodyPr/>
        <a:lstStyle/>
        <a:p>
          <a:endParaRPr lang="en-GB"/>
        </a:p>
      </dgm:t>
    </dgm:pt>
    <dgm:pt modelId="{B51E1B82-ED69-4DCC-A1F6-1B007C9D3688}">
      <dgm:prSet/>
      <dgm:spPr/>
      <dgm:t>
        <a:bodyPr/>
        <a:lstStyle/>
        <a:p>
          <a:r>
            <a:rPr lang="en-GB" altLang="en-US"/>
            <a:t>PPPs (Public-Private Partnerships)</a:t>
          </a:r>
          <a:endParaRPr lang="en-GB" altLang="en-US" dirty="0"/>
        </a:p>
      </dgm:t>
    </dgm:pt>
    <dgm:pt modelId="{2C1AC1A8-7F1A-4216-A2A5-3D7F9066270E}" type="parTrans" cxnId="{FD053D17-B14C-4099-882D-F74EC3381351}">
      <dgm:prSet/>
      <dgm:spPr/>
      <dgm:t>
        <a:bodyPr/>
        <a:lstStyle/>
        <a:p>
          <a:endParaRPr lang="en-GB"/>
        </a:p>
      </dgm:t>
    </dgm:pt>
    <dgm:pt modelId="{B5D14EEA-2218-4C70-807F-CCC1B25A8779}" type="sibTrans" cxnId="{FD053D17-B14C-4099-882D-F74EC3381351}">
      <dgm:prSet/>
      <dgm:spPr/>
      <dgm:t>
        <a:bodyPr/>
        <a:lstStyle/>
        <a:p>
          <a:endParaRPr lang="en-GB"/>
        </a:p>
      </dgm:t>
    </dgm:pt>
    <dgm:pt modelId="{C29FFA80-3FA9-480C-A4E0-91FA9327827F}">
      <dgm:prSet/>
      <dgm:spPr/>
      <dgm:t>
        <a:bodyPr/>
        <a:lstStyle/>
        <a:p>
          <a:r>
            <a:rPr lang="en-GB" altLang="en-US"/>
            <a:t>Private sector profit-maximization tends to dominate at the expense of quality and effectiveness for citizens</a:t>
          </a:r>
          <a:endParaRPr lang="en-GB" altLang="en-US" dirty="0"/>
        </a:p>
      </dgm:t>
    </dgm:pt>
    <dgm:pt modelId="{B954C67A-9678-4C9A-B822-2D9B5AA681CE}" type="parTrans" cxnId="{F68C4613-BA9D-4CB8-B473-D981BD4D5821}">
      <dgm:prSet/>
      <dgm:spPr/>
      <dgm:t>
        <a:bodyPr/>
        <a:lstStyle/>
        <a:p>
          <a:endParaRPr lang="en-GB"/>
        </a:p>
      </dgm:t>
    </dgm:pt>
    <dgm:pt modelId="{97CB35CE-88DE-424C-B1CB-78BFD8A81F16}" type="sibTrans" cxnId="{F68C4613-BA9D-4CB8-B473-D981BD4D5821}">
      <dgm:prSet/>
      <dgm:spPr/>
      <dgm:t>
        <a:bodyPr/>
        <a:lstStyle/>
        <a:p>
          <a:endParaRPr lang="en-GB"/>
        </a:p>
      </dgm:t>
    </dgm:pt>
    <dgm:pt modelId="{C5C93B02-C142-4507-B0E9-D009E3E9B953}">
      <dgm:prSet/>
      <dgm:spPr/>
      <dgm:t>
        <a:bodyPr/>
        <a:lstStyle/>
        <a:p>
          <a:r>
            <a:rPr lang="en-GB" altLang="en-US"/>
            <a:t>E.g. UK – Healthcare sector</a:t>
          </a:r>
          <a:endParaRPr lang="en-GB" altLang="en-US" dirty="0"/>
        </a:p>
      </dgm:t>
    </dgm:pt>
    <dgm:pt modelId="{66BE8A23-DEF4-44B4-8D3D-A2326F3DF8EE}" type="parTrans" cxnId="{3783CEF1-4F60-4724-A65E-F08289C0B0C2}">
      <dgm:prSet/>
      <dgm:spPr/>
      <dgm:t>
        <a:bodyPr/>
        <a:lstStyle/>
        <a:p>
          <a:endParaRPr lang="en-GB"/>
        </a:p>
      </dgm:t>
    </dgm:pt>
    <dgm:pt modelId="{E028C493-D674-49AA-B867-D2EAE0758DC5}" type="sibTrans" cxnId="{3783CEF1-4F60-4724-A65E-F08289C0B0C2}">
      <dgm:prSet/>
      <dgm:spPr/>
      <dgm:t>
        <a:bodyPr/>
        <a:lstStyle/>
        <a:p>
          <a:endParaRPr lang="en-GB"/>
        </a:p>
      </dgm:t>
    </dgm:pt>
    <dgm:pt modelId="{ADDA6950-BEE9-4C77-A3BA-58647E5EE68E}" type="pres">
      <dgm:prSet presAssocID="{E19B8EEB-5435-4455-96A5-6AE771859674}" presName="Name0" presStyleCnt="0">
        <dgm:presLayoutVars>
          <dgm:dir/>
          <dgm:animLvl val="lvl"/>
          <dgm:resizeHandles val="exact"/>
        </dgm:presLayoutVars>
      </dgm:prSet>
      <dgm:spPr/>
    </dgm:pt>
    <dgm:pt modelId="{A11F0457-02BF-4D77-A53C-E7BEDD56094F}" type="pres">
      <dgm:prSet presAssocID="{DEF344A2-7579-4DB9-894D-A4647D94FFC6}" presName="composite" presStyleCnt="0"/>
      <dgm:spPr/>
    </dgm:pt>
    <dgm:pt modelId="{9EDD1EBD-3528-4CE0-9776-4AFEB6D0B517}" type="pres">
      <dgm:prSet presAssocID="{DEF344A2-7579-4DB9-894D-A4647D94FFC6}" presName="parTx" presStyleLbl="alignNode1" presStyleIdx="0" presStyleCnt="4">
        <dgm:presLayoutVars>
          <dgm:chMax val="0"/>
          <dgm:chPref val="0"/>
          <dgm:bulletEnabled val="1"/>
        </dgm:presLayoutVars>
      </dgm:prSet>
      <dgm:spPr/>
    </dgm:pt>
    <dgm:pt modelId="{D32D0914-88FE-4A31-A5BA-B5227793C872}" type="pres">
      <dgm:prSet presAssocID="{DEF344A2-7579-4DB9-894D-A4647D94FFC6}" presName="desTx" presStyleLbl="alignAccFollowNode1" presStyleIdx="0" presStyleCnt="4">
        <dgm:presLayoutVars>
          <dgm:bulletEnabled val="1"/>
        </dgm:presLayoutVars>
      </dgm:prSet>
      <dgm:spPr/>
    </dgm:pt>
    <dgm:pt modelId="{BD2831B3-773F-4F3E-BFA5-A41D4CB5B401}" type="pres">
      <dgm:prSet presAssocID="{C66C9E84-8A79-4FAF-8E89-CBDE4498A9B3}" presName="space" presStyleCnt="0"/>
      <dgm:spPr/>
    </dgm:pt>
    <dgm:pt modelId="{1615AD11-9EC0-46B2-87A7-3AA7C703F982}" type="pres">
      <dgm:prSet presAssocID="{820E5AD0-CCC6-495D-8EA7-843F1A3EBCFA}" presName="composite" presStyleCnt="0"/>
      <dgm:spPr/>
    </dgm:pt>
    <dgm:pt modelId="{8B329F76-D77E-4BB8-8F34-6B6834D75DAE}" type="pres">
      <dgm:prSet presAssocID="{820E5AD0-CCC6-495D-8EA7-843F1A3EBCFA}" presName="parTx" presStyleLbl="alignNode1" presStyleIdx="1" presStyleCnt="4">
        <dgm:presLayoutVars>
          <dgm:chMax val="0"/>
          <dgm:chPref val="0"/>
          <dgm:bulletEnabled val="1"/>
        </dgm:presLayoutVars>
      </dgm:prSet>
      <dgm:spPr/>
    </dgm:pt>
    <dgm:pt modelId="{7CA28C12-2E96-49A3-807C-CC73C83A391B}" type="pres">
      <dgm:prSet presAssocID="{820E5AD0-CCC6-495D-8EA7-843F1A3EBCFA}" presName="desTx" presStyleLbl="alignAccFollowNode1" presStyleIdx="1" presStyleCnt="4">
        <dgm:presLayoutVars>
          <dgm:bulletEnabled val="1"/>
        </dgm:presLayoutVars>
      </dgm:prSet>
      <dgm:spPr/>
    </dgm:pt>
    <dgm:pt modelId="{25556D35-8276-4ED4-A98E-6CD6139E00F5}" type="pres">
      <dgm:prSet presAssocID="{488F6437-C421-425B-B53C-41568E0994F4}" presName="space" presStyleCnt="0"/>
      <dgm:spPr/>
    </dgm:pt>
    <dgm:pt modelId="{F70694FC-1BE7-406F-8987-AFF2697D2393}" type="pres">
      <dgm:prSet presAssocID="{F6A8FE81-9205-45F7-BE7D-EC2CE0571DA9}" presName="composite" presStyleCnt="0"/>
      <dgm:spPr/>
    </dgm:pt>
    <dgm:pt modelId="{933976A7-D50A-4310-8588-0CB1A77BFA94}" type="pres">
      <dgm:prSet presAssocID="{F6A8FE81-9205-45F7-BE7D-EC2CE0571DA9}" presName="parTx" presStyleLbl="alignNode1" presStyleIdx="2" presStyleCnt="4">
        <dgm:presLayoutVars>
          <dgm:chMax val="0"/>
          <dgm:chPref val="0"/>
          <dgm:bulletEnabled val="1"/>
        </dgm:presLayoutVars>
      </dgm:prSet>
      <dgm:spPr/>
    </dgm:pt>
    <dgm:pt modelId="{BDF62C70-FE8F-4D1C-8516-CEA9392B322E}" type="pres">
      <dgm:prSet presAssocID="{F6A8FE81-9205-45F7-BE7D-EC2CE0571DA9}" presName="desTx" presStyleLbl="alignAccFollowNode1" presStyleIdx="2" presStyleCnt="4">
        <dgm:presLayoutVars>
          <dgm:bulletEnabled val="1"/>
        </dgm:presLayoutVars>
      </dgm:prSet>
      <dgm:spPr/>
    </dgm:pt>
    <dgm:pt modelId="{C9D13053-7933-4807-BFB6-581317B192BF}" type="pres">
      <dgm:prSet presAssocID="{9D32A476-45FF-4329-B4B4-1821530E36CD}" presName="space" presStyleCnt="0"/>
      <dgm:spPr/>
    </dgm:pt>
    <dgm:pt modelId="{BE0CBDE5-4BCB-4DC9-90BB-EAD3D792AC52}" type="pres">
      <dgm:prSet presAssocID="{B51E1B82-ED69-4DCC-A1F6-1B007C9D3688}" presName="composite" presStyleCnt="0"/>
      <dgm:spPr/>
    </dgm:pt>
    <dgm:pt modelId="{6396D7FB-F8B3-4105-9080-DD9C75402099}" type="pres">
      <dgm:prSet presAssocID="{B51E1B82-ED69-4DCC-A1F6-1B007C9D3688}" presName="parTx" presStyleLbl="alignNode1" presStyleIdx="3" presStyleCnt="4">
        <dgm:presLayoutVars>
          <dgm:chMax val="0"/>
          <dgm:chPref val="0"/>
          <dgm:bulletEnabled val="1"/>
        </dgm:presLayoutVars>
      </dgm:prSet>
      <dgm:spPr/>
    </dgm:pt>
    <dgm:pt modelId="{30798A46-0E55-4030-9BBA-BDBA8FF60ED9}" type="pres">
      <dgm:prSet presAssocID="{B51E1B82-ED69-4DCC-A1F6-1B007C9D3688}" presName="desTx" presStyleLbl="alignAccFollowNode1" presStyleIdx="3" presStyleCnt="4">
        <dgm:presLayoutVars>
          <dgm:bulletEnabled val="1"/>
        </dgm:presLayoutVars>
      </dgm:prSet>
      <dgm:spPr/>
    </dgm:pt>
  </dgm:ptLst>
  <dgm:cxnLst>
    <dgm:cxn modelId="{F68C4613-BA9D-4CB8-B473-D981BD4D5821}" srcId="{B51E1B82-ED69-4DCC-A1F6-1B007C9D3688}" destId="{C29FFA80-3FA9-480C-A4E0-91FA9327827F}" srcOrd="0" destOrd="0" parTransId="{B954C67A-9678-4C9A-B822-2D9B5AA681CE}" sibTransId="{97CB35CE-88DE-424C-B1CB-78BFD8A81F16}"/>
    <dgm:cxn modelId="{FD053D17-B14C-4099-882D-F74EC3381351}" srcId="{E19B8EEB-5435-4455-96A5-6AE771859674}" destId="{B51E1B82-ED69-4DCC-A1F6-1B007C9D3688}" srcOrd="3" destOrd="0" parTransId="{2C1AC1A8-7F1A-4216-A2A5-3D7F9066270E}" sibTransId="{B5D14EEA-2218-4C70-807F-CCC1B25A8779}"/>
    <dgm:cxn modelId="{BDA0EA19-96BC-417B-9AD3-F3C70E370D56}" srcId="{DEF344A2-7579-4DB9-894D-A4647D94FFC6}" destId="{E2BE149F-3ABE-45CE-B557-D1DB198C03D0}" srcOrd="0" destOrd="0" parTransId="{61D255A6-5935-4CCA-9470-DF41F556C5EE}" sibTransId="{7725990D-51BC-4E39-BE28-2192FD24F32B}"/>
    <dgm:cxn modelId="{DCEFFE43-0EAB-4B00-95A6-BBACE5BF876F}" type="presOf" srcId="{C0F9F1ED-0F3E-40B8-A21E-3B7C9450A256}" destId="{BDF62C70-FE8F-4D1C-8516-CEA9392B322E}" srcOrd="0" destOrd="1" presId="urn:microsoft.com/office/officeart/2005/8/layout/hList1"/>
    <dgm:cxn modelId="{80F73D47-B810-48B6-84AD-C1F195CD0412}" srcId="{E19B8EEB-5435-4455-96A5-6AE771859674}" destId="{DEF344A2-7579-4DB9-894D-A4647D94FFC6}" srcOrd="0" destOrd="0" parTransId="{66877954-AD3E-4EFB-B508-A93019B9B79E}" sibTransId="{C66C9E84-8A79-4FAF-8E89-CBDE4498A9B3}"/>
    <dgm:cxn modelId="{2F362148-2A04-4079-85AF-72A729923E00}" type="presOf" srcId="{E2BE149F-3ABE-45CE-B557-D1DB198C03D0}" destId="{D32D0914-88FE-4A31-A5BA-B5227793C872}" srcOrd="0" destOrd="0" presId="urn:microsoft.com/office/officeart/2005/8/layout/hList1"/>
    <dgm:cxn modelId="{F745664F-F161-4CFD-BB52-F15D691AB4EF}" type="presOf" srcId="{C5C93B02-C142-4507-B0E9-D009E3E9B953}" destId="{30798A46-0E55-4030-9BBA-BDBA8FF60ED9}" srcOrd="0" destOrd="1" presId="urn:microsoft.com/office/officeart/2005/8/layout/hList1"/>
    <dgm:cxn modelId="{9DE3C166-B336-42F2-B3DC-14C6446D45CF}" type="presOf" srcId="{820E5AD0-CCC6-495D-8EA7-843F1A3EBCFA}" destId="{8B329F76-D77E-4BB8-8F34-6B6834D75DAE}" srcOrd="0" destOrd="0" presId="urn:microsoft.com/office/officeart/2005/8/layout/hList1"/>
    <dgm:cxn modelId="{3AD86272-C35C-4CBD-8836-24A427CF78A3}" srcId="{E19B8EEB-5435-4455-96A5-6AE771859674}" destId="{820E5AD0-CCC6-495D-8EA7-843F1A3EBCFA}" srcOrd="1" destOrd="0" parTransId="{BA5FD713-1C0C-4F14-B7E7-B834412938E6}" sibTransId="{488F6437-C421-425B-B53C-41568E0994F4}"/>
    <dgm:cxn modelId="{D5D26182-6F9B-4005-AB2B-E0930BCC8937}" srcId="{E19B8EEB-5435-4455-96A5-6AE771859674}" destId="{F6A8FE81-9205-45F7-BE7D-EC2CE0571DA9}" srcOrd="2" destOrd="0" parTransId="{13123E06-C406-41B9-8B90-2F6B56106EE4}" sibTransId="{9D32A476-45FF-4329-B4B4-1821530E36CD}"/>
    <dgm:cxn modelId="{9B66AB8F-FBC3-457C-8351-D67B77F327E8}" type="presOf" srcId="{6305E3C4-B65E-4D00-910B-026041255FA4}" destId="{7CA28C12-2E96-49A3-807C-CC73C83A391B}" srcOrd="0" destOrd="0" presId="urn:microsoft.com/office/officeart/2005/8/layout/hList1"/>
    <dgm:cxn modelId="{DDF13193-4026-4661-B560-5AD925BBD489}" srcId="{820E5AD0-CCC6-495D-8EA7-843F1A3EBCFA}" destId="{6305E3C4-B65E-4D00-910B-026041255FA4}" srcOrd="0" destOrd="0" parTransId="{482EBDEA-96CA-401B-9ED9-99C52C69265C}" sibTransId="{716495A9-DF4C-4005-8058-A3D689AAA32C}"/>
    <dgm:cxn modelId="{A9B8FA94-808C-4919-AE02-51A226C3D063}" srcId="{F6A8FE81-9205-45F7-BE7D-EC2CE0571DA9}" destId="{D2508795-4D54-4843-8085-F327CDEB4255}" srcOrd="0" destOrd="0" parTransId="{8AEA58C3-5827-4415-B655-A2ADA0B5E653}" sibTransId="{90E70793-D0EA-4CEA-BE39-DB6B35C36C87}"/>
    <dgm:cxn modelId="{1F2F0E96-973D-4B17-BEA7-5C6593CA983D}" type="presOf" srcId="{D2508795-4D54-4843-8085-F327CDEB4255}" destId="{BDF62C70-FE8F-4D1C-8516-CEA9392B322E}" srcOrd="0" destOrd="0" presId="urn:microsoft.com/office/officeart/2005/8/layout/hList1"/>
    <dgm:cxn modelId="{5C2B6B99-32EE-45B6-9898-46FED53A3346}" srcId="{F6A8FE81-9205-45F7-BE7D-EC2CE0571DA9}" destId="{C0F9F1ED-0F3E-40B8-A21E-3B7C9450A256}" srcOrd="1" destOrd="0" parTransId="{3CB3EE99-5834-4B43-BC51-BD7419028EB9}" sibTransId="{C9AF4CE6-051E-42FB-A8E7-9F216DC99454}"/>
    <dgm:cxn modelId="{5EE6849E-BE76-4565-B62A-EC89276724D3}" type="presOf" srcId="{C29FFA80-3FA9-480C-A4E0-91FA9327827F}" destId="{30798A46-0E55-4030-9BBA-BDBA8FF60ED9}" srcOrd="0" destOrd="0" presId="urn:microsoft.com/office/officeart/2005/8/layout/hList1"/>
    <dgm:cxn modelId="{C22F47A4-C94E-4622-A58E-D69E59962C5D}" type="presOf" srcId="{E19B8EEB-5435-4455-96A5-6AE771859674}" destId="{ADDA6950-BEE9-4C77-A3BA-58647E5EE68E}" srcOrd="0" destOrd="0" presId="urn:microsoft.com/office/officeart/2005/8/layout/hList1"/>
    <dgm:cxn modelId="{FFD8BCAB-2B34-4E6A-A2AB-9707135EB783}" type="presOf" srcId="{B51E1B82-ED69-4DCC-A1F6-1B007C9D3688}" destId="{6396D7FB-F8B3-4105-9080-DD9C75402099}" srcOrd="0" destOrd="0" presId="urn:microsoft.com/office/officeart/2005/8/layout/hList1"/>
    <dgm:cxn modelId="{B6CEBAAF-AECD-42FE-9339-6DF2B2CFD404}" srcId="{820E5AD0-CCC6-495D-8EA7-843F1A3EBCFA}" destId="{2BBA1CC7-56AF-4806-A402-EA78ADAB788D}" srcOrd="1" destOrd="0" parTransId="{FE7EBA09-25CE-4054-963D-7A6C0E5301EE}" sibTransId="{FEAF83DB-A67A-4CA4-867E-1221CBA917AA}"/>
    <dgm:cxn modelId="{1C7DADC5-90A9-41C9-A3D3-CB014B1D438A}" type="presOf" srcId="{DEF344A2-7579-4DB9-894D-A4647D94FFC6}" destId="{9EDD1EBD-3528-4CE0-9776-4AFEB6D0B517}" srcOrd="0" destOrd="0" presId="urn:microsoft.com/office/officeart/2005/8/layout/hList1"/>
    <dgm:cxn modelId="{445CFFCD-C4DA-4C28-BC51-B85B681CACBE}" type="presOf" srcId="{2BBA1CC7-56AF-4806-A402-EA78ADAB788D}" destId="{7CA28C12-2E96-49A3-807C-CC73C83A391B}" srcOrd="0" destOrd="1" presId="urn:microsoft.com/office/officeart/2005/8/layout/hList1"/>
    <dgm:cxn modelId="{16F9FAE3-06D6-4A4A-B89A-C0AF495E64E6}" type="presOf" srcId="{F6A8FE81-9205-45F7-BE7D-EC2CE0571DA9}" destId="{933976A7-D50A-4310-8588-0CB1A77BFA94}" srcOrd="0" destOrd="0" presId="urn:microsoft.com/office/officeart/2005/8/layout/hList1"/>
    <dgm:cxn modelId="{3783CEF1-4F60-4724-A65E-F08289C0B0C2}" srcId="{B51E1B82-ED69-4DCC-A1F6-1B007C9D3688}" destId="{C5C93B02-C142-4507-B0E9-D009E3E9B953}" srcOrd="1" destOrd="0" parTransId="{66BE8A23-DEF4-44B4-8D3D-A2326F3DF8EE}" sibTransId="{E028C493-D674-49AA-B867-D2EAE0758DC5}"/>
    <dgm:cxn modelId="{8F45F723-4211-40D9-88FF-B6A18F282A8B}" type="presParOf" srcId="{ADDA6950-BEE9-4C77-A3BA-58647E5EE68E}" destId="{A11F0457-02BF-4D77-A53C-E7BEDD56094F}" srcOrd="0" destOrd="0" presId="urn:microsoft.com/office/officeart/2005/8/layout/hList1"/>
    <dgm:cxn modelId="{428B0828-BD5E-42EE-94AD-8D69290FA7FC}" type="presParOf" srcId="{A11F0457-02BF-4D77-A53C-E7BEDD56094F}" destId="{9EDD1EBD-3528-4CE0-9776-4AFEB6D0B517}" srcOrd="0" destOrd="0" presId="urn:microsoft.com/office/officeart/2005/8/layout/hList1"/>
    <dgm:cxn modelId="{8F4211AE-7FCD-41AD-90C2-8FE514F549D1}" type="presParOf" srcId="{A11F0457-02BF-4D77-A53C-E7BEDD56094F}" destId="{D32D0914-88FE-4A31-A5BA-B5227793C872}" srcOrd="1" destOrd="0" presId="urn:microsoft.com/office/officeart/2005/8/layout/hList1"/>
    <dgm:cxn modelId="{DEB98C86-85B9-4B0B-B781-2396BB6290BD}" type="presParOf" srcId="{ADDA6950-BEE9-4C77-A3BA-58647E5EE68E}" destId="{BD2831B3-773F-4F3E-BFA5-A41D4CB5B401}" srcOrd="1" destOrd="0" presId="urn:microsoft.com/office/officeart/2005/8/layout/hList1"/>
    <dgm:cxn modelId="{1F8D6EC2-26E9-446B-89C5-BC43CAB65059}" type="presParOf" srcId="{ADDA6950-BEE9-4C77-A3BA-58647E5EE68E}" destId="{1615AD11-9EC0-46B2-87A7-3AA7C703F982}" srcOrd="2" destOrd="0" presId="urn:microsoft.com/office/officeart/2005/8/layout/hList1"/>
    <dgm:cxn modelId="{3373685C-5D4B-4919-8107-E27168794AA2}" type="presParOf" srcId="{1615AD11-9EC0-46B2-87A7-3AA7C703F982}" destId="{8B329F76-D77E-4BB8-8F34-6B6834D75DAE}" srcOrd="0" destOrd="0" presId="urn:microsoft.com/office/officeart/2005/8/layout/hList1"/>
    <dgm:cxn modelId="{CD5ECB37-280F-4D39-9A09-02F701D77DC9}" type="presParOf" srcId="{1615AD11-9EC0-46B2-87A7-3AA7C703F982}" destId="{7CA28C12-2E96-49A3-807C-CC73C83A391B}" srcOrd="1" destOrd="0" presId="urn:microsoft.com/office/officeart/2005/8/layout/hList1"/>
    <dgm:cxn modelId="{BEE693B1-3489-460D-AFE9-F4F9BD4F10B1}" type="presParOf" srcId="{ADDA6950-BEE9-4C77-A3BA-58647E5EE68E}" destId="{25556D35-8276-4ED4-A98E-6CD6139E00F5}" srcOrd="3" destOrd="0" presId="urn:microsoft.com/office/officeart/2005/8/layout/hList1"/>
    <dgm:cxn modelId="{481F0829-D5FA-4B72-9157-FEFA5491A620}" type="presParOf" srcId="{ADDA6950-BEE9-4C77-A3BA-58647E5EE68E}" destId="{F70694FC-1BE7-406F-8987-AFF2697D2393}" srcOrd="4" destOrd="0" presId="urn:microsoft.com/office/officeart/2005/8/layout/hList1"/>
    <dgm:cxn modelId="{1D0E1CAC-026A-4C4F-9D72-809B890C17BA}" type="presParOf" srcId="{F70694FC-1BE7-406F-8987-AFF2697D2393}" destId="{933976A7-D50A-4310-8588-0CB1A77BFA94}" srcOrd="0" destOrd="0" presId="urn:microsoft.com/office/officeart/2005/8/layout/hList1"/>
    <dgm:cxn modelId="{6322241F-021C-4F43-A8F7-0F27F141B12E}" type="presParOf" srcId="{F70694FC-1BE7-406F-8987-AFF2697D2393}" destId="{BDF62C70-FE8F-4D1C-8516-CEA9392B322E}" srcOrd="1" destOrd="0" presId="urn:microsoft.com/office/officeart/2005/8/layout/hList1"/>
    <dgm:cxn modelId="{C9E412CF-C1ED-4528-807F-F502576C8396}" type="presParOf" srcId="{ADDA6950-BEE9-4C77-A3BA-58647E5EE68E}" destId="{C9D13053-7933-4807-BFB6-581317B192BF}" srcOrd="5" destOrd="0" presId="urn:microsoft.com/office/officeart/2005/8/layout/hList1"/>
    <dgm:cxn modelId="{F772C4CF-B966-4621-9416-4778293722C0}" type="presParOf" srcId="{ADDA6950-BEE9-4C77-A3BA-58647E5EE68E}" destId="{BE0CBDE5-4BCB-4DC9-90BB-EAD3D792AC52}" srcOrd="6" destOrd="0" presId="urn:microsoft.com/office/officeart/2005/8/layout/hList1"/>
    <dgm:cxn modelId="{EE3B0DB2-9E4E-4981-9589-38698A8F18DE}" type="presParOf" srcId="{BE0CBDE5-4BCB-4DC9-90BB-EAD3D792AC52}" destId="{6396D7FB-F8B3-4105-9080-DD9C75402099}" srcOrd="0" destOrd="0" presId="urn:microsoft.com/office/officeart/2005/8/layout/hList1"/>
    <dgm:cxn modelId="{EEEEADAD-B5EE-4B1F-82F1-BDEF4549D9AB}" type="presParOf" srcId="{BE0CBDE5-4BCB-4DC9-90BB-EAD3D792AC52}" destId="{30798A46-0E55-4030-9BBA-BDBA8FF60ED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9B51AB-13EB-40AE-908F-E77B0A3B15C1}">
      <dsp:nvSpPr>
        <dsp:cNvPr id="0" name=""/>
        <dsp:cNvSpPr/>
      </dsp:nvSpPr>
      <dsp:spPr>
        <a:xfrm rot="16200000">
          <a:off x="-1329555" y="1335203"/>
          <a:ext cx="4652352" cy="1981944"/>
        </a:xfrm>
        <a:prstGeom prst="flowChartManualOperati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2255" bIns="0" numCol="1" spcCol="1270" anchor="t" anchorCtr="0">
          <a:noAutofit/>
        </a:bodyPr>
        <a:lstStyle/>
        <a:p>
          <a:pPr marL="0" lvl="0" indent="0" algn="l" defTabSz="977900">
            <a:lnSpc>
              <a:spcPct val="90000"/>
            </a:lnSpc>
            <a:spcBef>
              <a:spcPct val="0"/>
            </a:spcBef>
            <a:spcAft>
              <a:spcPct val="35000"/>
            </a:spcAft>
            <a:buNone/>
          </a:pPr>
          <a:r>
            <a:rPr lang="en-GB" sz="2200" kern="1200" dirty="0"/>
            <a:t>Scope</a:t>
          </a:r>
        </a:p>
        <a:p>
          <a:pPr marL="171450" lvl="1" indent="-171450" algn="l" defTabSz="755650">
            <a:lnSpc>
              <a:spcPct val="90000"/>
            </a:lnSpc>
            <a:spcBef>
              <a:spcPct val="0"/>
            </a:spcBef>
            <a:spcAft>
              <a:spcPct val="15000"/>
            </a:spcAft>
            <a:buChar char="•"/>
          </a:pPr>
          <a:r>
            <a:rPr lang="en-GB" sz="1700" kern="1200" dirty="0"/>
            <a:t>Individual</a:t>
          </a:r>
        </a:p>
        <a:p>
          <a:pPr marL="171450" lvl="1" indent="-171450" algn="l" defTabSz="755650">
            <a:lnSpc>
              <a:spcPct val="90000"/>
            </a:lnSpc>
            <a:spcBef>
              <a:spcPct val="0"/>
            </a:spcBef>
            <a:spcAft>
              <a:spcPct val="15000"/>
            </a:spcAft>
            <a:buChar char="•"/>
          </a:pPr>
          <a:r>
            <a:rPr lang="en-GB" sz="1700" kern="1200" dirty="0"/>
            <a:t>Grass roots</a:t>
          </a:r>
        </a:p>
        <a:p>
          <a:pPr marL="171450" lvl="1" indent="-171450" algn="l" defTabSz="755650">
            <a:lnSpc>
              <a:spcPct val="90000"/>
            </a:lnSpc>
            <a:spcBef>
              <a:spcPct val="0"/>
            </a:spcBef>
            <a:spcAft>
              <a:spcPct val="15000"/>
            </a:spcAft>
            <a:buChar char="•"/>
          </a:pPr>
          <a:r>
            <a:rPr lang="en-GB" sz="1700" kern="1200" dirty="0"/>
            <a:t>Local</a:t>
          </a:r>
        </a:p>
        <a:p>
          <a:pPr marL="171450" lvl="1" indent="-171450" algn="l" defTabSz="755650">
            <a:lnSpc>
              <a:spcPct val="90000"/>
            </a:lnSpc>
            <a:spcBef>
              <a:spcPct val="0"/>
            </a:spcBef>
            <a:spcAft>
              <a:spcPct val="15000"/>
            </a:spcAft>
            <a:buChar char="•"/>
          </a:pPr>
          <a:r>
            <a:rPr lang="en-GB" sz="1700" kern="1200" dirty="0"/>
            <a:t>Regional</a:t>
          </a:r>
        </a:p>
        <a:p>
          <a:pPr marL="171450" lvl="1" indent="-171450" algn="l" defTabSz="755650">
            <a:lnSpc>
              <a:spcPct val="90000"/>
            </a:lnSpc>
            <a:spcBef>
              <a:spcPct val="0"/>
            </a:spcBef>
            <a:spcAft>
              <a:spcPct val="15000"/>
            </a:spcAft>
            <a:buChar char="•"/>
          </a:pPr>
          <a:r>
            <a:rPr lang="en-GB" sz="1700" kern="1200" dirty="0"/>
            <a:t>National</a:t>
          </a:r>
        </a:p>
        <a:p>
          <a:pPr marL="171450" lvl="1" indent="-171450" algn="l" defTabSz="755650">
            <a:lnSpc>
              <a:spcPct val="90000"/>
            </a:lnSpc>
            <a:spcBef>
              <a:spcPct val="0"/>
            </a:spcBef>
            <a:spcAft>
              <a:spcPct val="15000"/>
            </a:spcAft>
            <a:buChar char="•"/>
          </a:pPr>
          <a:r>
            <a:rPr lang="en-GB" sz="1700" kern="1200" dirty="0"/>
            <a:t>Transnational</a:t>
          </a:r>
        </a:p>
        <a:p>
          <a:pPr marL="171450" lvl="1" indent="-171450" algn="l" defTabSz="755650">
            <a:lnSpc>
              <a:spcPct val="90000"/>
            </a:lnSpc>
            <a:spcBef>
              <a:spcPct val="0"/>
            </a:spcBef>
            <a:spcAft>
              <a:spcPct val="15000"/>
            </a:spcAft>
            <a:buChar char="•"/>
          </a:pPr>
          <a:r>
            <a:rPr lang="en-GB" sz="1700" kern="1200" dirty="0"/>
            <a:t>Global</a:t>
          </a:r>
        </a:p>
      </dsp:txBody>
      <dsp:txXfrm rot="5400000">
        <a:off x="5649" y="930469"/>
        <a:ext cx="1981944" cy="2791412"/>
      </dsp:txXfrm>
    </dsp:sp>
    <dsp:sp modelId="{A05CB7E5-8608-4459-A5AA-905077147903}">
      <dsp:nvSpPr>
        <dsp:cNvPr id="0" name=""/>
        <dsp:cNvSpPr/>
      </dsp:nvSpPr>
      <dsp:spPr>
        <a:xfrm rot="16200000">
          <a:off x="801034" y="1335203"/>
          <a:ext cx="4652352" cy="1981944"/>
        </a:xfrm>
        <a:prstGeom prst="flowChartManualOperation">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2255" bIns="0" numCol="1" spcCol="1270" anchor="t" anchorCtr="0">
          <a:noAutofit/>
        </a:bodyPr>
        <a:lstStyle/>
        <a:p>
          <a:pPr marL="0" lvl="0" indent="0" algn="l" defTabSz="977900">
            <a:lnSpc>
              <a:spcPct val="90000"/>
            </a:lnSpc>
            <a:spcBef>
              <a:spcPct val="0"/>
            </a:spcBef>
            <a:spcAft>
              <a:spcPct val="35000"/>
            </a:spcAft>
            <a:buNone/>
          </a:pPr>
          <a:r>
            <a:rPr lang="en-GB" sz="2200" kern="1200" dirty="0"/>
            <a:t>Type</a:t>
          </a:r>
        </a:p>
        <a:p>
          <a:pPr marL="171450" lvl="1" indent="-171450" algn="l" defTabSz="755650">
            <a:lnSpc>
              <a:spcPct val="90000"/>
            </a:lnSpc>
            <a:spcBef>
              <a:spcPct val="0"/>
            </a:spcBef>
            <a:spcAft>
              <a:spcPct val="15000"/>
            </a:spcAft>
            <a:buChar char="•"/>
          </a:pPr>
          <a:r>
            <a:rPr lang="en-GB" sz="1700" kern="1200" dirty="0"/>
            <a:t>Community group</a:t>
          </a:r>
        </a:p>
        <a:p>
          <a:pPr marL="171450" lvl="1" indent="-171450" algn="l" defTabSz="755650">
            <a:lnSpc>
              <a:spcPct val="90000"/>
            </a:lnSpc>
            <a:spcBef>
              <a:spcPct val="0"/>
            </a:spcBef>
            <a:spcAft>
              <a:spcPct val="15000"/>
            </a:spcAft>
            <a:buChar char="•"/>
          </a:pPr>
          <a:r>
            <a:rPr lang="en-GB" sz="1700" kern="1200" dirty="0"/>
            <a:t>Campaign group</a:t>
          </a:r>
        </a:p>
        <a:p>
          <a:pPr marL="171450" lvl="1" indent="-171450" algn="l" defTabSz="755650">
            <a:lnSpc>
              <a:spcPct val="90000"/>
            </a:lnSpc>
            <a:spcBef>
              <a:spcPct val="0"/>
            </a:spcBef>
            <a:spcAft>
              <a:spcPct val="15000"/>
            </a:spcAft>
            <a:buChar char="•"/>
          </a:pPr>
          <a:r>
            <a:rPr lang="en-GB" sz="1700" kern="1200" dirty="0"/>
            <a:t>Research organisation</a:t>
          </a:r>
        </a:p>
        <a:p>
          <a:pPr marL="171450" lvl="1" indent="-171450" algn="l" defTabSz="755650">
            <a:lnSpc>
              <a:spcPct val="90000"/>
            </a:lnSpc>
            <a:spcBef>
              <a:spcPct val="0"/>
            </a:spcBef>
            <a:spcAft>
              <a:spcPct val="15000"/>
            </a:spcAft>
            <a:buChar char="•"/>
          </a:pPr>
          <a:r>
            <a:rPr lang="en-GB" sz="1700" kern="1200" dirty="0"/>
            <a:t>Business association</a:t>
          </a:r>
        </a:p>
        <a:p>
          <a:pPr marL="171450" lvl="1" indent="-171450" algn="l" defTabSz="755650">
            <a:lnSpc>
              <a:spcPct val="90000"/>
            </a:lnSpc>
            <a:spcBef>
              <a:spcPct val="0"/>
            </a:spcBef>
            <a:spcAft>
              <a:spcPct val="15000"/>
            </a:spcAft>
            <a:buChar char="•"/>
          </a:pPr>
          <a:r>
            <a:rPr lang="en-GB" sz="1700" kern="1200" dirty="0"/>
            <a:t>Trade union</a:t>
          </a:r>
        </a:p>
        <a:p>
          <a:pPr marL="171450" lvl="1" indent="-171450" algn="l" defTabSz="755650">
            <a:lnSpc>
              <a:spcPct val="90000"/>
            </a:lnSpc>
            <a:spcBef>
              <a:spcPct val="0"/>
            </a:spcBef>
            <a:spcAft>
              <a:spcPct val="15000"/>
            </a:spcAft>
            <a:buChar char="•"/>
          </a:pPr>
          <a:r>
            <a:rPr lang="en-GB" sz="1700" kern="1200" dirty="0"/>
            <a:t>Technical body</a:t>
          </a:r>
        </a:p>
      </dsp:txBody>
      <dsp:txXfrm rot="5400000">
        <a:off x="2136238" y="930469"/>
        <a:ext cx="1981944" cy="2791412"/>
      </dsp:txXfrm>
    </dsp:sp>
    <dsp:sp modelId="{68761C3B-5D88-4639-A92B-47E25AFBE69D}">
      <dsp:nvSpPr>
        <dsp:cNvPr id="0" name=""/>
        <dsp:cNvSpPr/>
      </dsp:nvSpPr>
      <dsp:spPr>
        <a:xfrm rot="16200000">
          <a:off x="2931624" y="1335203"/>
          <a:ext cx="4652352" cy="1981944"/>
        </a:xfrm>
        <a:prstGeom prst="flowChartManualOperati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2255" bIns="0" numCol="1" spcCol="1270" anchor="t" anchorCtr="0">
          <a:noAutofit/>
        </a:bodyPr>
        <a:lstStyle/>
        <a:p>
          <a:pPr marL="0" lvl="0" indent="0" algn="l" defTabSz="977900">
            <a:lnSpc>
              <a:spcPct val="90000"/>
            </a:lnSpc>
            <a:spcBef>
              <a:spcPct val="0"/>
            </a:spcBef>
            <a:spcAft>
              <a:spcPct val="35000"/>
            </a:spcAft>
            <a:buNone/>
          </a:pPr>
          <a:r>
            <a:rPr lang="en-GB" sz="2200" kern="1200" dirty="0"/>
            <a:t>Structure</a:t>
          </a:r>
        </a:p>
        <a:p>
          <a:pPr marL="171450" lvl="1" indent="-171450" algn="l" defTabSz="755650">
            <a:lnSpc>
              <a:spcPct val="90000"/>
            </a:lnSpc>
            <a:spcBef>
              <a:spcPct val="0"/>
            </a:spcBef>
            <a:spcAft>
              <a:spcPct val="15000"/>
            </a:spcAft>
            <a:buChar char="•"/>
          </a:pPr>
          <a:r>
            <a:rPr lang="en-GB" sz="1700" kern="1200" dirty="0"/>
            <a:t>Informal</a:t>
          </a:r>
        </a:p>
        <a:p>
          <a:pPr marL="171450" lvl="1" indent="-171450" algn="l" defTabSz="755650">
            <a:lnSpc>
              <a:spcPct val="90000"/>
            </a:lnSpc>
            <a:spcBef>
              <a:spcPct val="0"/>
            </a:spcBef>
            <a:spcAft>
              <a:spcPct val="15000"/>
            </a:spcAft>
            <a:buChar char="•"/>
          </a:pPr>
          <a:r>
            <a:rPr lang="en-GB" sz="1700" kern="1200" dirty="0"/>
            <a:t>Formal</a:t>
          </a:r>
        </a:p>
        <a:p>
          <a:pPr marL="171450" lvl="1" indent="-171450" algn="l" defTabSz="755650">
            <a:lnSpc>
              <a:spcPct val="90000"/>
            </a:lnSpc>
            <a:spcBef>
              <a:spcPct val="0"/>
            </a:spcBef>
            <a:spcAft>
              <a:spcPct val="15000"/>
            </a:spcAft>
            <a:buChar char="•"/>
          </a:pPr>
          <a:r>
            <a:rPr lang="en-GB" sz="1700" kern="1200" dirty="0"/>
            <a:t>Co-operative</a:t>
          </a:r>
        </a:p>
        <a:p>
          <a:pPr marL="171450" lvl="1" indent="-171450" algn="l" defTabSz="755650">
            <a:lnSpc>
              <a:spcPct val="90000"/>
            </a:lnSpc>
            <a:spcBef>
              <a:spcPct val="0"/>
            </a:spcBef>
            <a:spcAft>
              <a:spcPct val="15000"/>
            </a:spcAft>
            <a:buChar char="•"/>
          </a:pPr>
          <a:r>
            <a:rPr lang="en-GB" sz="1700" kern="1200" dirty="0"/>
            <a:t>Professional</a:t>
          </a:r>
        </a:p>
        <a:p>
          <a:pPr marL="171450" lvl="1" indent="-171450" algn="l" defTabSz="755650">
            <a:lnSpc>
              <a:spcPct val="90000"/>
            </a:lnSpc>
            <a:spcBef>
              <a:spcPct val="0"/>
            </a:spcBef>
            <a:spcAft>
              <a:spcPct val="15000"/>
            </a:spcAft>
            <a:buChar char="•"/>
          </a:pPr>
          <a:r>
            <a:rPr lang="en-GB" sz="1700" kern="1200" dirty="0"/>
            <a:t>Entrepreneurial</a:t>
          </a:r>
        </a:p>
        <a:p>
          <a:pPr marL="171450" lvl="1" indent="-171450" algn="l" defTabSz="755650">
            <a:lnSpc>
              <a:spcPct val="90000"/>
            </a:lnSpc>
            <a:spcBef>
              <a:spcPct val="0"/>
            </a:spcBef>
            <a:spcAft>
              <a:spcPct val="15000"/>
            </a:spcAft>
            <a:buChar char="•"/>
          </a:pPr>
          <a:r>
            <a:rPr lang="en-GB" sz="1700" kern="1200" dirty="0"/>
            <a:t>Network</a:t>
          </a:r>
        </a:p>
      </dsp:txBody>
      <dsp:txXfrm rot="5400000">
        <a:off x="4266828" y="930469"/>
        <a:ext cx="1981944" cy="2791412"/>
      </dsp:txXfrm>
    </dsp:sp>
    <dsp:sp modelId="{58778310-E389-4027-A122-C31C96470854}">
      <dsp:nvSpPr>
        <dsp:cNvPr id="0" name=""/>
        <dsp:cNvSpPr/>
      </dsp:nvSpPr>
      <dsp:spPr>
        <a:xfrm rot="16200000">
          <a:off x="5062213" y="1335203"/>
          <a:ext cx="4652352" cy="1981944"/>
        </a:xfrm>
        <a:prstGeom prst="flowChartManualOperation">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2255" bIns="0" numCol="1" spcCol="1270" anchor="t" anchorCtr="0">
          <a:noAutofit/>
        </a:bodyPr>
        <a:lstStyle/>
        <a:p>
          <a:pPr marL="0" lvl="0" indent="0" algn="l" defTabSz="977900">
            <a:lnSpc>
              <a:spcPct val="90000"/>
            </a:lnSpc>
            <a:spcBef>
              <a:spcPct val="0"/>
            </a:spcBef>
            <a:spcAft>
              <a:spcPct val="35000"/>
            </a:spcAft>
            <a:buNone/>
          </a:pPr>
          <a:r>
            <a:rPr lang="en-GB" sz="2200" kern="1200" dirty="0"/>
            <a:t>Focus</a:t>
          </a:r>
        </a:p>
        <a:p>
          <a:pPr marL="171450" lvl="1" indent="-171450" algn="l" defTabSz="755650">
            <a:lnSpc>
              <a:spcPct val="90000"/>
            </a:lnSpc>
            <a:spcBef>
              <a:spcPct val="0"/>
            </a:spcBef>
            <a:spcAft>
              <a:spcPct val="15000"/>
            </a:spcAft>
            <a:buChar char="•"/>
          </a:pPr>
          <a:r>
            <a:rPr lang="en-GB" sz="1700" kern="1200" dirty="0"/>
            <a:t>Natural environment</a:t>
          </a:r>
        </a:p>
        <a:p>
          <a:pPr marL="171450" lvl="1" indent="-171450" algn="l" defTabSz="755650">
            <a:lnSpc>
              <a:spcPct val="90000"/>
            </a:lnSpc>
            <a:spcBef>
              <a:spcPct val="0"/>
            </a:spcBef>
            <a:spcAft>
              <a:spcPct val="15000"/>
            </a:spcAft>
            <a:buChar char="•"/>
          </a:pPr>
          <a:r>
            <a:rPr lang="en-GB" sz="1700" kern="1200" dirty="0"/>
            <a:t>Social issues</a:t>
          </a:r>
        </a:p>
        <a:p>
          <a:pPr marL="171450" lvl="1" indent="-171450" algn="l" defTabSz="755650">
            <a:lnSpc>
              <a:spcPct val="90000"/>
            </a:lnSpc>
            <a:spcBef>
              <a:spcPct val="0"/>
            </a:spcBef>
            <a:spcAft>
              <a:spcPct val="15000"/>
            </a:spcAft>
            <a:buChar char="•"/>
          </a:pPr>
          <a:r>
            <a:rPr lang="en-GB" sz="1700" kern="1200" dirty="0"/>
            <a:t>Development</a:t>
          </a:r>
        </a:p>
        <a:p>
          <a:pPr marL="171450" lvl="1" indent="-171450" algn="l" defTabSz="755650">
            <a:lnSpc>
              <a:spcPct val="90000"/>
            </a:lnSpc>
            <a:spcBef>
              <a:spcPct val="0"/>
            </a:spcBef>
            <a:spcAft>
              <a:spcPct val="15000"/>
            </a:spcAft>
            <a:buChar char="•"/>
          </a:pPr>
          <a:r>
            <a:rPr lang="en-GB" sz="1700" kern="1200" dirty="0"/>
            <a:t>Poverty alleviation</a:t>
          </a:r>
        </a:p>
        <a:p>
          <a:pPr marL="171450" lvl="1" indent="-171450" algn="l" defTabSz="755650">
            <a:lnSpc>
              <a:spcPct val="90000"/>
            </a:lnSpc>
            <a:spcBef>
              <a:spcPct val="0"/>
            </a:spcBef>
            <a:spcAft>
              <a:spcPct val="15000"/>
            </a:spcAft>
            <a:buChar char="•"/>
          </a:pPr>
          <a:r>
            <a:rPr lang="en-GB" sz="1700" kern="1200" dirty="0"/>
            <a:t>Human rights</a:t>
          </a:r>
        </a:p>
        <a:p>
          <a:pPr marL="171450" lvl="1" indent="-171450" algn="l" defTabSz="755650">
            <a:lnSpc>
              <a:spcPct val="90000"/>
            </a:lnSpc>
            <a:spcBef>
              <a:spcPct val="0"/>
            </a:spcBef>
            <a:spcAft>
              <a:spcPct val="15000"/>
            </a:spcAft>
            <a:buChar char="•"/>
          </a:pPr>
          <a:r>
            <a:rPr lang="en-GB" sz="1700" kern="1200"/>
            <a:t>Animal </a:t>
          </a:r>
          <a:r>
            <a:rPr lang="en-GB" sz="1700" kern="1200" dirty="0"/>
            <a:t>welfare</a:t>
          </a:r>
        </a:p>
      </dsp:txBody>
      <dsp:txXfrm rot="5400000">
        <a:off x="6397417" y="930469"/>
        <a:ext cx="1981944" cy="2791412"/>
      </dsp:txXfrm>
    </dsp:sp>
    <dsp:sp modelId="{2105DC89-0E3C-4CBC-8520-94BD26EB25BD}">
      <dsp:nvSpPr>
        <dsp:cNvPr id="0" name=""/>
        <dsp:cNvSpPr/>
      </dsp:nvSpPr>
      <dsp:spPr>
        <a:xfrm rot="16200000">
          <a:off x="7192803" y="1335203"/>
          <a:ext cx="4652352" cy="1981944"/>
        </a:xfrm>
        <a:prstGeom prst="flowChartManualOperati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2255" bIns="0" numCol="1" spcCol="1270" anchor="t" anchorCtr="0">
          <a:noAutofit/>
        </a:bodyPr>
        <a:lstStyle/>
        <a:p>
          <a:pPr marL="0" lvl="0" indent="0" algn="l" defTabSz="977900">
            <a:lnSpc>
              <a:spcPct val="90000"/>
            </a:lnSpc>
            <a:spcBef>
              <a:spcPct val="0"/>
            </a:spcBef>
            <a:spcAft>
              <a:spcPct val="35000"/>
            </a:spcAft>
            <a:buNone/>
          </a:pPr>
          <a:r>
            <a:rPr lang="en-GB" sz="2200" kern="1200" dirty="0"/>
            <a:t>Activities</a:t>
          </a:r>
        </a:p>
        <a:p>
          <a:pPr marL="171450" lvl="1" indent="-171450" algn="l" defTabSz="755650">
            <a:lnSpc>
              <a:spcPct val="90000"/>
            </a:lnSpc>
            <a:spcBef>
              <a:spcPct val="0"/>
            </a:spcBef>
            <a:spcAft>
              <a:spcPct val="15000"/>
            </a:spcAft>
            <a:buChar char="•"/>
          </a:pPr>
          <a:r>
            <a:rPr lang="en-GB" sz="1700" kern="1200" dirty="0"/>
            <a:t>Research</a:t>
          </a:r>
        </a:p>
        <a:p>
          <a:pPr marL="171450" lvl="1" indent="-171450" algn="l" defTabSz="755650">
            <a:lnSpc>
              <a:spcPct val="90000"/>
            </a:lnSpc>
            <a:spcBef>
              <a:spcPct val="0"/>
            </a:spcBef>
            <a:spcAft>
              <a:spcPct val="15000"/>
            </a:spcAft>
            <a:buChar char="•"/>
          </a:pPr>
          <a:r>
            <a:rPr lang="en-GB" sz="1700" kern="1200" dirty="0"/>
            <a:t>Dialogue</a:t>
          </a:r>
        </a:p>
        <a:p>
          <a:pPr marL="171450" lvl="1" indent="-171450" algn="l" defTabSz="755650">
            <a:lnSpc>
              <a:spcPct val="90000"/>
            </a:lnSpc>
            <a:spcBef>
              <a:spcPct val="0"/>
            </a:spcBef>
            <a:spcAft>
              <a:spcPct val="15000"/>
            </a:spcAft>
            <a:buChar char="•"/>
          </a:pPr>
          <a:r>
            <a:rPr lang="en-GB" sz="1700" kern="1200" dirty="0"/>
            <a:t>Information provision</a:t>
          </a:r>
        </a:p>
        <a:p>
          <a:pPr marL="171450" lvl="1" indent="-171450" algn="l" defTabSz="755650">
            <a:lnSpc>
              <a:spcPct val="90000"/>
            </a:lnSpc>
            <a:spcBef>
              <a:spcPct val="0"/>
            </a:spcBef>
            <a:spcAft>
              <a:spcPct val="15000"/>
            </a:spcAft>
            <a:buChar char="•"/>
          </a:pPr>
          <a:r>
            <a:rPr lang="en-GB" sz="1700" kern="1200" dirty="0"/>
            <a:t>Service provision</a:t>
          </a:r>
        </a:p>
        <a:p>
          <a:pPr marL="171450" lvl="1" indent="-171450" algn="l" defTabSz="755650">
            <a:lnSpc>
              <a:spcPct val="90000"/>
            </a:lnSpc>
            <a:spcBef>
              <a:spcPct val="0"/>
            </a:spcBef>
            <a:spcAft>
              <a:spcPct val="15000"/>
            </a:spcAft>
            <a:buChar char="•"/>
          </a:pPr>
          <a:r>
            <a:rPr lang="en-GB" sz="1700" kern="1200" dirty="0"/>
            <a:t>Campaigning</a:t>
          </a:r>
        </a:p>
        <a:p>
          <a:pPr marL="171450" lvl="1" indent="-171450" algn="l" defTabSz="755650">
            <a:lnSpc>
              <a:spcPct val="90000"/>
            </a:lnSpc>
            <a:spcBef>
              <a:spcPct val="0"/>
            </a:spcBef>
            <a:spcAft>
              <a:spcPct val="15000"/>
            </a:spcAft>
            <a:buChar char="•"/>
          </a:pPr>
          <a:r>
            <a:rPr lang="en-GB" sz="1700" kern="1200" dirty="0"/>
            <a:t>Partnerships</a:t>
          </a:r>
        </a:p>
      </dsp:txBody>
      <dsp:txXfrm rot="5400000">
        <a:off x="8528007" y="930469"/>
        <a:ext cx="1981944" cy="2791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4D6DF-CA73-4F97-84D7-D37B2439E185}">
      <dsp:nvSpPr>
        <dsp:cNvPr id="0" name=""/>
        <dsp:cNvSpPr/>
      </dsp:nvSpPr>
      <dsp:spPr>
        <a:xfrm>
          <a:off x="0" y="236204"/>
          <a:ext cx="2628900" cy="554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a:lnSpc>
              <a:spcPct val="90000"/>
            </a:lnSpc>
            <a:spcBef>
              <a:spcPct val="0"/>
            </a:spcBef>
            <a:spcAft>
              <a:spcPct val="35000"/>
            </a:spcAft>
            <a:buNone/>
          </a:pPr>
          <a:r>
            <a:rPr lang="en-GB" sz="2800" kern="1200" dirty="0"/>
            <a:t>Indirect Action</a:t>
          </a:r>
        </a:p>
      </dsp:txBody>
      <dsp:txXfrm>
        <a:off x="0" y="236204"/>
        <a:ext cx="2628900" cy="554400"/>
      </dsp:txXfrm>
    </dsp:sp>
    <dsp:sp modelId="{576D1C36-871B-4CCD-B4DD-96CE21D67948}">
      <dsp:nvSpPr>
        <dsp:cNvPr id="0" name=""/>
        <dsp:cNvSpPr/>
      </dsp:nvSpPr>
      <dsp:spPr>
        <a:xfrm>
          <a:off x="2628899" y="10979"/>
          <a:ext cx="525780" cy="100485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C2798-649C-4880-BABB-20A99FD490E1}">
      <dsp:nvSpPr>
        <dsp:cNvPr id="0" name=""/>
        <dsp:cNvSpPr/>
      </dsp:nvSpPr>
      <dsp:spPr>
        <a:xfrm>
          <a:off x="3364991" y="10979"/>
          <a:ext cx="7150608" cy="10048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GB" sz="2800" kern="1200" dirty="0"/>
            <a:t>Research &amp; communication about issues of relevance</a:t>
          </a:r>
        </a:p>
      </dsp:txBody>
      <dsp:txXfrm>
        <a:off x="3364991" y="10979"/>
        <a:ext cx="7150608" cy="1004850"/>
      </dsp:txXfrm>
    </dsp:sp>
    <dsp:sp modelId="{5D84084E-B1A7-456E-9551-8F3DEB8A7691}">
      <dsp:nvSpPr>
        <dsp:cNvPr id="0" name=""/>
        <dsp:cNvSpPr/>
      </dsp:nvSpPr>
      <dsp:spPr>
        <a:xfrm>
          <a:off x="0" y="1189719"/>
          <a:ext cx="2626332" cy="93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a:lnSpc>
              <a:spcPct val="90000"/>
            </a:lnSpc>
            <a:spcBef>
              <a:spcPct val="0"/>
            </a:spcBef>
            <a:spcAft>
              <a:spcPct val="35000"/>
            </a:spcAft>
            <a:buNone/>
          </a:pPr>
          <a:r>
            <a:rPr lang="en-GB" sz="2800" kern="1200" dirty="0"/>
            <a:t>Violent Direct Action</a:t>
          </a:r>
        </a:p>
      </dsp:txBody>
      <dsp:txXfrm>
        <a:off x="0" y="1189719"/>
        <a:ext cx="2626332" cy="935550"/>
      </dsp:txXfrm>
    </dsp:sp>
    <dsp:sp modelId="{2B54F5C3-940E-41C0-BD38-D5BABFE8B8C0}">
      <dsp:nvSpPr>
        <dsp:cNvPr id="0" name=""/>
        <dsp:cNvSpPr/>
      </dsp:nvSpPr>
      <dsp:spPr>
        <a:xfrm>
          <a:off x="2626332" y="1116629"/>
          <a:ext cx="525266" cy="1081729"/>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1BD00E-BF52-4CBC-80DA-10B94B763658}">
      <dsp:nvSpPr>
        <dsp:cNvPr id="0" name=""/>
        <dsp:cNvSpPr/>
      </dsp:nvSpPr>
      <dsp:spPr>
        <a:xfrm>
          <a:off x="3361705" y="1116629"/>
          <a:ext cx="7143624" cy="10817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GB" sz="2800" kern="1200" dirty="0"/>
            <a:t>Usually illegal, high publicity</a:t>
          </a:r>
        </a:p>
        <a:p>
          <a:pPr marL="285750" lvl="1" indent="-285750" algn="l" defTabSz="1244600">
            <a:lnSpc>
              <a:spcPct val="90000"/>
            </a:lnSpc>
            <a:spcBef>
              <a:spcPct val="0"/>
            </a:spcBef>
            <a:spcAft>
              <a:spcPct val="15000"/>
            </a:spcAft>
            <a:buChar char="•"/>
          </a:pPr>
          <a:r>
            <a:rPr lang="en-GB" sz="2800" kern="1200" dirty="0"/>
            <a:t>Can be physical or virtual (e.g. DDoS attacks)</a:t>
          </a:r>
        </a:p>
      </dsp:txBody>
      <dsp:txXfrm>
        <a:off x="3361705" y="1116629"/>
        <a:ext cx="7143624" cy="1081729"/>
      </dsp:txXfrm>
    </dsp:sp>
    <dsp:sp modelId="{3D536099-262B-4AC5-A158-A73865C7CB40}">
      <dsp:nvSpPr>
        <dsp:cNvPr id="0" name=""/>
        <dsp:cNvSpPr/>
      </dsp:nvSpPr>
      <dsp:spPr>
        <a:xfrm>
          <a:off x="0" y="2299158"/>
          <a:ext cx="2626332" cy="93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a:lnSpc>
              <a:spcPct val="90000"/>
            </a:lnSpc>
            <a:spcBef>
              <a:spcPct val="0"/>
            </a:spcBef>
            <a:spcAft>
              <a:spcPct val="35000"/>
            </a:spcAft>
            <a:buNone/>
          </a:pPr>
          <a:r>
            <a:rPr lang="en-GB" sz="2800" kern="1200" dirty="0"/>
            <a:t>Non-Violent Direct Action</a:t>
          </a:r>
        </a:p>
      </dsp:txBody>
      <dsp:txXfrm>
        <a:off x="0" y="2299158"/>
        <a:ext cx="2626332" cy="935550"/>
      </dsp:txXfrm>
    </dsp:sp>
    <dsp:sp modelId="{E84D7729-0661-44BD-899A-6A7347F76414}">
      <dsp:nvSpPr>
        <dsp:cNvPr id="0" name=""/>
        <dsp:cNvSpPr/>
      </dsp:nvSpPr>
      <dsp:spPr>
        <a:xfrm>
          <a:off x="2626332" y="2299158"/>
          <a:ext cx="525266" cy="93555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75023A-76D7-4F88-A9A7-BAAEC165A91F}">
      <dsp:nvSpPr>
        <dsp:cNvPr id="0" name=""/>
        <dsp:cNvSpPr/>
      </dsp:nvSpPr>
      <dsp:spPr>
        <a:xfrm>
          <a:off x="3361705" y="2299158"/>
          <a:ext cx="7143624" cy="9355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GB" sz="2800" kern="1200" dirty="0"/>
            <a:t>Campaigns and activism</a:t>
          </a:r>
        </a:p>
      </dsp:txBody>
      <dsp:txXfrm>
        <a:off x="3361705" y="2299158"/>
        <a:ext cx="7143624" cy="935550"/>
      </dsp:txXfrm>
    </dsp:sp>
    <dsp:sp modelId="{7ACD43B4-CB73-4D9D-A692-22EDEE80A40A}">
      <dsp:nvSpPr>
        <dsp:cNvPr id="0" name=""/>
        <dsp:cNvSpPr/>
      </dsp:nvSpPr>
      <dsp:spPr>
        <a:xfrm>
          <a:off x="0" y="3560733"/>
          <a:ext cx="2628900" cy="554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a:lnSpc>
              <a:spcPct val="90000"/>
            </a:lnSpc>
            <a:spcBef>
              <a:spcPct val="0"/>
            </a:spcBef>
            <a:spcAft>
              <a:spcPct val="35000"/>
            </a:spcAft>
            <a:buNone/>
          </a:pPr>
          <a:r>
            <a:rPr lang="en-GB" sz="2800" kern="1200" dirty="0"/>
            <a:t>Boycotts</a:t>
          </a:r>
        </a:p>
      </dsp:txBody>
      <dsp:txXfrm>
        <a:off x="0" y="3560733"/>
        <a:ext cx="2628900" cy="554400"/>
      </dsp:txXfrm>
    </dsp:sp>
    <dsp:sp modelId="{AC99528E-EE60-4E29-AC95-F71BD581197C}">
      <dsp:nvSpPr>
        <dsp:cNvPr id="0" name=""/>
        <dsp:cNvSpPr/>
      </dsp:nvSpPr>
      <dsp:spPr>
        <a:xfrm>
          <a:off x="2628899" y="3335508"/>
          <a:ext cx="525780" cy="100485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D9BD32-18E9-46CB-8312-4EE056E2A320}">
      <dsp:nvSpPr>
        <dsp:cNvPr id="0" name=""/>
        <dsp:cNvSpPr/>
      </dsp:nvSpPr>
      <dsp:spPr>
        <a:xfrm>
          <a:off x="3364991" y="3335508"/>
          <a:ext cx="7150608" cy="10048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GB" sz="2800" kern="1200" dirty="0"/>
            <a:t>Coordinated effort to avoid certain purchases in the marketplace</a:t>
          </a:r>
        </a:p>
      </dsp:txBody>
      <dsp:txXfrm>
        <a:off x="3364991" y="3335508"/>
        <a:ext cx="7150608" cy="10048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E2BC41-7D1B-407D-A44C-9AA62869978C}">
      <dsp:nvSpPr>
        <dsp:cNvPr id="0" name=""/>
        <dsp:cNvSpPr/>
      </dsp:nvSpPr>
      <dsp:spPr>
        <a:xfrm>
          <a:off x="3080" y="587032"/>
          <a:ext cx="2444055" cy="146643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Beneficiaries</a:t>
          </a:r>
          <a:endParaRPr lang="en-GB" sz="3000" kern="1200" dirty="0"/>
        </a:p>
      </dsp:txBody>
      <dsp:txXfrm>
        <a:off x="3080" y="587032"/>
        <a:ext cx="2444055" cy="1466433"/>
      </dsp:txXfrm>
    </dsp:sp>
    <dsp:sp modelId="{B2986B90-D767-4368-B678-AE20949B0B86}">
      <dsp:nvSpPr>
        <dsp:cNvPr id="0" name=""/>
        <dsp:cNvSpPr/>
      </dsp:nvSpPr>
      <dsp:spPr>
        <a:xfrm>
          <a:off x="2691541" y="587032"/>
          <a:ext cx="2444055" cy="1466433"/>
        </a:xfrm>
        <a:prstGeom prst="rect">
          <a:avLst/>
        </a:prstGeom>
        <a:solidFill>
          <a:schemeClr val="accent3">
            <a:hueOff val="451767"/>
            <a:satOff val="16667"/>
            <a:lumOff val="-2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Donors</a:t>
          </a:r>
          <a:endParaRPr lang="en-GB" altLang="en-US" sz="3000" kern="1200" dirty="0"/>
        </a:p>
      </dsp:txBody>
      <dsp:txXfrm>
        <a:off x="2691541" y="587032"/>
        <a:ext cx="2444055" cy="1466433"/>
      </dsp:txXfrm>
    </dsp:sp>
    <dsp:sp modelId="{467BC13F-DA41-4018-B162-8FAD051698A6}">
      <dsp:nvSpPr>
        <dsp:cNvPr id="0" name=""/>
        <dsp:cNvSpPr/>
      </dsp:nvSpPr>
      <dsp:spPr>
        <a:xfrm>
          <a:off x="5380002" y="587032"/>
          <a:ext cx="2444055" cy="1466433"/>
        </a:xfrm>
        <a:prstGeom prst="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Members</a:t>
          </a:r>
          <a:endParaRPr lang="en-GB" altLang="en-US" sz="3000" kern="1200" dirty="0"/>
        </a:p>
      </dsp:txBody>
      <dsp:txXfrm>
        <a:off x="5380002" y="587032"/>
        <a:ext cx="2444055" cy="1466433"/>
      </dsp:txXfrm>
    </dsp:sp>
    <dsp:sp modelId="{8CB25AB0-5001-408D-B06E-A90156A7D936}">
      <dsp:nvSpPr>
        <dsp:cNvPr id="0" name=""/>
        <dsp:cNvSpPr/>
      </dsp:nvSpPr>
      <dsp:spPr>
        <a:xfrm>
          <a:off x="8068463" y="587032"/>
          <a:ext cx="2444055" cy="1466433"/>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Employees</a:t>
          </a:r>
          <a:endParaRPr lang="en-GB" altLang="en-US" sz="3000" kern="1200" dirty="0"/>
        </a:p>
      </dsp:txBody>
      <dsp:txXfrm>
        <a:off x="8068463" y="587032"/>
        <a:ext cx="2444055" cy="1466433"/>
      </dsp:txXfrm>
    </dsp:sp>
    <dsp:sp modelId="{7B3CFA7A-721A-45D9-A5B3-A185C0C20487}">
      <dsp:nvSpPr>
        <dsp:cNvPr id="0" name=""/>
        <dsp:cNvSpPr/>
      </dsp:nvSpPr>
      <dsp:spPr>
        <a:xfrm>
          <a:off x="1347311" y="2297871"/>
          <a:ext cx="2444055" cy="1466433"/>
        </a:xfrm>
        <a:prstGeom prst="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Governmental organizations</a:t>
          </a:r>
          <a:endParaRPr lang="en-GB" altLang="en-US" sz="3000" kern="1200" dirty="0"/>
        </a:p>
      </dsp:txBody>
      <dsp:txXfrm>
        <a:off x="1347311" y="2297871"/>
        <a:ext cx="2444055" cy="1466433"/>
      </dsp:txXfrm>
    </dsp:sp>
    <dsp:sp modelId="{43597F8D-CB21-41B4-B328-68C2DF6A88A1}">
      <dsp:nvSpPr>
        <dsp:cNvPr id="0" name=""/>
        <dsp:cNvSpPr/>
      </dsp:nvSpPr>
      <dsp:spPr>
        <a:xfrm>
          <a:off x="4035772" y="2297871"/>
          <a:ext cx="2444055" cy="1466433"/>
        </a:xfrm>
        <a:prstGeom prst="rect">
          <a:avLst/>
        </a:prstGeom>
        <a:solidFill>
          <a:schemeClr val="accent3">
            <a:hueOff val="2258833"/>
            <a:satOff val="83333"/>
            <a:lumOff val="-12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Other CSOs</a:t>
          </a:r>
          <a:endParaRPr lang="en-GB" altLang="en-US" sz="3000" kern="1200" dirty="0"/>
        </a:p>
      </dsp:txBody>
      <dsp:txXfrm>
        <a:off x="4035772" y="2297871"/>
        <a:ext cx="2444055" cy="1466433"/>
      </dsp:txXfrm>
    </dsp:sp>
    <dsp:sp modelId="{DA226A9A-9473-43A5-824E-969EB3E80DCF}">
      <dsp:nvSpPr>
        <dsp:cNvPr id="0" name=""/>
        <dsp:cNvSpPr/>
      </dsp:nvSpPr>
      <dsp:spPr>
        <a:xfrm>
          <a:off x="6724233" y="2297871"/>
          <a:ext cx="2444055" cy="1466433"/>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altLang="en-US" sz="3000" kern="1200"/>
            <a:t>General public</a:t>
          </a:r>
          <a:endParaRPr lang="en-GB" sz="3000" kern="1200" dirty="0"/>
        </a:p>
      </dsp:txBody>
      <dsp:txXfrm>
        <a:off x="6724233" y="2297871"/>
        <a:ext cx="2444055" cy="14664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EC2975-CB66-430F-A7F1-50743BD8395D}">
      <dsp:nvSpPr>
        <dsp:cNvPr id="0" name=""/>
        <dsp:cNvSpPr/>
      </dsp:nvSpPr>
      <dsp:spPr>
        <a:xfrm>
          <a:off x="582645" y="1178"/>
          <a:ext cx="2174490" cy="130469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1. Justice &amp; Equality</a:t>
          </a:r>
        </a:p>
      </dsp:txBody>
      <dsp:txXfrm>
        <a:off x="582645" y="1178"/>
        <a:ext cx="2174490" cy="1304694"/>
      </dsp:txXfrm>
    </dsp:sp>
    <dsp:sp modelId="{D2952357-5F8C-4695-93E6-22F893550FA3}">
      <dsp:nvSpPr>
        <dsp:cNvPr id="0" name=""/>
        <dsp:cNvSpPr/>
      </dsp:nvSpPr>
      <dsp:spPr>
        <a:xfrm>
          <a:off x="2974584" y="1178"/>
          <a:ext cx="2174490" cy="1304694"/>
        </a:xfrm>
        <a:prstGeom prst="rect">
          <a:avLst/>
        </a:prstGeom>
        <a:gradFill rotWithShape="0">
          <a:gsLst>
            <a:gs pos="0">
              <a:schemeClr val="accent3">
                <a:hueOff val="246418"/>
                <a:satOff val="9091"/>
                <a:lumOff val="-1337"/>
                <a:alphaOff val="0"/>
                <a:satMod val="103000"/>
                <a:lumMod val="102000"/>
                <a:tint val="94000"/>
              </a:schemeClr>
            </a:gs>
            <a:gs pos="50000">
              <a:schemeClr val="accent3">
                <a:hueOff val="246418"/>
                <a:satOff val="9091"/>
                <a:lumOff val="-1337"/>
                <a:alphaOff val="0"/>
                <a:satMod val="110000"/>
                <a:lumMod val="100000"/>
                <a:shade val="100000"/>
              </a:schemeClr>
            </a:gs>
            <a:gs pos="100000">
              <a:schemeClr val="accent3">
                <a:hueOff val="246418"/>
                <a:satOff val="9091"/>
                <a:lumOff val="-133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2. Women’s Rights &amp; Gender Equality</a:t>
          </a:r>
        </a:p>
      </dsp:txBody>
      <dsp:txXfrm>
        <a:off x="2974584" y="1178"/>
        <a:ext cx="2174490" cy="1304694"/>
      </dsp:txXfrm>
    </dsp:sp>
    <dsp:sp modelId="{281C60FE-1204-4D52-B3F2-AFF45CD3DCE6}">
      <dsp:nvSpPr>
        <dsp:cNvPr id="0" name=""/>
        <dsp:cNvSpPr/>
      </dsp:nvSpPr>
      <dsp:spPr>
        <a:xfrm>
          <a:off x="5366524" y="1178"/>
          <a:ext cx="2174490" cy="1304694"/>
        </a:xfrm>
        <a:prstGeom prst="rect">
          <a:avLst/>
        </a:prstGeom>
        <a:gradFill rotWithShape="0">
          <a:gsLst>
            <a:gs pos="0">
              <a:schemeClr val="accent3">
                <a:hueOff val="492836"/>
                <a:satOff val="18182"/>
                <a:lumOff val="-2674"/>
                <a:alphaOff val="0"/>
                <a:satMod val="103000"/>
                <a:lumMod val="102000"/>
                <a:tint val="94000"/>
              </a:schemeClr>
            </a:gs>
            <a:gs pos="50000">
              <a:schemeClr val="accent3">
                <a:hueOff val="492836"/>
                <a:satOff val="18182"/>
                <a:lumOff val="-2674"/>
                <a:alphaOff val="0"/>
                <a:satMod val="110000"/>
                <a:lumMod val="100000"/>
                <a:shade val="100000"/>
              </a:schemeClr>
            </a:gs>
            <a:gs pos="100000">
              <a:schemeClr val="accent3">
                <a:hueOff val="492836"/>
                <a:satOff val="18182"/>
                <a:lumOff val="-267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3. Healthy Planet</a:t>
          </a:r>
        </a:p>
      </dsp:txBody>
      <dsp:txXfrm>
        <a:off x="5366524" y="1178"/>
        <a:ext cx="2174490" cy="1304694"/>
      </dsp:txXfrm>
    </dsp:sp>
    <dsp:sp modelId="{B69EA464-F2A1-447D-84A6-4ED850053549}">
      <dsp:nvSpPr>
        <dsp:cNvPr id="0" name=""/>
        <dsp:cNvSpPr/>
      </dsp:nvSpPr>
      <dsp:spPr>
        <a:xfrm>
          <a:off x="7758464" y="1178"/>
          <a:ext cx="2174490" cy="1304694"/>
        </a:xfrm>
        <a:prstGeom prst="rect">
          <a:avLst/>
        </a:prstGeom>
        <a:gradFill rotWithShape="0">
          <a:gsLst>
            <a:gs pos="0">
              <a:schemeClr val="accent3">
                <a:hueOff val="739254"/>
                <a:satOff val="27273"/>
                <a:lumOff val="-4011"/>
                <a:alphaOff val="0"/>
                <a:satMod val="103000"/>
                <a:lumMod val="102000"/>
                <a:tint val="94000"/>
              </a:schemeClr>
            </a:gs>
            <a:gs pos="50000">
              <a:schemeClr val="accent3">
                <a:hueOff val="739254"/>
                <a:satOff val="27273"/>
                <a:lumOff val="-4011"/>
                <a:alphaOff val="0"/>
                <a:satMod val="110000"/>
                <a:lumMod val="100000"/>
                <a:shade val="100000"/>
              </a:schemeClr>
            </a:gs>
            <a:gs pos="100000">
              <a:schemeClr val="accent3">
                <a:hueOff val="739254"/>
                <a:satOff val="27273"/>
                <a:lumOff val="-401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4. Lasting Positive Change</a:t>
          </a:r>
        </a:p>
      </dsp:txBody>
      <dsp:txXfrm>
        <a:off x="7758464" y="1178"/>
        <a:ext cx="2174490" cy="1304694"/>
      </dsp:txXfrm>
    </dsp:sp>
    <dsp:sp modelId="{1C9AB1F2-9FBA-4CF7-9D12-5A3800DAA551}">
      <dsp:nvSpPr>
        <dsp:cNvPr id="0" name=""/>
        <dsp:cNvSpPr/>
      </dsp:nvSpPr>
      <dsp:spPr>
        <a:xfrm>
          <a:off x="582645" y="1523321"/>
          <a:ext cx="2174490" cy="1304694"/>
        </a:xfrm>
        <a:prstGeom prst="rect">
          <a:avLst/>
        </a:prstGeom>
        <a:gradFill rotWithShape="0">
          <a:gsLst>
            <a:gs pos="0">
              <a:schemeClr val="accent3">
                <a:hueOff val="985672"/>
                <a:satOff val="36364"/>
                <a:lumOff val="-5348"/>
                <a:alphaOff val="0"/>
                <a:satMod val="103000"/>
                <a:lumMod val="102000"/>
                <a:tint val="94000"/>
              </a:schemeClr>
            </a:gs>
            <a:gs pos="50000">
              <a:schemeClr val="accent3">
                <a:hueOff val="985672"/>
                <a:satOff val="36364"/>
                <a:lumOff val="-5348"/>
                <a:alphaOff val="0"/>
                <a:satMod val="110000"/>
                <a:lumMod val="100000"/>
                <a:shade val="100000"/>
              </a:schemeClr>
            </a:gs>
            <a:gs pos="100000">
              <a:schemeClr val="accent3">
                <a:hueOff val="985672"/>
                <a:satOff val="36364"/>
                <a:lumOff val="-534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5. People-Driven Work</a:t>
          </a:r>
        </a:p>
      </dsp:txBody>
      <dsp:txXfrm>
        <a:off x="582645" y="1523321"/>
        <a:ext cx="2174490" cy="1304694"/>
      </dsp:txXfrm>
    </dsp:sp>
    <dsp:sp modelId="{ED633261-A68A-49B9-9410-3372290051A0}">
      <dsp:nvSpPr>
        <dsp:cNvPr id="0" name=""/>
        <dsp:cNvSpPr/>
      </dsp:nvSpPr>
      <dsp:spPr>
        <a:xfrm>
          <a:off x="2974584" y="1523321"/>
          <a:ext cx="2174490" cy="1304694"/>
        </a:xfrm>
        <a:prstGeom prst="rect">
          <a:avLst/>
        </a:prstGeom>
        <a:gradFill rotWithShape="0">
          <a:gsLst>
            <a:gs pos="0">
              <a:schemeClr val="accent3">
                <a:hueOff val="1232090"/>
                <a:satOff val="45455"/>
                <a:lumOff val="-6685"/>
                <a:alphaOff val="0"/>
                <a:satMod val="103000"/>
                <a:lumMod val="102000"/>
                <a:tint val="94000"/>
              </a:schemeClr>
            </a:gs>
            <a:gs pos="50000">
              <a:schemeClr val="accent3">
                <a:hueOff val="1232090"/>
                <a:satOff val="45455"/>
                <a:lumOff val="-6685"/>
                <a:alphaOff val="0"/>
                <a:satMod val="110000"/>
                <a:lumMod val="100000"/>
                <a:shade val="100000"/>
              </a:schemeClr>
            </a:gs>
            <a:gs pos="100000">
              <a:schemeClr val="accent3">
                <a:hueOff val="1232090"/>
                <a:satOff val="45455"/>
                <a:lumOff val="-668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6. Strong Partnerships</a:t>
          </a:r>
        </a:p>
      </dsp:txBody>
      <dsp:txXfrm>
        <a:off x="2974584" y="1523321"/>
        <a:ext cx="2174490" cy="1304694"/>
      </dsp:txXfrm>
    </dsp:sp>
    <dsp:sp modelId="{6E9749F5-0E98-4FED-85B4-EF9436163A9D}">
      <dsp:nvSpPr>
        <dsp:cNvPr id="0" name=""/>
        <dsp:cNvSpPr/>
      </dsp:nvSpPr>
      <dsp:spPr>
        <a:xfrm>
          <a:off x="5366524" y="1523321"/>
          <a:ext cx="2174490" cy="1304694"/>
        </a:xfrm>
        <a:prstGeom prst="rect">
          <a:avLst/>
        </a:prstGeom>
        <a:gradFill rotWithShape="0">
          <a:gsLst>
            <a:gs pos="0">
              <a:schemeClr val="accent3">
                <a:hueOff val="1478509"/>
                <a:satOff val="54545"/>
                <a:lumOff val="-8021"/>
                <a:alphaOff val="0"/>
                <a:satMod val="103000"/>
                <a:lumMod val="102000"/>
                <a:tint val="94000"/>
              </a:schemeClr>
            </a:gs>
            <a:gs pos="50000">
              <a:schemeClr val="accent3">
                <a:hueOff val="1478509"/>
                <a:satOff val="54545"/>
                <a:lumOff val="-8021"/>
                <a:alphaOff val="0"/>
                <a:satMod val="110000"/>
                <a:lumMod val="100000"/>
                <a:shade val="100000"/>
              </a:schemeClr>
            </a:gs>
            <a:gs pos="100000">
              <a:schemeClr val="accent3">
                <a:hueOff val="1478509"/>
                <a:satOff val="54545"/>
                <a:lumOff val="-80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7. Advocating for Fundamental Change</a:t>
          </a:r>
        </a:p>
      </dsp:txBody>
      <dsp:txXfrm>
        <a:off x="5366524" y="1523321"/>
        <a:ext cx="2174490" cy="1304694"/>
      </dsp:txXfrm>
    </dsp:sp>
    <dsp:sp modelId="{AC7F22D5-3E04-4A66-ACB4-915417DEFFAB}">
      <dsp:nvSpPr>
        <dsp:cNvPr id="0" name=""/>
        <dsp:cNvSpPr/>
      </dsp:nvSpPr>
      <dsp:spPr>
        <a:xfrm>
          <a:off x="7758464" y="1523321"/>
          <a:ext cx="2174490" cy="1304694"/>
        </a:xfrm>
        <a:prstGeom prst="rect">
          <a:avLst/>
        </a:prstGeom>
        <a:gradFill rotWithShape="0">
          <a:gsLst>
            <a:gs pos="0">
              <a:schemeClr val="accent3">
                <a:hueOff val="1724927"/>
                <a:satOff val="63636"/>
                <a:lumOff val="-9358"/>
                <a:alphaOff val="0"/>
                <a:satMod val="103000"/>
                <a:lumMod val="102000"/>
                <a:tint val="94000"/>
              </a:schemeClr>
            </a:gs>
            <a:gs pos="50000">
              <a:schemeClr val="accent3">
                <a:hueOff val="1724927"/>
                <a:satOff val="63636"/>
                <a:lumOff val="-9358"/>
                <a:alphaOff val="0"/>
                <a:satMod val="110000"/>
                <a:lumMod val="100000"/>
                <a:shade val="100000"/>
              </a:schemeClr>
            </a:gs>
            <a:gs pos="100000">
              <a:schemeClr val="accent3">
                <a:hueOff val="1724927"/>
                <a:satOff val="63636"/>
                <a:lumOff val="-935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8. Open Organisations</a:t>
          </a:r>
        </a:p>
      </dsp:txBody>
      <dsp:txXfrm>
        <a:off x="7758464" y="1523321"/>
        <a:ext cx="2174490" cy="1304694"/>
      </dsp:txXfrm>
    </dsp:sp>
    <dsp:sp modelId="{0DCDFED4-5DC0-4957-8536-EEB364B9DE8D}">
      <dsp:nvSpPr>
        <dsp:cNvPr id="0" name=""/>
        <dsp:cNvSpPr/>
      </dsp:nvSpPr>
      <dsp:spPr>
        <a:xfrm>
          <a:off x="582645" y="3045465"/>
          <a:ext cx="2174490" cy="1304694"/>
        </a:xfrm>
        <a:prstGeom prst="rect">
          <a:avLst/>
        </a:prstGeom>
        <a:gradFill rotWithShape="0">
          <a:gsLst>
            <a:gs pos="0">
              <a:schemeClr val="accent3">
                <a:hueOff val="1971345"/>
                <a:satOff val="72727"/>
                <a:lumOff val="-10695"/>
                <a:alphaOff val="0"/>
                <a:satMod val="103000"/>
                <a:lumMod val="102000"/>
                <a:tint val="94000"/>
              </a:schemeClr>
            </a:gs>
            <a:gs pos="50000">
              <a:schemeClr val="accent3">
                <a:hueOff val="1971345"/>
                <a:satOff val="72727"/>
                <a:lumOff val="-10695"/>
                <a:alphaOff val="0"/>
                <a:satMod val="110000"/>
                <a:lumMod val="100000"/>
                <a:shade val="100000"/>
              </a:schemeClr>
            </a:gs>
            <a:gs pos="100000">
              <a:schemeClr val="accent3">
                <a:hueOff val="1971345"/>
                <a:satOff val="72727"/>
                <a:lumOff val="-106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9. Empowered, Effective Staff &amp; Volunteers</a:t>
          </a:r>
        </a:p>
      </dsp:txBody>
      <dsp:txXfrm>
        <a:off x="582645" y="3045465"/>
        <a:ext cx="2174490" cy="1304694"/>
      </dsp:txXfrm>
    </dsp:sp>
    <dsp:sp modelId="{12EDCD97-C973-4C3B-BADF-FB232ECD1CE8}">
      <dsp:nvSpPr>
        <dsp:cNvPr id="0" name=""/>
        <dsp:cNvSpPr/>
      </dsp:nvSpPr>
      <dsp:spPr>
        <a:xfrm>
          <a:off x="2974584" y="3045465"/>
          <a:ext cx="2174490" cy="1304694"/>
        </a:xfrm>
        <a:prstGeom prst="rect">
          <a:avLst/>
        </a:prstGeom>
        <a:gradFill rotWithShape="0">
          <a:gsLst>
            <a:gs pos="0">
              <a:schemeClr val="accent3">
                <a:hueOff val="2217763"/>
                <a:satOff val="81818"/>
                <a:lumOff val="-12032"/>
                <a:alphaOff val="0"/>
                <a:satMod val="103000"/>
                <a:lumMod val="102000"/>
                <a:tint val="94000"/>
              </a:schemeClr>
            </a:gs>
            <a:gs pos="50000">
              <a:schemeClr val="accent3">
                <a:hueOff val="2217763"/>
                <a:satOff val="81818"/>
                <a:lumOff val="-12032"/>
                <a:alphaOff val="0"/>
                <a:satMod val="110000"/>
                <a:lumMod val="100000"/>
                <a:shade val="100000"/>
              </a:schemeClr>
            </a:gs>
            <a:gs pos="100000">
              <a:schemeClr val="accent3">
                <a:hueOff val="2217763"/>
                <a:satOff val="81818"/>
                <a:lumOff val="-120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10. Well-handled Resources</a:t>
          </a:r>
        </a:p>
      </dsp:txBody>
      <dsp:txXfrm>
        <a:off x="2974584" y="3045465"/>
        <a:ext cx="2174490" cy="1304694"/>
      </dsp:txXfrm>
    </dsp:sp>
    <dsp:sp modelId="{6778DE2C-57B5-4247-B2A8-9824824FFB2E}">
      <dsp:nvSpPr>
        <dsp:cNvPr id="0" name=""/>
        <dsp:cNvSpPr/>
      </dsp:nvSpPr>
      <dsp:spPr>
        <a:xfrm>
          <a:off x="5366524" y="3045465"/>
          <a:ext cx="2174490" cy="1304694"/>
        </a:xfrm>
        <a:prstGeom prst="rect">
          <a:avLst/>
        </a:prstGeom>
        <a:gradFill rotWithShape="0">
          <a:gsLst>
            <a:gs pos="0">
              <a:schemeClr val="accent3">
                <a:hueOff val="2464181"/>
                <a:satOff val="90909"/>
                <a:lumOff val="-13369"/>
                <a:alphaOff val="0"/>
                <a:satMod val="103000"/>
                <a:lumMod val="102000"/>
                <a:tint val="94000"/>
              </a:schemeClr>
            </a:gs>
            <a:gs pos="50000">
              <a:schemeClr val="accent3">
                <a:hueOff val="2464181"/>
                <a:satOff val="90909"/>
                <a:lumOff val="-13369"/>
                <a:alphaOff val="0"/>
                <a:satMod val="110000"/>
                <a:lumMod val="100000"/>
                <a:shade val="100000"/>
              </a:schemeClr>
            </a:gs>
            <a:gs pos="100000">
              <a:schemeClr val="accent3">
                <a:hueOff val="2464181"/>
                <a:satOff val="90909"/>
                <a:lumOff val="-133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11. Responsive Decision-making</a:t>
          </a:r>
        </a:p>
      </dsp:txBody>
      <dsp:txXfrm>
        <a:off x="5366524" y="3045465"/>
        <a:ext cx="2174490" cy="1304694"/>
      </dsp:txXfrm>
    </dsp:sp>
    <dsp:sp modelId="{333BE2AA-4AF6-498B-A8C1-7BE02946A401}">
      <dsp:nvSpPr>
        <dsp:cNvPr id="0" name=""/>
        <dsp:cNvSpPr/>
      </dsp:nvSpPr>
      <dsp:spPr>
        <a:xfrm>
          <a:off x="7758464" y="3045465"/>
          <a:ext cx="2174490" cy="1304694"/>
        </a:xfrm>
        <a:prstGeom prst="rect">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dirty="0"/>
            <a:t>12. Responsible Leadership</a:t>
          </a:r>
        </a:p>
      </dsp:txBody>
      <dsp:txXfrm>
        <a:off x="7758464" y="3045465"/>
        <a:ext cx="2174490" cy="13046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D6ADC-3067-4F5C-8028-30EEFADC2D92}">
      <dsp:nvSpPr>
        <dsp:cNvPr id="0" name=""/>
        <dsp:cNvSpPr/>
      </dsp:nvSpPr>
      <dsp:spPr>
        <a:xfrm>
          <a:off x="8130629" y="2722546"/>
          <a:ext cx="1065758" cy="507204"/>
        </a:xfrm>
        <a:custGeom>
          <a:avLst/>
          <a:gdLst/>
          <a:ahLst/>
          <a:cxnLst/>
          <a:rect l="0" t="0" r="0" b="0"/>
          <a:pathLst>
            <a:path>
              <a:moveTo>
                <a:pt x="0" y="0"/>
              </a:moveTo>
              <a:lnTo>
                <a:pt x="0" y="345644"/>
              </a:lnTo>
              <a:lnTo>
                <a:pt x="1065758" y="345644"/>
              </a:lnTo>
              <a:lnTo>
                <a:pt x="1065758" y="50720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F94954-0060-4919-84CF-977BFAD1C901}">
      <dsp:nvSpPr>
        <dsp:cNvPr id="0" name=""/>
        <dsp:cNvSpPr/>
      </dsp:nvSpPr>
      <dsp:spPr>
        <a:xfrm>
          <a:off x="7064871" y="2722546"/>
          <a:ext cx="1065758" cy="507204"/>
        </a:xfrm>
        <a:custGeom>
          <a:avLst/>
          <a:gdLst/>
          <a:ahLst/>
          <a:cxnLst/>
          <a:rect l="0" t="0" r="0" b="0"/>
          <a:pathLst>
            <a:path>
              <a:moveTo>
                <a:pt x="1065758" y="0"/>
              </a:moveTo>
              <a:lnTo>
                <a:pt x="1065758" y="345644"/>
              </a:lnTo>
              <a:lnTo>
                <a:pt x="0" y="345644"/>
              </a:lnTo>
              <a:lnTo>
                <a:pt x="0" y="50720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4ED867-F761-4D1E-93E3-85CB6B19245E}">
      <dsp:nvSpPr>
        <dsp:cNvPr id="0" name=""/>
        <dsp:cNvSpPr/>
      </dsp:nvSpPr>
      <dsp:spPr>
        <a:xfrm>
          <a:off x="5999112" y="1107922"/>
          <a:ext cx="2131516" cy="507204"/>
        </a:xfrm>
        <a:custGeom>
          <a:avLst/>
          <a:gdLst/>
          <a:ahLst/>
          <a:cxnLst/>
          <a:rect l="0" t="0" r="0" b="0"/>
          <a:pathLst>
            <a:path>
              <a:moveTo>
                <a:pt x="0" y="0"/>
              </a:moveTo>
              <a:lnTo>
                <a:pt x="0" y="345644"/>
              </a:lnTo>
              <a:lnTo>
                <a:pt x="2131516" y="345644"/>
              </a:lnTo>
              <a:lnTo>
                <a:pt x="2131516" y="50720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9DBA15-DB88-49A7-9E6E-D03E8461DD95}">
      <dsp:nvSpPr>
        <dsp:cNvPr id="0" name=""/>
        <dsp:cNvSpPr/>
      </dsp:nvSpPr>
      <dsp:spPr>
        <a:xfrm>
          <a:off x="3867596" y="2722546"/>
          <a:ext cx="1065758" cy="507204"/>
        </a:xfrm>
        <a:custGeom>
          <a:avLst/>
          <a:gdLst/>
          <a:ahLst/>
          <a:cxnLst/>
          <a:rect l="0" t="0" r="0" b="0"/>
          <a:pathLst>
            <a:path>
              <a:moveTo>
                <a:pt x="0" y="0"/>
              </a:moveTo>
              <a:lnTo>
                <a:pt x="0" y="345644"/>
              </a:lnTo>
              <a:lnTo>
                <a:pt x="1065758" y="345644"/>
              </a:lnTo>
              <a:lnTo>
                <a:pt x="1065758" y="50720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1830CA-36D6-44A3-A6A8-9A0ED4994E0D}">
      <dsp:nvSpPr>
        <dsp:cNvPr id="0" name=""/>
        <dsp:cNvSpPr/>
      </dsp:nvSpPr>
      <dsp:spPr>
        <a:xfrm>
          <a:off x="2801838" y="2722546"/>
          <a:ext cx="1065758" cy="507204"/>
        </a:xfrm>
        <a:custGeom>
          <a:avLst/>
          <a:gdLst/>
          <a:ahLst/>
          <a:cxnLst/>
          <a:rect l="0" t="0" r="0" b="0"/>
          <a:pathLst>
            <a:path>
              <a:moveTo>
                <a:pt x="1065758" y="0"/>
              </a:moveTo>
              <a:lnTo>
                <a:pt x="1065758" y="345644"/>
              </a:lnTo>
              <a:lnTo>
                <a:pt x="0" y="345644"/>
              </a:lnTo>
              <a:lnTo>
                <a:pt x="0" y="50720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5C8956-5269-4C24-8CD7-BF6C2B686141}">
      <dsp:nvSpPr>
        <dsp:cNvPr id="0" name=""/>
        <dsp:cNvSpPr/>
      </dsp:nvSpPr>
      <dsp:spPr>
        <a:xfrm>
          <a:off x="3867596" y="1107922"/>
          <a:ext cx="2131516" cy="507204"/>
        </a:xfrm>
        <a:custGeom>
          <a:avLst/>
          <a:gdLst/>
          <a:ahLst/>
          <a:cxnLst/>
          <a:rect l="0" t="0" r="0" b="0"/>
          <a:pathLst>
            <a:path>
              <a:moveTo>
                <a:pt x="2131516" y="0"/>
              </a:moveTo>
              <a:lnTo>
                <a:pt x="2131516" y="345644"/>
              </a:lnTo>
              <a:lnTo>
                <a:pt x="0" y="345644"/>
              </a:lnTo>
              <a:lnTo>
                <a:pt x="0" y="50720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79F5B9-F9EE-4CFF-90AE-737F5448CE23}">
      <dsp:nvSpPr>
        <dsp:cNvPr id="0" name=""/>
        <dsp:cNvSpPr/>
      </dsp:nvSpPr>
      <dsp:spPr>
        <a:xfrm>
          <a:off x="5127128" y="502"/>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EEBB8D-5F9F-44FD-8AC3-AFEF52693029}">
      <dsp:nvSpPr>
        <dsp:cNvPr id="0" name=""/>
        <dsp:cNvSpPr/>
      </dsp:nvSpPr>
      <dsp:spPr>
        <a:xfrm>
          <a:off x="5320903" y="184588"/>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Government as a stakeholder of business</a:t>
          </a:r>
        </a:p>
      </dsp:txBody>
      <dsp:txXfrm>
        <a:off x="5353338" y="217023"/>
        <a:ext cx="1679097" cy="1042549"/>
      </dsp:txXfrm>
    </dsp:sp>
    <dsp:sp modelId="{F71A1044-C32B-4A30-9E0C-C3208F32B412}">
      <dsp:nvSpPr>
        <dsp:cNvPr id="0" name=""/>
        <dsp:cNvSpPr/>
      </dsp:nvSpPr>
      <dsp:spPr>
        <a:xfrm>
          <a:off x="2995612" y="1615126"/>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19144E-9180-40AB-AA9D-078F5553E285}">
      <dsp:nvSpPr>
        <dsp:cNvPr id="0" name=""/>
        <dsp:cNvSpPr/>
      </dsp:nvSpPr>
      <dsp:spPr>
        <a:xfrm>
          <a:off x="3189386" y="1799211"/>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Government as the elected representative of citizens’ interests</a:t>
          </a:r>
        </a:p>
      </dsp:txBody>
      <dsp:txXfrm>
        <a:off x="3221821" y="1831646"/>
        <a:ext cx="1679097" cy="1042549"/>
      </dsp:txXfrm>
    </dsp:sp>
    <dsp:sp modelId="{B4C487C4-C393-42FF-9012-EB4878AD355A}">
      <dsp:nvSpPr>
        <dsp:cNvPr id="0" name=""/>
        <dsp:cNvSpPr/>
      </dsp:nvSpPr>
      <dsp:spPr>
        <a:xfrm>
          <a:off x="1929854" y="3229750"/>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0D778F-2793-4E4A-96A8-4F99B404E286}">
      <dsp:nvSpPr>
        <dsp:cNvPr id="0" name=""/>
        <dsp:cNvSpPr/>
      </dsp:nvSpPr>
      <dsp:spPr>
        <a:xfrm>
          <a:off x="2123628" y="3413835"/>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Restricting business</a:t>
          </a:r>
        </a:p>
      </dsp:txBody>
      <dsp:txXfrm>
        <a:off x="2156063" y="3446270"/>
        <a:ext cx="1679097" cy="1042549"/>
      </dsp:txXfrm>
    </dsp:sp>
    <dsp:sp modelId="{9BFE38B7-A0A4-4E49-8726-A0D876E1C89A}">
      <dsp:nvSpPr>
        <dsp:cNvPr id="0" name=""/>
        <dsp:cNvSpPr/>
      </dsp:nvSpPr>
      <dsp:spPr>
        <a:xfrm>
          <a:off x="4061370" y="3229750"/>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42C536-7EF0-4C2D-8BB2-0179559AF4E2}">
      <dsp:nvSpPr>
        <dsp:cNvPr id="0" name=""/>
        <dsp:cNvSpPr/>
      </dsp:nvSpPr>
      <dsp:spPr>
        <a:xfrm>
          <a:off x="4255144" y="3413835"/>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Enabling business</a:t>
          </a:r>
        </a:p>
      </dsp:txBody>
      <dsp:txXfrm>
        <a:off x="4287579" y="3446270"/>
        <a:ext cx="1679097" cy="1042549"/>
      </dsp:txXfrm>
    </dsp:sp>
    <dsp:sp modelId="{0AF89A91-DA9E-45BF-BBD7-A44CDA00CE02}">
      <dsp:nvSpPr>
        <dsp:cNvPr id="0" name=""/>
        <dsp:cNvSpPr/>
      </dsp:nvSpPr>
      <dsp:spPr>
        <a:xfrm>
          <a:off x="7258645" y="1615126"/>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288282-DF5C-4582-ABE5-B2AC3A1F77BD}">
      <dsp:nvSpPr>
        <dsp:cNvPr id="0" name=""/>
        <dsp:cNvSpPr/>
      </dsp:nvSpPr>
      <dsp:spPr>
        <a:xfrm>
          <a:off x="7452419" y="1799211"/>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Government as an actor (or group of actors) with interests of its own</a:t>
          </a:r>
        </a:p>
      </dsp:txBody>
      <dsp:txXfrm>
        <a:off x="7484854" y="1831646"/>
        <a:ext cx="1679097" cy="1042549"/>
      </dsp:txXfrm>
    </dsp:sp>
    <dsp:sp modelId="{0135CA6C-C057-49C7-BBC8-AF4764F14657}">
      <dsp:nvSpPr>
        <dsp:cNvPr id="0" name=""/>
        <dsp:cNvSpPr/>
      </dsp:nvSpPr>
      <dsp:spPr>
        <a:xfrm>
          <a:off x="6192887" y="3229750"/>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B971EB-6540-424D-B1E0-1A17837A6615}">
      <dsp:nvSpPr>
        <dsp:cNvPr id="0" name=""/>
        <dsp:cNvSpPr/>
      </dsp:nvSpPr>
      <dsp:spPr>
        <a:xfrm>
          <a:off x="6386661" y="3413835"/>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Dependent on business</a:t>
          </a:r>
        </a:p>
      </dsp:txBody>
      <dsp:txXfrm>
        <a:off x="6419096" y="3446270"/>
        <a:ext cx="1679097" cy="1042549"/>
      </dsp:txXfrm>
    </dsp:sp>
    <dsp:sp modelId="{0182007D-3A4F-4580-B302-54C9E8AA3D42}">
      <dsp:nvSpPr>
        <dsp:cNvPr id="0" name=""/>
        <dsp:cNvSpPr/>
      </dsp:nvSpPr>
      <dsp:spPr>
        <a:xfrm>
          <a:off x="8324403" y="3229750"/>
          <a:ext cx="1743967" cy="110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7E3231-CADC-4AB3-9D03-989B6C125D0B}">
      <dsp:nvSpPr>
        <dsp:cNvPr id="0" name=""/>
        <dsp:cNvSpPr/>
      </dsp:nvSpPr>
      <dsp:spPr>
        <a:xfrm>
          <a:off x="8518177" y="3413835"/>
          <a:ext cx="1743967" cy="11074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Competing with business</a:t>
          </a:r>
        </a:p>
      </dsp:txBody>
      <dsp:txXfrm>
        <a:off x="8550612" y="3446270"/>
        <a:ext cx="1679097" cy="10425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5819A-C854-4093-883A-ED94F4B660FF}">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F1AC86-ECAA-49AE-9BB9-867F7ED2DA77}">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GB" sz="4900" kern="1200"/>
            <a:t>Governments have a self-interest to be re-elected</a:t>
          </a:r>
          <a:endParaRPr lang="en-US" sz="4900" kern="1200"/>
        </a:p>
      </dsp:txBody>
      <dsp:txXfrm>
        <a:off x="0" y="2703"/>
        <a:ext cx="6900512" cy="1843578"/>
      </dsp:txXfrm>
    </dsp:sp>
    <dsp:sp modelId="{6A0B5C61-CCDF-4B36-8224-DF3B5788CDAA}">
      <dsp:nvSpPr>
        <dsp:cNvPr id="0" name=""/>
        <dsp:cNvSpPr/>
      </dsp:nvSpPr>
      <dsp:spPr>
        <a:xfrm>
          <a:off x="0" y="1846281"/>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6B66B1-5990-4111-90C5-DF2BACABD94E}">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GB" sz="4900" kern="1200"/>
            <a:t>Governments very </a:t>
          </a:r>
          <a:r>
            <a:rPr lang="en-GB" sz="4900" b="1" kern="1200"/>
            <a:t>dependent on business</a:t>
          </a:r>
          <a:endParaRPr lang="en-US" sz="4900" kern="1200"/>
        </a:p>
      </dsp:txBody>
      <dsp:txXfrm>
        <a:off x="0" y="1846281"/>
        <a:ext cx="6900512" cy="1843578"/>
      </dsp:txXfrm>
    </dsp:sp>
    <dsp:sp modelId="{A5AF341F-6E1A-4346-9F6F-DD0DADFFE53F}">
      <dsp:nvSpPr>
        <dsp:cNvPr id="0" name=""/>
        <dsp:cNvSpPr/>
      </dsp:nvSpPr>
      <dsp:spPr>
        <a:xfrm>
          <a:off x="0" y="3689859"/>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EBF738-3AB1-4DC2-9F14-22CD38D43E03}">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GB" sz="4900" kern="1200"/>
            <a:t>Governments also </a:t>
          </a:r>
          <a:r>
            <a:rPr lang="en-GB" sz="4900" b="1" kern="1200"/>
            <a:t>compete with business</a:t>
          </a:r>
          <a:endParaRPr lang="en-US" sz="4900" kern="1200"/>
        </a:p>
      </dsp:txBody>
      <dsp:txXfrm>
        <a:off x="0" y="3689859"/>
        <a:ext cx="6900512" cy="18435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B0B0D9-49F1-40D0-86FE-A5F693290E68}">
      <dsp:nvSpPr>
        <dsp:cNvPr id="0" name=""/>
        <dsp:cNvSpPr/>
      </dsp:nvSpPr>
      <dsp:spPr>
        <a:xfrm>
          <a:off x="1748064" y="2975"/>
          <a:ext cx="3342605" cy="20055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Lobbying</a:t>
          </a:r>
        </a:p>
      </dsp:txBody>
      <dsp:txXfrm>
        <a:off x="1748064" y="2975"/>
        <a:ext cx="3342605" cy="2005563"/>
      </dsp:txXfrm>
    </dsp:sp>
    <dsp:sp modelId="{574B1A5B-FCF3-47AA-999D-4417CB28D9B8}">
      <dsp:nvSpPr>
        <dsp:cNvPr id="0" name=""/>
        <dsp:cNvSpPr/>
      </dsp:nvSpPr>
      <dsp:spPr>
        <a:xfrm>
          <a:off x="5424930" y="2975"/>
          <a:ext cx="3342605" cy="2005563"/>
        </a:xfrm>
        <a:prstGeom prst="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Party and campaign financing</a:t>
          </a:r>
        </a:p>
      </dsp:txBody>
      <dsp:txXfrm>
        <a:off x="5424930" y="2975"/>
        <a:ext cx="3342605" cy="2005563"/>
      </dsp:txXfrm>
    </dsp:sp>
    <dsp:sp modelId="{FFC9524E-3B62-452F-8DE7-CBADFFEA3D31}">
      <dsp:nvSpPr>
        <dsp:cNvPr id="0" name=""/>
        <dsp:cNvSpPr/>
      </dsp:nvSpPr>
      <dsp:spPr>
        <a:xfrm>
          <a:off x="1748064" y="2342799"/>
          <a:ext cx="3342605" cy="2005563"/>
        </a:xfrm>
        <a:prstGeom prst="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Individual conflicts of interests</a:t>
          </a:r>
        </a:p>
      </dsp:txBody>
      <dsp:txXfrm>
        <a:off x="1748064" y="2342799"/>
        <a:ext cx="3342605" cy="2005563"/>
      </dsp:txXfrm>
    </dsp:sp>
    <dsp:sp modelId="{2FF82C8B-2081-4735-BA29-9C98B2926BB0}">
      <dsp:nvSpPr>
        <dsp:cNvPr id="0" name=""/>
        <dsp:cNvSpPr/>
      </dsp:nvSpPr>
      <dsp:spPr>
        <a:xfrm>
          <a:off x="5424930" y="2342799"/>
          <a:ext cx="3342605" cy="2005563"/>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Corruption</a:t>
          </a:r>
        </a:p>
      </dsp:txBody>
      <dsp:txXfrm>
        <a:off x="5424930" y="2342799"/>
        <a:ext cx="3342605" cy="20055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DD1EBD-3528-4CE0-9776-4AFEB6D0B517}">
      <dsp:nvSpPr>
        <dsp:cNvPr id="0" name=""/>
        <dsp:cNvSpPr/>
      </dsp:nvSpPr>
      <dsp:spPr>
        <a:xfrm>
          <a:off x="3953" y="256298"/>
          <a:ext cx="2377306" cy="72831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altLang="en-US" sz="2000" kern="1200"/>
            <a:t>Privatisation profits</a:t>
          </a:r>
          <a:endParaRPr lang="en-GB" sz="2000" kern="1200" dirty="0"/>
        </a:p>
      </dsp:txBody>
      <dsp:txXfrm>
        <a:off x="3953" y="256298"/>
        <a:ext cx="2377306" cy="728312"/>
      </dsp:txXfrm>
    </dsp:sp>
    <dsp:sp modelId="{D32D0914-88FE-4A31-A5BA-B5227793C872}">
      <dsp:nvSpPr>
        <dsp:cNvPr id="0" name=""/>
        <dsp:cNvSpPr/>
      </dsp:nvSpPr>
      <dsp:spPr>
        <a:xfrm>
          <a:off x="3953" y="984611"/>
          <a:ext cx="2377306" cy="311042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GB" altLang="en-US" sz="2000" kern="1200"/>
            <a:t>Key issue is a fair price</a:t>
          </a:r>
          <a:endParaRPr lang="en-GB" altLang="en-US" sz="2000" kern="1200" dirty="0"/>
        </a:p>
      </dsp:txBody>
      <dsp:txXfrm>
        <a:off x="3953" y="984611"/>
        <a:ext cx="2377306" cy="3110428"/>
      </dsp:txXfrm>
    </dsp:sp>
    <dsp:sp modelId="{8B329F76-D77E-4BB8-8F34-6B6834D75DAE}">
      <dsp:nvSpPr>
        <dsp:cNvPr id="0" name=""/>
        <dsp:cNvSpPr/>
      </dsp:nvSpPr>
      <dsp:spPr>
        <a:xfrm>
          <a:off x="2714082" y="256298"/>
          <a:ext cx="2377306" cy="728312"/>
        </a:xfrm>
        <a:prstGeom prst="rect">
          <a:avLst/>
        </a:prstGeom>
        <a:solidFill>
          <a:schemeClr val="accent3">
            <a:hueOff val="903533"/>
            <a:satOff val="33333"/>
            <a:lumOff val="-4902"/>
            <a:alphaOff val="0"/>
          </a:schemeClr>
        </a:solidFill>
        <a:ln w="12700" cap="flat" cmpd="sng" algn="ctr">
          <a:solidFill>
            <a:schemeClr val="accent3">
              <a:hueOff val="903533"/>
              <a:satOff val="33333"/>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altLang="en-US" sz="2000" kern="1200"/>
            <a:t>Citizens turned consumers</a:t>
          </a:r>
          <a:endParaRPr lang="en-GB" altLang="en-US" sz="2000" kern="1200" dirty="0"/>
        </a:p>
      </dsp:txBody>
      <dsp:txXfrm>
        <a:off x="2714082" y="256298"/>
        <a:ext cx="2377306" cy="728312"/>
      </dsp:txXfrm>
    </dsp:sp>
    <dsp:sp modelId="{7CA28C12-2E96-49A3-807C-CC73C83A391B}">
      <dsp:nvSpPr>
        <dsp:cNvPr id="0" name=""/>
        <dsp:cNvSpPr/>
      </dsp:nvSpPr>
      <dsp:spPr>
        <a:xfrm>
          <a:off x="2714082" y="984611"/>
          <a:ext cx="2377306" cy="3110428"/>
        </a:xfrm>
        <a:prstGeom prst="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GB" altLang="en-US" sz="2000" kern="1200"/>
            <a:t>Economic basis for decisions, rather than political</a:t>
          </a:r>
          <a:endParaRPr lang="en-GB" altLang="en-US" sz="2000" kern="1200" dirty="0"/>
        </a:p>
        <a:p>
          <a:pPr marL="228600" lvl="1" indent="-228600" algn="l" defTabSz="889000">
            <a:lnSpc>
              <a:spcPct val="90000"/>
            </a:lnSpc>
            <a:spcBef>
              <a:spcPct val="0"/>
            </a:spcBef>
            <a:spcAft>
              <a:spcPct val="15000"/>
            </a:spcAft>
            <a:buChar char="•"/>
          </a:pPr>
          <a:r>
            <a:rPr lang="en-GB" altLang="en-US" sz="2000" kern="1200" dirty="0"/>
            <a:t>E.g. Postal services</a:t>
          </a:r>
        </a:p>
      </dsp:txBody>
      <dsp:txXfrm>
        <a:off x="2714082" y="984611"/>
        <a:ext cx="2377306" cy="3110428"/>
      </dsp:txXfrm>
    </dsp:sp>
    <dsp:sp modelId="{933976A7-D50A-4310-8588-0CB1A77BFA94}">
      <dsp:nvSpPr>
        <dsp:cNvPr id="0" name=""/>
        <dsp:cNvSpPr/>
      </dsp:nvSpPr>
      <dsp:spPr>
        <a:xfrm>
          <a:off x="5424211" y="256298"/>
          <a:ext cx="2377306" cy="728312"/>
        </a:xfrm>
        <a:prstGeom prst="rect">
          <a:avLst/>
        </a:prstGeom>
        <a:solidFill>
          <a:schemeClr val="accent3">
            <a:hueOff val="1807066"/>
            <a:satOff val="66667"/>
            <a:lumOff val="-9804"/>
            <a:alphaOff val="0"/>
          </a:schemeClr>
        </a:solidFill>
        <a:ln w="12700" cap="flat" cmpd="sng" algn="ctr">
          <a:solidFill>
            <a:schemeClr val="accent3">
              <a:hueOff val="1807066"/>
              <a:satOff val="66667"/>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altLang="en-US" sz="2000" kern="1200"/>
            <a:t>Natural monopolies</a:t>
          </a:r>
          <a:endParaRPr lang="en-GB" altLang="en-US" sz="2000" kern="1200" dirty="0"/>
        </a:p>
      </dsp:txBody>
      <dsp:txXfrm>
        <a:off x="5424211" y="256298"/>
        <a:ext cx="2377306" cy="728312"/>
      </dsp:txXfrm>
    </dsp:sp>
    <dsp:sp modelId="{BDF62C70-FE8F-4D1C-8516-CEA9392B322E}">
      <dsp:nvSpPr>
        <dsp:cNvPr id="0" name=""/>
        <dsp:cNvSpPr/>
      </dsp:nvSpPr>
      <dsp:spPr>
        <a:xfrm>
          <a:off x="5424211" y="984611"/>
          <a:ext cx="2377306" cy="3110428"/>
        </a:xfrm>
        <a:prstGeom prst="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GB" altLang="en-US" sz="2000" kern="1200"/>
            <a:t>Can lead to over-charging or delivering poor quality</a:t>
          </a:r>
          <a:endParaRPr lang="en-GB" altLang="en-US" sz="2000" kern="1200" dirty="0"/>
        </a:p>
        <a:p>
          <a:pPr marL="228600" lvl="1" indent="-228600" algn="l" defTabSz="889000">
            <a:lnSpc>
              <a:spcPct val="90000"/>
            </a:lnSpc>
            <a:spcBef>
              <a:spcPct val="0"/>
            </a:spcBef>
            <a:spcAft>
              <a:spcPct val="15000"/>
            </a:spcAft>
            <a:buChar char="•"/>
          </a:pPr>
          <a:r>
            <a:rPr lang="en-GB" altLang="en-US" sz="2000" kern="1200" dirty="0"/>
            <a:t>E.g. Railways</a:t>
          </a:r>
        </a:p>
      </dsp:txBody>
      <dsp:txXfrm>
        <a:off x="5424211" y="984611"/>
        <a:ext cx="2377306" cy="3110428"/>
      </dsp:txXfrm>
    </dsp:sp>
    <dsp:sp modelId="{6396D7FB-F8B3-4105-9080-DD9C75402099}">
      <dsp:nvSpPr>
        <dsp:cNvPr id="0" name=""/>
        <dsp:cNvSpPr/>
      </dsp:nvSpPr>
      <dsp:spPr>
        <a:xfrm>
          <a:off x="8134340" y="256298"/>
          <a:ext cx="2377306" cy="728312"/>
        </a:xfrm>
        <a:prstGeom prst="rect">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altLang="en-US" sz="2000" kern="1200"/>
            <a:t>PPPs (Public-Private Partnerships)</a:t>
          </a:r>
          <a:endParaRPr lang="en-GB" altLang="en-US" sz="2000" kern="1200" dirty="0"/>
        </a:p>
      </dsp:txBody>
      <dsp:txXfrm>
        <a:off x="8134340" y="256298"/>
        <a:ext cx="2377306" cy="728312"/>
      </dsp:txXfrm>
    </dsp:sp>
    <dsp:sp modelId="{30798A46-0E55-4030-9BBA-BDBA8FF60ED9}">
      <dsp:nvSpPr>
        <dsp:cNvPr id="0" name=""/>
        <dsp:cNvSpPr/>
      </dsp:nvSpPr>
      <dsp:spPr>
        <a:xfrm>
          <a:off x="8134340" y="984611"/>
          <a:ext cx="2377306" cy="3110428"/>
        </a:xfrm>
        <a:prstGeom prst="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GB" altLang="en-US" sz="2000" kern="1200"/>
            <a:t>Private sector profit-maximization tends to dominate at the expense of quality and effectiveness for citizens</a:t>
          </a:r>
          <a:endParaRPr lang="en-GB" altLang="en-US" sz="2000" kern="1200" dirty="0"/>
        </a:p>
        <a:p>
          <a:pPr marL="228600" lvl="1" indent="-228600" algn="l" defTabSz="889000">
            <a:lnSpc>
              <a:spcPct val="90000"/>
            </a:lnSpc>
            <a:spcBef>
              <a:spcPct val="0"/>
            </a:spcBef>
            <a:spcAft>
              <a:spcPct val="15000"/>
            </a:spcAft>
            <a:buChar char="•"/>
          </a:pPr>
          <a:r>
            <a:rPr lang="en-GB" altLang="en-US" sz="2000" kern="1200"/>
            <a:t>E.g. UK – Healthcare sector</a:t>
          </a:r>
          <a:endParaRPr lang="en-GB" altLang="en-US" sz="2000" kern="1200" dirty="0"/>
        </a:p>
      </dsp:txBody>
      <dsp:txXfrm>
        <a:off x="8134340" y="984611"/>
        <a:ext cx="2377306" cy="3110428"/>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88D15-47E7-45FA-8DFD-CECB78256505}" type="datetimeFigureOut">
              <a:rPr lang="en-GB" smtClean="0"/>
              <a:t>10/03/2026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262218-D45B-4A6D-9D07-94188AB45002}" type="slidenum">
              <a:rPr lang="en-GB" smtClean="0"/>
              <a:t>‹#›</a:t>
            </a:fld>
            <a:endParaRPr lang="en-GB"/>
          </a:p>
        </p:txBody>
      </p:sp>
    </p:spTree>
    <p:extLst>
      <p:ext uri="{BB962C8B-B14F-4D97-AF65-F5344CB8AC3E}">
        <p14:creationId xmlns:p14="http://schemas.microsoft.com/office/powerpoint/2010/main" val="2173474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262218-D45B-4A6D-9D07-94188AB45002}" type="slidenum">
              <a:rPr lang="en-GB" smtClean="0"/>
              <a:t>1</a:t>
            </a:fld>
            <a:endParaRPr lang="en-GB"/>
          </a:p>
        </p:txBody>
      </p:sp>
    </p:spTree>
    <p:extLst>
      <p:ext uri="{BB962C8B-B14F-4D97-AF65-F5344CB8AC3E}">
        <p14:creationId xmlns:p14="http://schemas.microsoft.com/office/powerpoint/2010/main" val="3759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Civil Society can be seen as a counterbalance to the state and business, guarding against abuse of power and ensuring that people’s interests are served.</a:t>
            </a:r>
          </a:p>
        </p:txBody>
      </p:sp>
      <p:sp>
        <p:nvSpPr>
          <p:cNvPr id="4" name="Slide Number Placeholder 3"/>
          <p:cNvSpPr>
            <a:spLocks noGrp="1"/>
          </p:cNvSpPr>
          <p:nvPr>
            <p:ph type="sldNum" sz="quarter" idx="5"/>
          </p:nvPr>
        </p:nvSpPr>
        <p:spPr/>
        <p:txBody>
          <a:bodyPr/>
          <a:lstStyle/>
          <a:p>
            <a:fld id="{F6262218-D45B-4A6D-9D07-94188AB45002}" type="slidenum">
              <a:rPr lang="en-GB" smtClean="0"/>
              <a:t>3</a:t>
            </a:fld>
            <a:endParaRPr lang="en-GB"/>
          </a:p>
        </p:txBody>
      </p:sp>
    </p:spTree>
    <p:extLst>
      <p:ext uri="{BB962C8B-B14F-4D97-AF65-F5344CB8AC3E}">
        <p14:creationId xmlns:p14="http://schemas.microsoft.com/office/powerpoint/2010/main" val="1598241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262218-D45B-4A6D-9D07-94188AB45002}" type="slidenum">
              <a:rPr lang="en-GB" smtClean="0"/>
              <a:t>18</a:t>
            </a:fld>
            <a:endParaRPr lang="en-GB"/>
          </a:p>
        </p:txBody>
      </p:sp>
    </p:spTree>
    <p:extLst>
      <p:ext uri="{BB962C8B-B14F-4D97-AF65-F5344CB8AC3E}">
        <p14:creationId xmlns:p14="http://schemas.microsoft.com/office/powerpoint/2010/main" val="2018054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262218-D45B-4A6D-9D07-94188AB45002}" type="slidenum">
              <a:rPr lang="en-GB" smtClean="0"/>
              <a:t>19</a:t>
            </a:fld>
            <a:endParaRPr lang="en-GB"/>
          </a:p>
        </p:txBody>
      </p:sp>
    </p:spTree>
    <p:extLst>
      <p:ext uri="{BB962C8B-B14F-4D97-AF65-F5344CB8AC3E}">
        <p14:creationId xmlns:p14="http://schemas.microsoft.com/office/powerpoint/2010/main" val="2193558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Lobbying - Influence through provision of persuasive information</a:t>
            </a:r>
          </a:p>
          <a:p>
            <a:pPr marL="171450" indent="-171450">
              <a:buFont typeface="Arial" panose="020B0604020202020204" pitchFamily="34" charset="0"/>
              <a:buChar char="•"/>
            </a:pPr>
            <a:r>
              <a:rPr lang="en-GB" dirty="0"/>
              <a:t>Party and campaign financing – Influence through financial means e.g. donations, e.g. Conservative Party &amp; fossil fuel industry</a:t>
            </a:r>
          </a:p>
          <a:p>
            <a:pPr marL="171450" indent="-171450">
              <a:buFont typeface="Arial" panose="020B0604020202020204" pitchFamily="34" charset="0"/>
              <a:buChar char="•"/>
            </a:pPr>
            <a:r>
              <a:rPr lang="en-GB" dirty="0"/>
              <a:t>Individual conflicts of interest - Tendency of people to move between politics and business, e.g. Trump</a:t>
            </a:r>
          </a:p>
          <a:p>
            <a:pPr marL="171450" indent="-171450">
              <a:buFont typeface="Arial" panose="020B0604020202020204" pitchFamily="34" charset="0"/>
              <a:buChar char="•"/>
            </a:pPr>
            <a:r>
              <a:rPr lang="en-GB" dirty="0"/>
              <a:t>Corruption – Payment of bribes to politician or other illegal actions – see Transparency International, ‘Corruption Perception Index’</a:t>
            </a:r>
          </a:p>
        </p:txBody>
      </p:sp>
      <p:sp>
        <p:nvSpPr>
          <p:cNvPr id="4" name="Slide Number Placeholder 3"/>
          <p:cNvSpPr>
            <a:spLocks noGrp="1"/>
          </p:cNvSpPr>
          <p:nvPr>
            <p:ph type="sldNum" sz="quarter" idx="5"/>
          </p:nvPr>
        </p:nvSpPr>
        <p:spPr/>
        <p:txBody>
          <a:bodyPr/>
          <a:lstStyle/>
          <a:p>
            <a:fld id="{F6262218-D45B-4A6D-9D07-94188AB45002}" type="slidenum">
              <a:rPr lang="en-GB" smtClean="0"/>
              <a:t>24</a:t>
            </a:fld>
            <a:endParaRPr lang="en-GB"/>
          </a:p>
        </p:txBody>
      </p:sp>
    </p:spTree>
    <p:extLst>
      <p:ext uri="{BB962C8B-B14F-4D97-AF65-F5344CB8AC3E}">
        <p14:creationId xmlns:p14="http://schemas.microsoft.com/office/powerpoint/2010/main" val="214685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29F6-E625-3E46-12A2-ADB98BFFA6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ACE99F7-7176-3E4A-9BDC-350C69B32D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1053C1-1FC4-2849-51A2-E03C02DF5203}"/>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3F4EC6D2-ABD5-1116-2AA4-F6086C00E7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B3D6A8-FD2D-7AC4-9550-8ABEDB70A0E3}"/>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409290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819F-5C0E-09CA-E703-F7EE17FDCE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BB7874-4E35-5B1F-08AB-1FE9EE7891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5F404F-0D0B-0BCB-7046-6E3C1D72DD5F}"/>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C916A0B6-BBB5-1703-D7CC-D66F2914C5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B2CBCD-49C4-7084-0ED5-8E93086DAAF6}"/>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2166622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8A846-4DD6-BFD7-FA23-F942ADFFB7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66D29E9-A107-2C16-8BDF-FFE8E31C01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E65AA5-82CA-6279-3AEE-D85B073CF65F}"/>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0CF0D2CD-4D41-6805-9602-E214E8F533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90C79F-23CE-86A1-7577-4EA6FD4E49D4}"/>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3024430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09CC5-167E-6233-2218-0DBDB913F1E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8B1241-668D-59AC-CA0D-4A76A36E8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41F99D0-2C9E-FFAA-DC04-5199BAEEB6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B8B1853-C0F7-DBBB-812F-E0B70CA29B69}"/>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6" name="Footer Placeholder 5">
            <a:extLst>
              <a:ext uri="{FF2B5EF4-FFF2-40B4-BE49-F238E27FC236}">
                <a16:creationId xmlns:a16="http://schemas.microsoft.com/office/drawing/2014/main" id="{E20523A9-98A8-ADFF-34A6-A03686C7A4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0B59370-CC33-641F-0487-0B8D2D4ED740}"/>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2362443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5871-81A2-44DC-C265-97BCA1317E5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9BB0C57-07D5-7D6E-C0D4-C46EF373B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2A3E63-1C8F-49BB-B308-4E1861CAB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3261FFC-4A5E-EEEC-615E-053B718412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EB48A8-2484-FD76-2AE3-EE49C1931E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D365A22-7CCE-C881-79D4-1B5B9E346E0E}"/>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8" name="Footer Placeholder 7">
            <a:extLst>
              <a:ext uri="{FF2B5EF4-FFF2-40B4-BE49-F238E27FC236}">
                <a16:creationId xmlns:a16="http://schemas.microsoft.com/office/drawing/2014/main" id="{5991B90A-2430-C7A2-AF65-F39B9B29A98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A2E9067-1A09-C1DF-E003-631900C6ADAD}"/>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197856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510CC-7A80-405C-5E4A-27EC2BA7823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01E982E-35A8-E3DE-ED05-E23D3C0313A0}"/>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4" name="Footer Placeholder 3">
            <a:extLst>
              <a:ext uri="{FF2B5EF4-FFF2-40B4-BE49-F238E27FC236}">
                <a16:creationId xmlns:a16="http://schemas.microsoft.com/office/drawing/2014/main" id="{A9250503-1F1E-EA25-ABBD-259383C30F0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154CF75-9F2B-35F6-49E8-4920CA5B425B}"/>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2064844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BE0461-C09B-BC88-192D-74BA40904313}"/>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3" name="Footer Placeholder 2">
            <a:extLst>
              <a:ext uri="{FF2B5EF4-FFF2-40B4-BE49-F238E27FC236}">
                <a16:creationId xmlns:a16="http://schemas.microsoft.com/office/drawing/2014/main" id="{7F2BB878-07A1-8266-2B6D-F178D0062DB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03F9302-B5A2-72F0-6A70-84C680D35A40}"/>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655495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0745-0F9E-DF95-3A87-FB4566049A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1BB3983-CF17-B783-8BB8-7324A24A90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2F1EDFB-AB19-408B-456E-086ADA7840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DC5ACA-E0BA-F67C-C97F-F7732832C032}"/>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6" name="Footer Placeholder 5">
            <a:extLst>
              <a:ext uri="{FF2B5EF4-FFF2-40B4-BE49-F238E27FC236}">
                <a16:creationId xmlns:a16="http://schemas.microsoft.com/office/drawing/2014/main" id="{F3800C57-EFF0-2275-B406-5CFF1C7B7A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6E3180-5FFD-E9B5-02A6-FC22B9E26B65}"/>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769271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CA20-33B2-318E-B4A0-149280A48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99A68D-221C-CD5F-E483-475FD808EA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8E9B9F6-3527-2AEF-6DBA-E9945EA42D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A07E3-8104-46AD-BCDF-AA161E7B8FE0}"/>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6" name="Footer Placeholder 5">
            <a:extLst>
              <a:ext uri="{FF2B5EF4-FFF2-40B4-BE49-F238E27FC236}">
                <a16:creationId xmlns:a16="http://schemas.microsoft.com/office/drawing/2014/main" id="{7E54F0ED-DE3F-41DE-5778-0FA88F5E6E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2CA49AE-7029-8FAE-EDF6-5553E4909928}"/>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948989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4F56C-6FB1-0C36-4462-29DF8D3C9B6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375346E-878E-AD9D-79AA-682C50C624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B01D4D-63BF-ECA4-0A9D-602892BE489A}"/>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D53440FC-0734-7461-8D55-984457F46D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F21CEE-5525-3C7E-C997-2C0BA0BAE54F}"/>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179116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A8B757-E6D0-9EE1-28A8-CD991185CE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CC87734-C28B-B1C1-78B2-E28958C10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28A076-9998-C19D-AA79-280EB5E469B0}"/>
              </a:ext>
            </a:extLst>
          </p:cNvPr>
          <p:cNvSpPr>
            <a:spLocks noGrp="1"/>
          </p:cNvSpPr>
          <p:nvPr>
            <p:ph type="dt" sz="half" idx="10"/>
          </p:nvPr>
        </p:nvSpPr>
        <p:spPr/>
        <p:txBody>
          <a:body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D0A244E1-B932-B5D5-1D20-834A36536D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26B974-1B81-B96E-3EAC-4F3DBD6B2C07}"/>
              </a:ext>
            </a:extLst>
          </p:cNvPr>
          <p:cNvSpPr>
            <a:spLocks noGrp="1"/>
          </p:cNvSpPr>
          <p:nvPr>
            <p:ph type="sldNum" sz="quarter" idx="12"/>
          </p:nvPr>
        </p:nvSpPr>
        <p:spPr/>
        <p:txBody>
          <a:bodyPr/>
          <a:lstStyle/>
          <a:p>
            <a:fld id="{2D59F88A-1DFA-409F-A080-F3DBCC387BB0}" type="slidenum">
              <a:rPr lang="en-GB" smtClean="0"/>
              <a:t>‹#›</a:t>
            </a:fld>
            <a:endParaRPr lang="en-GB"/>
          </a:p>
        </p:txBody>
      </p:sp>
    </p:spTree>
    <p:extLst>
      <p:ext uri="{BB962C8B-B14F-4D97-AF65-F5344CB8AC3E}">
        <p14:creationId xmlns:p14="http://schemas.microsoft.com/office/powerpoint/2010/main" val="118772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64AECF-F48A-01C2-4691-78F6A69597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394F71-F477-EB24-5D24-9598189EF3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6844260-9490-57B0-6D60-B1A95F7ADC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FC2952-6AF1-46BF-B2D3-7100AB8BFB0C}" type="datetimeFigureOut">
              <a:rPr lang="en-GB" smtClean="0"/>
              <a:t>10/03/2026</a:t>
            </a:fld>
            <a:endParaRPr lang="en-GB"/>
          </a:p>
        </p:txBody>
      </p:sp>
      <p:sp>
        <p:nvSpPr>
          <p:cNvPr id="5" name="Footer Placeholder 4">
            <a:extLst>
              <a:ext uri="{FF2B5EF4-FFF2-40B4-BE49-F238E27FC236}">
                <a16:creationId xmlns:a16="http://schemas.microsoft.com/office/drawing/2014/main" id="{FFED886C-8D77-ACF5-9A5D-4C04B30AD0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6F3DF17-AD3E-7A23-27D1-952CCE6FDD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59F88A-1DFA-409F-A080-F3DBCC387BB0}" type="slidenum">
              <a:rPr lang="en-GB" smtClean="0"/>
              <a:t>‹#›</a:t>
            </a:fld>
            <a:endParaRPr lang="en-GB"/>
          </a:p>
        </p:txBody>
      </p:sp>
    </p:spTree>
    <p:extLst>
      <p:ext uri="{BB962C8B-B14F-4D97-AF65-F5344CB8AC3E}">
        <p14:creationId xmlns:p14="http://schemas.microsoft.com/office/powerpoint/2010/main" val="2821330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heconversation.com/scott-morrison-wants-to-outlaw-boycott-campaigns-but-the-mining-industry-doesnt-need-protection-12632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hyperlink" Target="https://accountablenow.org/wp-content/uploads/2022/06/12Commitments_Booklet-1.pdf" TargetMode="Externa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theguardian.com/world/2018/apr/06/former-south-korea-president-park-geun-hye-guilty-of-corrupti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9E75F0-0A7E-B200-3C44-49EAD11EBB51}"/>
              </a:ext>
            </a:extLst>
          </p:cNvPr>
          <p:cNvSpPr>
            <a:spLocks noGrp="1"/>
          </p:cNvSpPr>
          <p:nvPr>
            <p:ph type="ctrTitle"/>
          </p:nvPr>
        </p:nvSpPr>
        <p:spPr>
          <a:xfrm>
            <a:off x="1522030" y="1209220"/>
            <a:ext cx="9147940" cy="2337238"/>
          </a:xfrm>
        </p:spPr>
        <p:txBody>
          <a:bodyPr anchor="b">
            <a:normAutofit/>
          </a:bodyPr>
          <a:lstStyle/>
          <a:p>
            <a:r>
              <a:rPr lang="en-GB" altLang="en-US" sz="5600">
                <a:solidFill>
                  <a:srgbClr val="FFFFFF"/>
                </a:solidFill>
                <a:ea typeface="ＭＳ Ｐゴシック" panose="020B0600070205080204" pitchFamily="34" charset="-128"/>
              </a:rPr>
              <a:t>FA565 Business Ethics and Corporate Governance</a:t>
            </a:r>
            <a:endParaRPr lang="en-GB" sz="5600">
              <a:solidFill>
                <a:srgbClr val="FFFFFF"/>
              </a:solidFill>
            </a:endParaRPr>
          </a:p>
        </p:txBody>
      </p:sp>
      <p:sp>
        <p:nvSpPr>
          <p:cNvPr id="3" name="Subtitle 2">
            <a:extLst>
              <a:ext uri="{FF2B5EF4-FFF2-40B4-BE49-F238E27FC236}">
                <a16:creationId xmlns:a16="http://schemas.microsoft.com/office/drawing/2014/main" id="{50F051FA-2D04-CB9B-D1B4-FD9A1BBBEE71}"/>
              </a:ext>
            </a:extLst>
          </p:cNvPr>
          <p:cNvSpPr>
            <a:spLocks noGrp="1"/>
          </p:cNvSpPr>
          <p:nvPr>
            <p:ph type="subTitle" idx="1"/>
          </p:nvPr>
        </p:nvSpPr>
        <p:spPr>
          <a:xfrm>
            <a:off x="1522030" y="3605577"/>
            <a:ext cx="9147940" cy="1778824"/>
          </a:xfrm>
        </p:spPr>
        <p:txBody>
          <a:bodyPr anchor="t">
            <a:normAutofit fontScale="77500" lnSpcReduction="20000"/>
          </a:bodyPr>
          <a:lstStyle/>
          <a:p>
            <a:r>
              <a:rPr lang="en-GB" altLang="en-US" sz="4300" dirty="0">
                <a:solidFill>
                  <a:srgbClr val="FFFFFF"/>
                </a:solidFill>
                <a:ea typeface="ＭＳ Ｐゴシック" panose="020B0600070205080204" pitchFamily="34" charset="-128"/>
              </a:rPr>
              <a:t>Week 5: </a:t>
            </a:r>
            <a:br>
              <a:rPr lang="en-GB" altLang="en-US" sz="4300" dirty="0">
                <a:solidFill>
                  <a:srgbClr val="FFFFFF"/>
                </a:solidFill>
                <a:ea typeface="ＭＳ Ｐゴシック" panose="020B0600070205080204" pitchFamily="34" charset="-128"/>
              </a:rPr>
            </a:br>
            <a:r>
              <a:rPr lang="en-GB" altLang="en-US" sz="4300" b="1" dirty="0">
                <a:solidFill>
                  <a:srgbClr val="FFFFFF"/>
                </a:solidFill>
                <a:ea typeface="ＭＳ Ｐゴシック" panose="020B0600070205080204" pitchFamily="34" charset="-128"/>
              </a:rPr>
              <a:t>Civil Society, Government &amp; Regulation pt 1</a:t>
            </a:r>
          </a:p>
          <a:p>
            <a:endParaRPr lang="en-GB" sz="4300" i="0" dirty="0">
              <a:solidFill>
                <a:srgbClr val="FFFFFF"/>
              </a:solidFill>
              <a:ea typeface="ＭＳ Ｐゴシック" panose="020B0600070205080204" pitchFamily="34" charset="-128"/>
            </a:endParaRPr>
          </a:p>
          <a:p>
            <a:r>
              <a:rPr lang="en-GB" sz="4300" i="0" dirty="0">
                <a:solidFill>
                  <a:srgbClr val="FFFFFF"/>
                </a:solidFill>
                <a:ea typeface="ＭＳ Ｐゴシック" panose="020B0600070205080204" pitchFamily="34" charset="-128"/>
              </a:rPr>
              <a:t>Mark Elliot</a:t>
            </a:r>
            <a:endParaRPr lang="en-GB" sz="4300" i="0" dirty="0">
              <a:solidFill>
                <a:srgbClr val="FFFFFF"/>
              </a:solidFill>
            </a:endParaRPr>
          </a:p>
          <a:p>
            <a:endParaRPr lang="en-GB" sz="1700" dirty="0">
              <a:solidFill>
                <a:srgbClr val="FFFFFF"/>
              </a:solidFill>
            </a:endParaRPr>
          </a:p>
        </p:txBody>
      </p:sp>
      <p:sp>
        <p:nvSpPr>
          <p:cNvPr id="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7" name="Straight Connector 2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7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EF6FA5-E984-A0D1-C71D-1C7E2D30157E}"/>
              </a:ext>
            </a:extLst>
          </p:cNvPr>
          <p:cNvSpPr>
            <a:spLocks noGrp="1"/>
          </p:cNvSpPr>
          <p:nvPr>
            <p:ph type="title"/>
          </p:nvPr>
        </p:nvSpPr>
        <p:spPr/>
        <p:txBody>
          <a:bodyPr/>
          <a:lstStyle/>
          <a:p>
            <a:r>
              <a:rPr lang="en-GB" dirty="0"/>
              <a:t>Civil Society</a:t>
            </a:r>
          </a:p>
        </p:txBody>
      </p:sp>
    </p:spTree>
    <p:extLst>
      <p:ext uri="{BB962C8B-B14F-4D97-AF65-F5344CB8AC3E}">
        <p14:creationId xmlns:p14="http://schemas.microsoft.com/office/powerpoint/2010/main" val="34069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E6C6-B751-3F1D-F644-7557B95B7760}"/>
              </a:ext>
            </a:extLst>
          </p:cNvPr>
          <p:cNvSpPr>
            <a:spLocks noGrp="1"/>
          </p:cNvSpPr>
          <p:nvPr>
            <p:ph type="title"/>
          </p:nvPr>
        </p:nvSpPr>
        <p:spPr/>
        <p:txBody>
          <a:bodyPr/>
          <a:lstStyle/>
          <a:p>
            <a:r>
              <a:rPr lang="en-GB" altLang="en-US" dirty="0"/>
              <a:t>Civil Society as ‘third sector’</a:t>
            </a:r>
            <a:endParaRPr lang="en-GB" dirty="0"/>
          </a:p>
        </p:txBody>
      </p:sp>
      <p:sp>
        <p:nvSpPr>
          <p:cNvPr id="8" name="Freeform: Shape 7">
            <a:extLst>
              <a:ext uri="{FF2B5EF4-FFF2-40B4-BE49-F238E27FC236}">
                <a16:creationId xmlns:a16="http://schemas.microsoft.com/office/drawing/2014/main" id="{3FB21846-C7F5-F64C-E86F-568F4632726A}"/>
              </a:ext>
            </a:extLst>
          </p:cNvPr>
          <p:cNvSpPr/>
          <p:nvPr/>
        </p:nvSpPr>
        <p:spPr>
          <a:xfrm>
            <a:off x="3378706" y="1778291"/>
            <a:ext cx="2678708" cy="2678669"/>
          </a:xfrm>
          <a:custGeom>
            <a:avLst/>
            <a:gdLst>
              <a:gd name="connsiteX0" fmla="*/ 0 w 2678708"/>
              <a:gd name="connsiteY0" fmla="*/ 1339335 h 2678669"/>
              <a:gd name="connsiteX1" fmla="*/ 1339354 w 2678708"/>
              <a:gd name="connsiteY1" fmla="*/ 0 h 2678669"/>
              <a:gd name="connsiteX2" fmla="*/ 2678708 w 2678708"/>
              <a:gd name="connsiteY2" fmla="*/ 1339335 h 2678669"/>
              <a:gd name="connsiteX3" fmla="*/ 1339354 w 2678708"/>
              <a:gd name="connsiteY3" fmla="*/ 2678670 h 2678669"/>
              <a:gd name="connsiteX4" fmla="*/ 0 w 2678708"/>
              <a:gd name="connsiteY4" fmla="*/ 1339335 h 267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708" h="2678669">
                <a:moveTo>
                  <a:pt x="0" y="1339335"/>
                </a:moveTo>
                <a:cubicBezTo>
                  <a:pt x="0" y="599641"/>
                  <a:pt x="599649" y="0"/>
                  <a:pt x="1339354" y="0"/>
                </a:cubicBezTo>
                <a:cubicBezTo>
                  <a:pt x="2079059" y="0"/>
                  <a:pt x="2678708" y="599641"/>
                  <a:pt x="2678708" y="1339335"/>
                </a:cubicBezTo>
                <a:cubicBezTo>
                  <a:pt x="2678708" y="2079029"/>
                  <a:pt x="2079059" y="2678670"/>
                  <a:pt x="1339354" y="2678670"/>
                </a:cubicBezTo>
                <a:cubicBezTo>
                  <a:pt x="599649" y="2678670"/>
                  <a:pt x="0" y="2079029"/>
                  <a:pt x="0" y="1339335"/>
                </a:cubicBez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68488" tIns="468482" rIns="468488" bIns="468482" numCol="1" spcCol="1270" anchor="ctr" anchorCtr="0">
            <a:noAutofit/>
          </a:bodyPr>
          <a:lstStyle/>
          <a:p>
            <a:pPr marL="0" lvl="0" indent="0" algn="ctr" defTabSz="889000">
              <a:lnSpc>
                <a:spcPct val="90000"/>
              </a:lnSpc>
              <a:spcBef>
                <a:spcPct val="0"/>
              </a:spcBef>
              <a:spcAft>
                <a:spcPct val="35000"/>
              </a:spcAft>
              <a:buNone/>
            </a:pPr>
            <a:r>
              <a:rPr lang="en-GB" sz="2000" b="1" kern="1200" dirty="0"/>
              <a:t>State Sector</a:t>
            </a:r>
          </a:p>
          <a:p>
            <a:pPr marL="0" lvl="0" indent="0" algn="ctr" defTabSz="889000">
              <a:lnSpc>
                <a:spcPct val="90000"/>
              </a:lnSpc>
              <a:spcBef>
                <a:spcPct val="0"/>
              </a:spcBef>
              <a:spcAft>
                <a:spcPct val="35000"/>
              </a:spcAft>
              <a:buNone/>
            </a:pPr>
            <a:r>
              <a:rPr lang="en-GB" sz="1800" kern="1200" dirty="0"/>
              <a:t>Government</a:t>
            </a:r>
          </a:p>
        </p:txBody>
      </p:sp>
      <p:sp>
        <p:nvSpPr>
          <p:cNvPr id="9" name="Freeform: Shape 8">
            <a:extLst>
              <a:ext uri="{FF2B5EF4-FFF2-40B4-BE49-F238E27FC236}">
                <a16:creationId xmlns:a16="http://schemas.microsoft.com/office/drawing/2014/main" id="{7432C71D-FC3F-1652-69F9-A7CC610EF034}"/>
              </a:ext>
            </a:extLst>
          </p:cNvPr>
          <p:cNvSpPr/>
          <p:nvPr/>
        </p:nvSpPr>
        <p:spPr>
          <a:xfrm>
            <a:off x="4590309" y="3751623"/>
            <a:ext cx="2678708" cy="2678669"/>
          </a:xfrm>
          <a:custGeom>
            <a:avLst/>
            <a:gdLst>
              <a:gd name="connsiteX0" fmla="*/ 0 w 2678708"/>
              <a:gd name="connsiteY0" fmla="*/ 1339335 h 2678669"/>
              <a:gd name="connsiteX1" fmla="*/ 1339354 w 2678708"/>
              <a:gd name="connsiteY1" fmla="*/ 0 h 2678669"/>
              <a:gd name="connsiteX2" fmla="*/ 2678708 w 2678708"/>
              <a:gd name="connsiteY2" fmla="*/ 1339335 h 2678669"/>
              <a:gd name="connsiteX3" fmla="*/ 1339354 w 2678708"/>
              <a:gd name="connsiteY3" fmla="*/ 2678670 h 2678669"/>
              <a:gd name="connsiteX4" fmla="*/ 0 w 2678708"/>
              <a:gd name="connsiteY4" fmla="*/ 1339335 h 267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708" h="2678669">
                <a:moveTo>
                  <a:pt x="0" y="1339335"/>
                </a:moveTo>
                <a:cubicBezTo>
                  <a:pt x="0" y="599641"/>
                  <a:pt x="599649" y="0"/>
                  <a:pt x="1339354" y="0"/>
                </a:cubicBezTo>
                <a:cubicBezTo>
                  <a:pt x="2079059" y="0"/>
                  <a:pt x="2678708" y="599641"/>
                  <a:pt x="2678708" y="1339335"/>
                </a:cubicBezTo>
                <a:cubicBezTo>
                  <a:pt x="2678708" y="2079029"/>
                  <a:pt x="2079059" y="2678670"/>
                  <a:pt x="1339354" y="2678670"/>
                </a:cubicBezTo>
                <a:cubicBezTo>
                  <a:pt x="599649" y="2678670"/>
                  <a:pt x="0" y="2079029"/>
                  <a:pt x="0" y="1339335"/>
                </a:cubicBez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68488" tIns="468482" rIns="468488" bIns="468482" numCol="1" spcCol="1270" anchor="ctr" anchorCtr="0">
            <a:noAutofit/>
          </a:bodyPr>
          <a:lstStyle/>
          <a:p>
            <a:pPr marL="0" lvl="0" indent="0" algn="ctr" defTabSz="889000">
              <a:lnSpc>
                <a:spcPct val="90000"/>
              </a:lnSpc>
              <a:spcBef>
                <a:spcPct val="0"/>
              </a:spcBef>
              <a:spcAft>
                <a:spcPct val="35000"/>
              </a:spcAft>
              <a:buNone/>
            </a:pPr>
            <a:r>
              <a:rPr lang="en-GB" sz="2000" b="1" kern="1200" dirty="0"/>
              <a:t>Civil Society Sector</a:t>
            </a:r>
          </a:p>
          <a:p>
            <a:pPr marL="0" lvl="0" indent="0" algn="ctr" defTabSz="889000">
              <a:lnSpc>
                <a:spcPct val="90000"/>
              </a:lnSpc>
              <a:spcBef>
                <a:spcPct val="0"/>
              </a:spcBef>
              <a:spcAft>
                <a:spcPct val="35000"/>
              </a:spcAft>
              <a:buNone/>
            </a:pPr>
            <a:r>
              <a:rPr lang="en-GB" sz="1800" kern="1200" dirty="0"/>
              <a:t>Inc. NGOs, pressure groups, charities, unions…</a:t>
            </a:r>
            <a:endParaRPr lang="en-GB" sz="1400" kern="1200" dirty="0"/>
          </a:p>
        </p:txBody>
      </p:sp>
      <p:sp>
        <p:nvSpPr>
          <p:cNvPr id="10" name="Freeform: Shape 9">
            <a:extLst>
              <a:ext uri="{FF2B5EF4-FFF2-40B4-BE49-F238E27FC236}">
                <a16:creationId xmlns:a16="http://schemas.microsoft.com/office/drawing/2014/main" id="{A5557B08-5773-7167-3553-801843125D0A}"/>
              </a:ext>
            </a:extLst>
          </p:cNvPr>
          <p:cNvSpPr/>
          <p:nvPr/>
        </p:nvSpPr>
        <p:spPr>
          <a:xfrm>
            <a:off x="5770790" y="1778291"/>
            <a:ext cx="2678708" cy="2678669"/>
          </a:xfrm>
          <a:custGeom>
            <a:avLst/>
            <a:gdLst>
              <a:gd name="connsiteX0" fmla="*/ 0 w 2678708"/>
              <a:gd name="connsiteY0" fmla="*/ 1339335 h 2678669"/>
              <a:gd name="connsiteX1" fmla="*/ 1339354 w 2678708"/>
              <a:gd name="connsiteY1" fmla="*/ 0 h 2678669"/>
              <a:gd name="connsiteX2" fmla="*/ 2678708 w 2678708"/>
              <a:gd name="connsiteY2" fmla="*/ 1339335 h 2678669"/>
              <a:gd name="connsiteX3" fmla="*/ 1339354 w 2678708"/>
              <a:gd name="connsiteY3" fmla="*/ 2678670 h 2678669"/>
              <a:gd name="connsiteX4" fmla="*/ 0 w 2678708"/>
              <a:gd name="connsiteY4" fmla="*/ 1339335 h 267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708" h="2678669">
                <a:moveTo>
                  <a:pt x="0" y="1339335"/>
                </a:moveTo>
                <a:cubicBezTo>
                  <a:pt x="0" y="599641"/>
                  <a:pt x="599649" y="0"/>
                  <a:pt x="1339354" y="0"/>
                </a:cubicBezTo>
                <a:cubicBezTo>
                  <a:pt x="2079059" y="0"/>
                  <a:pt x="2678708" y="599641"/>
                  <a:pt x="2678708" y="1339335"/>
                </a:cubicBezTo>
                <a:cubicBezTo>
                  <a:pt x="2678708" y="2079029"/>
                  <a:pt x="2079059" y="2678670"/>
                  <a:pt x="1339354" y="2678670"/>
                </a:cubicBezTo>
                <a:cubicBezTo>
                  <a:pt x="599649" y="2678670"/>
                  <a:pt x="0" y="2079029"/>
                  <a:pt x="0" y="1339335"/>
                </a:cubicBez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68488" tIns="468482" rIns="468488" bIns="468482" numCol="1" spcCol="1270" anchor="ctr" anchorCtr="0">
            <a:noAutofit/>
          </a:bodyPr>
          <a:lstStyle/>
          <a:p>
            <a:pPr marL="0" lvl="0" indent="0" algn="ctr" defTabSz="889000">
              <a:lnSpc>
                <a:spcPct val="90000"/>
              </a:lnSpc>
              <a:spcBef>
                <a:spcPct val="0"/>
              </a:spcBef>
              <a:spcAft>
                <a:spcPct val="35000"/>
              </a:spcAft>
              <a:buNone/>
            </a:pPr>
            <a:r>
              <a:rPr lang="en-GB" sz="2000" b="1" kern="1200" dirty="0"/>
              <a:t>Market Sector</a:t>
            </a:r>
          </a:p>
          <a:p>
            <a:pPr marL="0" lvl="0" indent="0" algn="ctr" defTabSz="889000">
              <a:lnSpc>
                <a:spcPct val="90000"/>
              </a:lnSpc>
              <a:spcBef>
                <a:spcPct val="0"/>
              </a:spcBef>
              <a:spcAft>
                <a:spcPct val="35000"/>
              </a:spcAft>
              <a:buNone/>
            </a:pPr>
            <a:r>
              <a:rPr lang="en-GB" sz="1800" kern="1200" dirty="0"/>
              <a:t>Business</a:t>
            </a:r>
          </a:p>
        </p:txBody>
      </p:sp>
    </p:spTree>
    <p:extLst>
      <p:ext uri="{BB962C8B-B14F-4D97-AF65-F5344CB8AC3E}">
        <p14:creationId xmlns:p14="http://schemas.microsoft.com/office/powerpoint/2010/main" val="382382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EC2B-6984-1F08-FE3C-B1D8AE6C00F7}"/>
              </a:ext>
            </a:extLst>
          </p:cNvPr>
          <p:cNvSpPr>
            <a:spLocks noGrp="1"/>
          </p:cNvSpPr>
          <p:nvPr>
            <p:ph type="title"/>
          </p:nvPr>
        </p:nvSpPr>
        <p:spPr/>
        <p:txBody>
          <a:bodyPr/>
          <a:lstStyle/>
          <a:p>
            <a:r>
              <a:rPr lang="en-GB" dirty="0"/>
              <a:t>Civil Society Organisations</a:t>
            </a:r>
          </a:p>
        </p:txBody>
      </p:sp>
      <p:sp>
        <p:nvSpPr>
          <p:cNvPr id="3" name="Content Placeholder 2">
            <a:extLst>
              <a:ext uri="{FF2B5EF4-FFF2-40B4-BE49-F238E27FC236}">
                <a16:creationId xmlns:a16="http://schemas.microsoft.com/office/drawing/2014/main" id="{A946645A-D2A1-9C97-A5EE-CF9DB8E4C26D}"/>
              </a:ext>
            </a:extLst>
          </p:cNvPr>
          <p:cNvSpPr>
            <a:spLocks noGrp="1"/>
          </p:cNvSpPr>
          <p:nvPr>
            <p:ph idx="1"/>
          </p:nvPr>
        </p:nvSpPr>
        <p:spPr>
          <a:xfrm>
            <a:off x="838200" y="1825625"/>
            <a:ext cx="10515600" cy="2371237"/>
          </a:xfrm>
        </p:spPr>
        <p:txBody>
          <a:bodyPr>
            <a:normAutofit/>
          </a:bodyPr>
          <a:lstStyle/>
          <a:p>
            <a:pPr marL="0" indent="0" algn="ctr">
              <a:buFontTx/>
              <a:buNone/>
            </a:pPr>
            <a:r>
              <a:rPr lang="en-GB" altLang="en-US" sz="3200" dirty="0"/>
              <a:t>These include a whole plethora of pressure groups, non governmental organizations, charities, religious groups, and other actors that are neither business nor government organizations, but which are involved in the promotion of certain interests, causes, and/or goals.</a:t>
            </a:r>
          </a:p>
        </p:txBody>
      </p:sp>
      <p:sp>
        <p:nvSpPr>
          <p:cNvPr id="5" name="TextBox 4">
            <a:extLst>
              <a:ext uri="{FF2B5EF4-FFF2-40B4-BE49-F238E27FC236}">
                <a16:creationId xmlns:a16="http://schemas.microsoft.com/office/drawing/2014/main" id="{3DEE5B8E-9C9A-E9F6-A80B-1C92CAD31A0D}"/>
              </a:ext>
            </a:extLst>
          </p:cNvPr>
          <p:cNvSpPr txBox="1"/>
          <p:nvPr/>
        </p:nvSpPr>
        <p:spPr>
          <a:xfrm>
            <a:off x="838200" y="4676727"/>
            <a:ext cx="10515600" cy="1077218"/>
          </a:xfrm>
          <a:prstGeom prst="rect">
            <a:avLst/>
          </a:prstGeom>
          <a:solidFill>
            <a:schemeClr val="bg2"/>
          </a:solidFill>
          <a:ln w="28575">
            <a:solidFill>
              <a:schemeClr val="accent1"/>
            </a:solidFill>
          </a:ln>
        </p:spPr>
        <p:txBody>
          <a:bodyPr wrap="square">
            <a:spAutoFit/>
          </a:bodyPr>
          <a:lstStyle/>
          <a:p>
            <a:pPr marL="0" lvl="1" algn="ctr"/>
            <a:r>
              <a:rPr lang="en-US" altLang="en-US" sz="3200" dirty="0"/>
              <a:t>In the US there are 1.5 million non-profit organizations, while in India there are approximately 2 million.</a:t>
            </a:r>
            <a:endParaRPr lang="en-GB" altLang="en-US" sz="3200" dirty="0"/>
          </a:p>
        </p:txBody>
      </p:sp>
    </p:spTree>
    <p:extLst>
      <p:ext uri="{BB962C8B-B14F-4D97-AF65-F5344CB8AC3E}">
        <p14:creationId xmlns:p14="http://schemas.microsoft.com/office/powerpoint/2010/main" val="2858374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0F9A8-BD05-68D7-E2B3-D8328E17752E}"/>
              </a:ext>
            </a:extLst>
          </p:cNvPr>
          <p:cNvSpPr>
            <a:spLocks noGrp="1"/>
          </p:cNvSpPr>
          <p:nvPr>
            <p:ph type="title"/>
          </p:nvPr>
        </p:nvSpPr>
        <p:spPr/>
        <p:txBody>
          <a:bodyPr/>
          <a:lstStyle/>
          <a:p>
            <a:r>
              <a:rPr lang="en-GB" dirty="0"/>
              <a:t>CSO Characteristics</a:t>
            </a:r>
          </a:p>
        </p:txBody>
      </p:sp>
      <p:graphicFrame>
        <p:nvGraphicFramePr>
          <p:cNvPr id="4" name="Content Placeholder 3">
            <a:extLst>
              <a:ext uri="{FF2B5EF4-FFF2-40B4-BE49-F238E27FC236}">
                <a16:creationId xmlns:a16="http://schemas.microsoft.com/office/drawing/2014/main" id="{949F8D7A-D4E2-12D5-C6A7-6F5257A9B127}"/>
              </a:ext>
            </a:extLst>
          </p:cNvPr>
          <p:cNvGraphicFramePr>
            <a:graphicFrameLocks noGrp="1"/>
          </p:cNvGraphicFramePr>
          <p:nvPr>
            <p:ph idx="1"/>
            <p:extLst>
              <p:ext uri="{D42A27DB-BD31-4B8C-83A1-F6EECF244321}">
                <p14:modId xmlns:p14="http://schemas.microsoft.com/office/powerpoint/2010/main" val="1691741885"/>
              </p:ext>
            </p:extLst>
          </p:nvPr>
        </p:nvGraphicFramePr>
        <p:xfrm>
          <a:off x="838200" y="1690688"/>
          <a:ext cx="10515600" cy="4652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3411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5DFB9-9C54-B907-7A2B-37A9BDECEE11}"/>
              </a:ext>
            </a:extLst>
          </p:cNvPr>
          <p:cNvSpPr>
            <a:spLocks noGrp="1"/>
          </p:cNvSpPr>
          <p:nvPr>
            <p:ph type="title"/>
          </p:nvPr>
        </p:nvSpPr>
        <p:spPr/>
        <p:txBody>
          <a:bodyPr/>
          <a:lstStyle/>
          <a:p>
            <a:r>
              <a:rPr lang="en-GB" altLang="en-US" dirty="0"/>
              <a:t>Civil Society Organisations as Stakeholders</a:t>
            </a:r>
            <a:endParaRPr lang="en-GB" dirty="0"/>
          </a:p>
        </p:txBody>
      </p:sp>
      <p:sp>
        <p:nvSpPr>
          <p:cNvPr id="3" name="Content Placeholder 2">
            <a:extLst>
              <a:ext uri="{FF2B5EF4-FFF2-40B4-BE49-F238E27FC236}">
                <a16:creationId xmlns:a16="http://schemas.microsoft.com/office/drawing/2014/main" id="{1DAF5C2F-FFCB-A184-0275-2629D14D4483}"/>
              </a:ext>
            </a:extLst>
          </p:cNvPr>
          <p:cNvSpPr>
            <a:spLocks noGrp="1"/>
          </p:cNvSpPr>
          <p:nvPr>
            <p:ph idx="1"/>
          </p:nvPr>
        </p:nvSpPr>
        <p:spPr/>
        <p:txBody>
          <a:bodyPr/>
          <a:lstStyle/>
          <a:p>
            <a:pPr marL="0" indent="0">
              <a:buNone/>
              <a:tabLst>
                <a:tab pos="0" algn="l"/>
              </a:tabLst>
            </a:pPr>
            <a:r>
              <a:rPr lang="en-GB" altLang="en-US" dirty="0"/>
              <a:t>Different from other stakeholders of businesses as others generally contribute resources to the business.</a:t>
            </a:r>
          </a:p>
          <a:p>
            <a:pPr marL="0" indent="0">
              <a:buFontTx/>
              <a:buNone/>
              <a:tabLst>
                <a:tab pos="0" algn="l"/>
              </a:tabLst>
            </a:pPr>
            <a:endParaRPr lang="en-GB" altLang="en-US" sz="2800" dirty="0"/>
          </a:p>
          <a:p>
            <a:pPr marL="0" indent="0">
              <a:buFontTx/>
              <a:buNone/>
              <a:tabLst>
                <a:tab pos="0" algn="l"/>
              </a:tabLst>
            </a:pPr>
            <a:r>
              <a:rPr lang="en-GB" altLang="en-US" sz="2800" dirty="0"/>
              <a:t>The stake held by CSOs is </a:t>
            </a:r>
            <a:r>
              <a:rPr lang="en-GB" altLang="en-US" sz="2800" b="1" dirty="0"/>
              <a:t>indirect</a:t>
            </a:r>
            <a:r>
              <a:rPr lang="en-GB" altLang="en-US" sz="2800" dirty="0"/>
              <a:t> and </a:t>
            </a:r>
            <a:r>
              <a:rPr lang="en-GB" altLang="en-US" sz="2800" b="1" dirty="0"/>
              <a:t>representative</a:t>
            </a:r>
            <a:r>
              <a:rPr lang="en-GB" altLang="en-US" sz="2800" dirty="0"/>
              <a:t> and therefore is largely one of:</a:t>
            </a:r>
          </a:p>
          <a:p>
            <a:pPr lvl="1"/>
            <a:r>
              <a:rPr lang="en-GB" altLang="en-US" dirty="0"/>
              <a:t>Representing the interests of individual stakeholders</a:t>
            </a:r>
          </a:p>
          <a:p>
            <a:pPr lvl="1"/>
            <a:r>
              <a:rPr lang="en-GB" altLang="en-US" dirty="0"/>
              <a:t>Representing the interests of non-human stakeholders</a:t>
            </a:r>
          </a:p>
          <a:p>
            <a:pPr lvl="1"/>
            <a:endParaRPr lang="en-GB" altLang="en-US" dirty="0"/>
          </a:p>
          <a:p>
            <a:pPr marL="0" lvl="1" indent="0">
              <a:buNone/>
            </a:pPr>
            <a:r>
              <a:rPr lang="en-GB" altLang="en-US" sz="2800" dirty="0"/>
              <a:t>CSOs form part of businesses’ </a:t>
            </a:r>
            <a:r>
              <a:rPr lang="en-GB" altLang="en-US" sz="2800" b="1" dirty="0"/>
              <a:t>social license to operate.</a:t>
            </a:r>
            <a:endParaRPr lang="en-GB" altLang="en-US" sz="2800" dirty="0"/>
          </a:p>
          <a:p>
            <a:pPr lvl="1"/>
            <a:endParaRPr lang="en-GB" altLang="en-US" dirty="0"/>
          </a:p>
          <a:p>
            <a:endParaRPr lang="en-GB" dirty="0"/>
          </a:p>
        </p:txBody>
      </p:sp>
    </p:spTree>
    <p:extLst>
      <p:ext uri="{BB962C8B-B14F-4D97-AF65-F5344CB8AC3E}">
        <p14:creationId xmlns:p14="http://schemas.microsoft.com/office/powerpoint/2010/main" val="1226981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4F6F-2E81-20C5-0480-A97F696C2EB2}"/>
              </a:ext>
            </a:extLst>
          </p:cNvPr>
          <p:cNvSpPr>
            <a:spLocks noGrp="1"/>
          </p:cNvSpPr>
          <p:nvPr>
            <p:ph type="title"/>
          </p:nvPr>
        </p:nvSpPr>
        <p:spPr/>
        <p:txBody>
          <a:bodyPr/>
          <a:lstStyle/>
          <a:p>
            <a:r>
              <a:rPr lang="en-GB" altLang="en-US" sz="4400" dirty="0"/>
              <a:t>Ethical </a:t>
            </a:r>
            <a:r>
              <a:rPr lang="en-GB" altLang="en-US" dirty="0"/>
              <a:t>I</a:t>
            </a:r>
            <a:r>
              <a:rPr lang="en-GB" altLang="en-US" sz="4400" dirty="0"/>
              <a:t>ssues of Civil Society Organisations</a:t>
            </a:r>
            <a:endParaRPr lang="en-GB" dirty="0"/>
          </a:p>
        </p:txBody>
      </p:sp>
      <p:sp>
        <p:nvSpPr>
          <p:cNvPr id="3" name="Content Placeholder 2">
            <a:extLst>
              <a:ext uri="{FF2B5EF4-FFF2-40B4-BE49-F238E27FC236}">
                <a16:creationId xmlns:a16="http://schemas.microsoft.com/office/drawing/2014/main" id="{6BBC9C3B-CFBC-6A2A-1BDC-4EAB6450E49F}"/>
              </a:ext>
            </a:extLst>
          </p:cNvPr>
          <p:cNvSpPr>
            <a:spLocks noGrp="1"/>
          </p:cNvSpPr>
          <p:nvPr>
            <p:ph idx="1"/>
          </p:nvPr>
        </p:nvSpPr>
        <p:spPr/>
        <p:txBody>
          <a:bodyPr/>
          <a:lstStyle/>
          <a:p>
            <a:pPr marL="0" indent="0">
              <a:buNone/>
            </a:pPr>
            <a:r>
              <a:rPr lang="en-GB" altLang="en-US" sz="3600" dirty="0"/>
              <a:t>Many CSO groups tend to ‘</a:t>
            </a:r>
            <a:r>
              <a:rPr lang="en-GB" altLang="en-US" sz="3600" b="1" dirty="0"/>
              <a:t>self-declare</a:t>
            </a:r>
            <a:r>
              <a:rPr lang="en-GB" altLang="en-US" sz="3600" dirty="0"/>
              <a:t>’ themselves as stakeholders in a particular issue</a:t>
            </a:r>
          </a:p>
          <a:p>
            <a:pPr marL="0" indent="0">
              <a:buNone/>
            </a:pPr>
            <a:endParaRPr lang="en-GB" altLang="en-US" sz="4400" dirty="0"/>
          </a:p>
          <a:p>
            <a:pPr lvl="1"/>
            <a:r>
              <a:rPr lang="en-GB" altLang="en-US" sz="3600" dirty="0"/>
              <a:t>Self-declaring does not necessarily lead to </a:t>
            </a:r>
            <a:r>
              <a:rPr lang="en-GB" altLang="en-US" sz="3600" i="1" dirty="0"/>
              <a:t>recognition</a:t>
            </a:r>
          </a:p>
          <a:p>
            <a:pPr lvl="1"/>
            <a:r>
              <a:rPr lang="en-GB" altLang="en-US" sz="3600" dirty="0"/>
              <a:t>Ignoring CSOs may have detrimental long-term consequences</a:t>
            </a:r>
          </a:p>
          <a:p>
            <a:pPr marL="457200" lvl="1" indent="0">
              <a:buNone/>
            </a:pPr>
            <a:endParaRPr lang="en-GB" altLang="en-US" sz="2800" dirty="0"/>
          </a:p>
        </p:txBody>
      </p:sp>
    </p:spTree>
    <p:extLst>
      <p:ext uri="{BB962C8B-B14F-4D97-AF65-F5344CB8AC3E}">
        <p14:creationId xmlns:p14="http://schemas.microsoft.com/office/powerpoint/2010/main" val="409154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68B51-2876-8E3F-8A2C-EA8FE820B2DF}"/>
              </a:ext>
            </a:extLst>
          </p:cNvPr>
          <p:cNvSpPr>
            <a:spLocks noGrp="1"/>
          </p:cNvSpPr>
          <p:nvPr>
            <p:ph type="title"/>
          </p:nvPr>
        </p:nvSpPr>
        <p:spPr/>
        <p:txBody>
          <a:bodyPr/>
          <a:lstStyle/>
          <a:p>
            <a:r>
              <a:rPr lang="en-GB" dirty="0"/>
              <a:t>CSO Tactics</a:t>
            </a:r>
          </a:p>
        </p:txBody>
      </p:sp>
      <p:graphicFrame>
        <p:nvGraphicFramePr>
          <p:cNvPr id="6" name="Content Placeholder 5">
            <a:extLst>
              <a:ext uri="{FF2B5EF4-FFF2-40B4-BE49-F238E27FC236}">
                <a16:creationId xmlns:a16="http://schemas.microsoft.com/office/drawing/2014/main" id="{2C8C86B6-2A15-5E23-31E7-E547080B6F3E}"/>
              </a:ext>
            </a:extLst>
          </p:cNvPr>
          <p:cNvGraphicFramePr>
            <a:graphicFrameLocks noGrp="1"/>
          </p:cNvGraphicFramePr>
          <p:nvPr>
            <p:ph idx="1"/>
            <p:extLst>
              <p:ext uri="{D42A27DB-BD31-4B8C-83A1-F6EECF244321}">
                <p14:modId xmlns:p14="http://schemas.microsoft.com/office/powerpoint/2010/main" val="4093702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63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CB31-87D9-992E-0492-E2DA2B70E5CE}"/>
              </a:ext>
            </a:extLst>
          </p:cNvPr>
          <p:cNvSpPr>
            <a:spLocks noGrp="1"/>
          </p:cNvSpPr>
          <p:nvPr>
            <p:ph type="title"/>
          </p:nvPr>
        </p:nvSpPr>
        <p:spPr/>
        <p:txBody>
          <a:bodyPr/>
          <a:lstStyle/>
          <a:p>
            <a:r>
              <a:rPr lang="en-GB" altLang="en-US" dirty="0"/>
              <a:t>Regulations on boycotts</a:t>
            </a:r>
            <a:endParaRPr lang="en-GB" dirty="0"/>
          </a:p>
        </p:txBody>
      </p:sp>
      <p:sp>
        <p:nvSpPr>
          <p:cNvPr id="3" name="Content Placeholder 2">
            <a:extLst>
              <a:ext uri="{FF2B5EF4-FFF2-40B4-BE49-F238E27FC236}">
                <a16:creationId xmlns:a16="http://schemas.microsoft.com/office/drawing/2014/main" id="{A4E315AE-46AC-85F4-5583-F6E9EAECB97A}"/>
              </a:ext>
            </a:extLst>
          </p:cNvPr>
          <p:cNvSpPr>
            <a:spLocks noGrp="1"/>
          </p:cNvSpPr>
          <p:nvPr>
            <p:ph idx="1"/>
          </p:nvPr>
        </p:nvSpPr>
        <p:spPr>
          <a:xfrm>
            <a:off x="6096000" y="1825625"/>
            <a:ext cx="5257800" cy="4351338"/>
          </a:xfrm>
        </p:spPr>
        <p:txBody>
          <a:bodyPr/>
          <a:lstStyle/>
          <a:p>
            <a:pPr marL="0" indent="0">
              <a:buNone/>
            </a:pPr>
            <a:r>
              <a:rPr lang="en-GB" altLang="en-US" sz="2800" dirty="0"/>
              <a:t>Read more: The Conversation, 04/11/2019, available at:</a:t>
            </a:r>
          </a:p>
          <a:p>
            <a:endParaRPr lang="en-GB" altLang="en-US" sz="2800" dirty="0"/>
          </a:p>
          <a:p>
            <a:pPr marL="0" indent="0">
              <a:buNone/>
            </a:pPr>
            <a:r>
              <a:rPr lang="en-GB" altLang="en-US" sz="2800" dirty="0">
                <a:hlinkClick r:id="rId2"/>
              </a:rPr>
              <a:t>https://theconversation.com/scott-morrison-wants-to-outlaw-boycott-campaigns-but-the-mining-industry-doesnt-need-protection-126326</a:t>
            </a:r>
            <a:r>
              <a:rPr lang="en-GB" altLang="en-US" sz="2800" dirty="0"/>
              <a:t> </a:t>
            </a:r>
          </a:p>
          <a:p>
            <a:endParaRPr lang="en-GB" dirty="0"/>
          </a:p>
        </p:txBody>
      </p:sp>
      <p:pic>
        <p:nvPicPr>
          <p:cNvPr id="4" name="Picture 3">
            <a:extLst>
              <a:ext uri="{FF2B5EF4-FFF2-40B4-BE49-F238E27FC236}">
                <a16:creationId xmlns:a16="http://schemas.microsoft.com/office/drawing/2014/main" id="{3F3712F8-ABCC-E7FC-32A0-6EC707993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53" y="1825625"/>
            <a:ext cx="5291589" cy="2764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C72A752-9664-AECA-663F-EFCF0D058AC9}"/>
              </a:ext>
            </a:extLst>
          </p:cNvPr>
          <p:cNvSpPr txBox="1"/>
          <p:nvPr/>
        </p:nvSpPr>
        <p:spPr>
          <a:xfrm>
            <a:off x="631453" y="4722279"/>
            <a:ext cx="5257800"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n-ea"/>
                <a:cs typeface="+mn-cs"/>
              </a:rPr>
              <a:t>(Australian) Prime Minister Scott Morrison vowed to craft new laws targeting social and political protest. Speaking to the Queensland Resources Council, he labelled some activist groups as environmental “anarchists”, </a:t>
            </a:r>
            <a:r>
              <a:rPr kumimoji="0" lang="en-US" altLang="en-US" sz="1400" b="0" i="0" u="sng" strike="noStrike" kern="1200" cap="none" spc="0" normalizeH="0" baseline="0" noProof="0" dirty="0">
                <a:ln>
                  <a:noFill/>
                </a:ln>
                <a:solidFill>
                  <a:prstClr val="black"/>
                </a:solidFill>
                <a:effectLst/>
                <a:uLnTx/>
                <a:uFillTx/>
                <a:latin typeface="Calibri" panose="020F0502020204030204"/>
                <a:ea typeface="+mn-ea"/>
                <a:cs typeface="+mn-cs"/>
              </a:rPr>
              <a:t>and lamented</a:t>
            </a: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n-ea"/>
                <a:cs typeface="+mn-cs"/>
              </a:rPr>
              <a:t> how businesses like banks might be sensitive to consumer or protest group pressure to limit dealings with the mining industry.</a:t>
            </a:r>
            <a:endParaRPr kumimoji="0" lang="en-GB" alt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980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B8F5-2F92-2F64-0FD4-6EE552BB4F4E}"/>
              </a:ext>
            </a:extLst>
          </p:cNvPr>
          <p:cNvSpPr>
            <a:spLocks noGrp="1"/>
          </p:cNvSpPr>
          <p:nvPr>
            <p:ph type="title"/>
          </p:nvPr>
        </p:nvSpPr>
        <p:spPr/>
        <p:txBody>
          <a:bodyPr/>
          <a:lstStyle/>
          <a:p>
            <a:r>
              <a:rPr lang="en-GB" altLang="en-US" dirty="0"/>
              <a:t>CSO Accountability - Stakeholders</a:t>
            </a:r>
            <a:endParaRPr lang="en-GB" dirty="0"/>
          </a:p>
        </p:txBody>
      </p:sp>
      <p:graphicFrame>
        <p:nvGraphicFramePr>
          <p:cNvPr id="6" name="Content Placeholder 5">
            <a:extLst>
              <a:ext uri="{FF2B5EF4-FFF2-40B4-BE49-F238E27FC236}">
                <a16:creationId xmlns:a16="http://schemas.microsoft.com/office/drawing/2014/main" id="{B40E5A2F-E824-980F-3ABE-42EC3992008D}"/>
              </a:ext>
            </a:extLst>
          </p:cNvPr>
          <p:cNvGraphicFramePr>
            <a:graphicFrameLocks noGrp="1"/>
          </p:cNvGraphicFramePr>
          <p:nvPr>
            <p:ph idx="1"/>
            <p:extLst>
              <p:ext uri="{D42A27DB-BD31-4B8C-83A1-F6EECF244321}">
                <p14:modId xmlns:p14="http://schemas.microsoft.com/office/powerpoint/2010/main" val="15121610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2328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B8F5-2F92-2F64-0FD4-6EE552BB4F4E}"/>
              </a:ext>
            </a:extLst>
          </p:cNvPr>
          <p:cNvSpPr>
            <a:spLocks noGrp="1"/>
          </p:cNvSpPr>
          <p:nvPr>
            <p:ph type="title"/>
          </p:nvPr>
        </p:nvSpPr>
        <p:spPr/>
        <p:txBody>
          <a:bodyPr/>
          <a:lstStyle/>
          <a:p>
            <a:r>
              <a:rPr lang="en-GB" altLang="en-US" dirty="0"/>
              <a:t>CSO Accountability</a:t>
            </a:r>
            <a:endParaRPr lang="en-GB" dirty="0"/>
          </a:p>
        </p:txBody>
      </p:sp>
      <p:sp>
        <p:nvSpPr>
          <p:cNvPr id="3" name="Content Placeholder 2">
            <a:extLst>
              <a:ext uri="{FF2B5EF4-FFF2-40B4-BE49-F238E27FC236}">
                <a16:creationId xmlns:a16="http://schemas.microsoft.com/office/drawing/2014/main" id="{D730A7BF-5785-91E5-3EE8-D2571FA492EF}"/>
              </a:ext>
            </a:extLst>
          </p:cNvPr>
          <p:cNvSpPr>
            <a:spLocks noGrp="1"/>
          </p:cNvSpPr>
          <p:nvPr>
            <p:ph idx="1"/>
          </p:nvPr>
        </p:nvSpPr>
        <p:spPr/>
        <p:txBody>
          <a:bodyPr>
            <a:normAutofit lnSpcReduction="10000"/>
          </a:bodyPr>
          <a:lstStyle/>
          <a:p>
            <a:pPr>
              <a:lnSpc>
                <a:spcPct val="80000"/>
              </a:lnSpc>
            </a:pPr>
            <a:r>
              <a:rPr lang="en-GB" altLang="en-US" sz="3200" dirty="0"/>
              <a:t>Recently, growing number of organizations similar to CSOs being initiated </a:t>
            </a:r>
            <a:r>
              <a:rPr lang="en-GB" altLang="en-US" sz="3200" i="1" dirty="0"/>
              <a:t>within</a:t>
            </a:r>
            <a:r>
              <a:rPr lang="en-GB" altLang="en-US" sz="3200" dirty="0"/>
              <a:t> business</a:t>
            </a:r>
          </a:p>
          <a:p>
            <a:pPr>
              <a:lnSpc>
                <a:spcPct val="80000"/>
              </a:lnSpc>
            </a:pPr>
            <a:r>
              <a:rPr lang="en-GB" altLang="en-US" sz="3200" dirty="0"/>
              <a:t>Accountability of CSOs to supposed beneficiaries tends to raise most debate</a:t>
            </a:r>
          </a:p>
          <a:p>
            <a:pPr lvl="1">
              <a:lnSpc>
                <a:spcPct val="80000"/>
              </a:lnSpc>
            </a:pPr>
            <a:r>
              <a:rPr lang="en-GB" altLang="en-US" sz="3200" dirty="0"/>
              <a:t>Force agendas on beneficiaries without understanding needs</a:t>
            </a:r>
          </a:p>
          <a:p>
            <a:pPr lvl="1">
              <a:lnSpc>
                <a:spcPct val="80000"/>
              </a:lnSpc>
            </a:pPr>
            <a:r>
              <a:rPr lang="en-GB" altLang="en-US" sz="3200" dirty="0"/>
              <a:t>Limited involvement of beneficiaries in decision making</a:t>
            </a:r>
          </a:p>
          <a:p>
            <a:pPr lvl="1">
              <a:lnSpc>
                <a:spcPct val="80000"/>
              </a:lnSpc>
            </a:pPr>
            <a:r>
              <a:rPr lang="en-GB" altLang="en-US" sz="3200" dirty="0"/>
              <a:t>CSO donor interests receive higher priority</a:t>
            </a:r>
          </a:p>
          <a:p>
            <a:pPr lvl="1">
              <a:lnSpc>
                <a:spcPct val="80000"/>
              </a:lnSpc>
            </a:pPr>
            <a:r>
              <a:rPr lang="en-GB" altLang="en-US" sz="3200" dirty="0"/>
              <a:t>Lack of effective mechanisms for beneficiaries to feed back on CSO performance</a:t>
            </a:r>
          </a:p>
          <a:p>
            <a:endParaRPr lang="en-GB" dirty="0"/>
          </a:p>
        </p:txBody>
      </p:sp>
    </p:spTree>
    <p:extLst>
      <p:ext uri="{BB962C8B-B14F-4D97-AF65-F5344CB8AC3E}">
        <p14:creationId xmlns:p14="http://schemas.microsoft.com/office/powerpoint/2010/main" val="2014391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E1DE-9FD1-718C-2C9B-62BE74B49821}"/>
              </a:ext>
            </a:extLst>
          </p:cNvPr>
          <p:cNvSpPr>
            <a:spLocks noGrp="1"/>
          </p:cNvSpPr>
          <p:nvPr>
            <p:ph type="title"/>
          </p:nvPr>
        </p:nvSpPr>
        <p:spPr/>
        <p:txBody>
          <a:bodyPr/>
          <a:lstStyle/>
          <a:p>
            <a:r>
              <a:rPr lang="en-GB" dirty="0"/>
              <a:t>‘Global Standard for CSO Accountability’</a:t>
            </a:r>
          </a:p>
        </p:txBody>
      </p:sp>
      <p:graphicFrame>
        <p:nvGraphicFramePr>
          <p:cNvPr id="4" name="Content Placeholder 3">
            <a:extLst>
              <a:ext uri="{FF2B5EF4-FFF2-40B4-BE49-F238E27FC236}">
                <a16:creationId xmlns:a16="http://schemas.microsoft.com/office/drawing/2014/main" id="{0EE8F0D3-CC60-E65C-42B0-65FAB2CF946F}"/>
              </a:ext>
            </a:extLst>
          </p:cNvPr>
          <p:cNvGraphicFramePr>
            <a:graphicFrameLocks noGrp="1"/>
          </p:cNvGraphicFramePr>
          <p:nvPr>
            <p:ph idx="1"/>
            <p:extLst>
              <p:ext uri="{D42A27DB-BD31-4B8C-83A1-F6EECF244321}">
                <p14:modId xmlns:p14="http://schemas.microsoft.com/office/powerpoint/2010/main" val="33155077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DFC43DC4-7D56-8CC2-CCDE-C3BC1CF33A76}"/>
              </a:ext>
            </a:extLst>
          </p:cNvPr>
          <p:cNvSpPr txBox="1"/>
          <p:nvPr/>
        </p:nvSpPr>
        <p:spPr>
          <a:xfrm>
            <a:off x="1416818" y="6311900"/>
            <a:ext cx="8741432" cy="369332"/>
          </a:xfrm>
          <a:prstGeom prst="rect">
            <a:avLst/>
          </a:prstGeom>
          <a:noFill/>
        </p:spPr>
        <p:txBody>
          <a:bodyPr wrap="none" rtlCol="0">
            <a:spAutoFit/>
          </a:bodyPr>
          <a:lstStyle/>
          <a:p>
            <a:r>
              <a:rPr lang="en-GB" dirty="0">
                <a:hlinkClick r:id="rId7"/>
              </a:rPr>
              <a:t>https://accountablenow.org/wp-content/uploads/2022/06/12Commitments_Booklet-1.pdf</a:t>
            </a:r>
            <a:r>
              <a:rPr lang="en-GB" dirty="0"/>
              <a:t> </a:t>
            </a:r>
          </a:p>
        </p:txBody>
      </p:sp>
    </p:spTree>
    <p:extLst>
      <p:ext uri="{BB962C8B-B14F-4D97-AF65-F5344CB8AC3E}">
        <p14:creationId xmlns:p14="http://schemas.microsoft.com/office/powerpoint/2010/main" val="2242650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4949B-1DDB-ED03-1141-05E9AB9FC609}"/>
              </a:ext>
            </a:extLst>
          </p:cNvPr>
          <p:cNvSpPr>
            <a:spLocks noGrp="1"/>
          </p:cNvSpPr>
          <p:nvPr>
            <p:ph type="title"/>
          </p:nvPr>
        </p:nvSpPr>
        <p:spPr/>
        <p:txBody>
          <a:bodyPr/>
          <a:lstStyle/>
          <a:p>
            <a:r>
              <a:rPr lang="en-GB" altLang="en-US" sz="4400" dirty="0"/>
              <a:t>Globalisation and Civil Society </a:t>
            </a:r>
            <a:r>
              <a:rPr lang="en-GB" altLang="en-US" dirty="0"/>
              <a:t>O</a:t>
            </a:r>
            <a:r>
              <a:rPr lang="en-GB" altLang="en-US" sz="4400" dirty="0"/>
              <a:t>rganisations</a:t>
            </a:r>
            <a:endParaRPr lang="en-GB" dirty="0"/>
          </a:p>
        </p:txBody>
      </p:sp>
      <p:sp>
        <p:nvSpPr>
          <p:cNvPr id="3" name="Content Placeholder 2">
            <a:extLst>
              <a:ext uri="{FF2B5EF4-FFF2-40B4-BE49-F238E27FC236}">
                <a16:creationId xmlns:a16="http://schemas.microsoft.com/office/drawing/2014/main" id="{FE21102C-06F2-0174-9532-76F9B5B1E774}"/>
              </a:ext>
            </a:extLst>
          </p:cNvPr>
          <p:cNvSpPr>
            <a:spLocks noGrp="1"/>
          </p:cNvSpPr>
          <p:nvPr>
            <p:ph idx="1"/>
          </p:nvPr>
        </p:nvSpPr>
        <p:spPr/>
        <p:txBody>
          <a:bodyPr/>
          <a:lstStyle/>
          <a:p>
            <a:pPr marL="0" indent="0">
              <a:buNone/>
            </a:pPr>
            <a:r>
              <a:rPr lang="en-GB" altLang="en-US" sz="3600" dirty="0"/>
              <a:t>Globalization reshaping relations between corporations and CSOs:</a:t>
            </a:r>
          </a:p>
          <a:p>
            <a:pPr lvl="1"/>
            <a:r>
              <a:rPr lang="en-GB" altLang="en-US" sz="3200" dirty="0"/>
              <a:t>Engagement with overseas CSOs</a:t>
            </a:r>
          </a:p>
          <a:p>
            <a:pPr lvl="1"/>
            <a:r>
              <a:rPr lang="en-GB" altLang="en-US" sz="3200" dirty="0"/>
              <a:t>Global issues (e.g. climate change, water conservation, human rights) and causes</a:t>
            </a:r>
          </a:p>
          <a:p>
            <a:pPr lvl="1"/>
            <a:r>
              <a:rPr lang="en-GB" altLang="en-US" sz="3200" dirty="0"/>
              <a:t>Global civil society</a:t>
            </a:r>
          </a:p>
          <a:p>
            <a:pPr lvl="1"/>
            <a:endParaRPr lang="en-GB" altLang="en-US" dirty="0"/>
          </a:p>
          <a:p>
            <a:endParaRPr lang="en-GB" dirty="0"/>
          </a:p>
        </p:txBody>
      </p:sp>
    </p:spTree>
    <p:extLst>
      <p:ext uri="{BB962C8B-B14F-4D97-AF65-F5344CB8AC3E}">
        <p14:creationId xmlns:p14="http://schemas.microsoft.com/office/powerpoint/2010/main" val="1771353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B2AA-E939-D033-6A88-D48F4F73D90B}"/>
              </a:ext>
            </a:extLst>
          </p:cNvPr>
          <p:cNvSpPr>
            <a:spLocks noGrp="1"/>
          </p:cNvSpPr>
          <p:nvPr>
            <p:ph type="title"/>
          </p:nvPr>
        </p:nvSpPr>
        <p:spPr/>
        <p:txBody>
          <a:bodyPr/>
          <a:lstStyle/>
          <a:p>
            <a:r>
              <a:rPr lang="en-GB" altLang="en-US" dirty="0"/>
              <a:t>Businesses &amp; CSOs working together</a:t>
            </a:r>
            <a:endParaRPr lang="en-GB" dirty="0"/>
          </a:p>
        </p:txBody>
      </p:sp>
      <p:sp>
        <p:nvSpPr>
          <p:cNvPr id="3" name="Content Placeholder 2">
            <a:extLst>
              <a:ext uri="{FF2B5EF4-FFF2-40B4-BE49-F238E27FC236}">
                <a16:creationId xmlns:a16="http://schemas.microsoft.com/office/drawing/2014/main" id="{F8C7DE48-E65C-A7AD-23CC-390B131D5B38}"/>
              </a:ext>
            </a:extLst>
          </p:cNvPr>
          <p:cNvSpPr>
            <a:spLocks noGrp="1"/>
          </p:cNvSpPr>
          <p:nvPr>
            <p:ph idx="1"/>
          </p:nvPr>
        </p:nvSpPr>
        <p:spPr/>
        <p:txBody>
          <a:bodyPr>
            <a:normAutofit lnSpcReduction="10000"/>
          </a:bodyPr>
          <a:lstStyle/>
          <a:p>
            <a:r>
              <a:rPr lang="en-GB" altLang="en-US" sz="2400" dirty="0"/>
              <a:t>Charity and community involvement</a:t>
            </a:r>
          </a:p>
          <a:p>
            <a:pPr lvl="1">
              <a:lnSpc>
                <a:spcPct val="80000"/>
              </a:lnSpc>
            </a:pPr>
            <a:r>
              <a:rPr lang="en-GB" altLang="en-US" sz="2000" dirty="0"/>
              <a:t>Making a meaningful social contribution</a:t>
            </a:r>
          </a:p>
          <a:p>
            <a:pPr lvl="1">
              <a:lnSpc>
                <a:spcPct val="80000"/>
              </a:lnSpc>
            </a:pPr>
            <a:r>
              <a:rPr lang="en-GB" altLang="en-US" sz="2000" dirty="0"/>
              <a:t>Contributing to the development of their human resources</a:t>
            </a:r>
          </a:p>
          <a:p>
            <a:pPr lvl="1">
              <a:lnSpc>
                <a:spcPct val="80000"/>
              </a:lnSpc>
            </a:pPr>
            <a:r>
              <a:rPr lang="en-GB" altLang="en-US" sz="2000" dirty="0"/>
              <a:t>Enhancing the firm’s reputation</a:t>
            </a:r>
          </a:p>
          <a:p>
            <a:pPr lvl="1">
              <a:lnSpc>
                <a:spcPct val="80000"/>
              </a:lnSpc>
            </a:pPr>
            <a:r>
              <a:rPr lang="en-GB" altLang="en-US" sz="2000" dirty="0"/>
              <a:t>Increasing employee morale</a:t>
            </a:r>
          </a:p>
          <a:p>
            <a:pPr lvl="1">
              <a:lnSpc>
                <a:spcPct val="80000"/>
              </a:lnSpc>
            </a:pPr>
            <a:r>
              <a:rPr lang="en-GB" altLang="en-US" sz="2000" dirty="0"/>
              <a:t>Building ‘social capital’ within the community</a:t>
            </a:r>
          </a:p>
          <a:p>
            <a:pPr lvl="1">
              <a:lnSpc>
                <a:spcPct val="80000"/>
              </a:lnSpc>
            </a:pPr>
            <a:endParaRPr lang="en-GB" altLang="en-US" sz="2000" dirty="0"/>
          </a:p>
          <a:p>
            <a:r>
              <a:rPr lang="en-GB" altLang="en-US" sz="2400" dirty="0"/>
              <a:t>Business-CSO collaboration (social partnerships)</a:t>
            </a:r>
          </a:p>
          <a:p>
            <a:pPr lvl="1"/>
            <a:r>
              <a:rPr lang="en-GB" altLang="en-US" sz="2000" dirty="0"/>
              <a:t>Closer and more interactive relations between civil society and corporations</a:t>
            </a:r>
          </a:p>
          <a:p>
            <a:pPr lvl="1"/>
            <a:r>
              <a:rPr lang="en-GB" altLang="en-US" sz="2000" dirty="0"/>
              <a:t>Difficulties: managing culturally diverse organisations, ensuring consistency and commitment.</a:t>
            </a:r>
          </a:p>
          <a:p>
            <a:pPr lvl="1"/>
            <a:endParaRPr lang="en-GB" altLang="en-US" sz="2000" dirty="0"/>
          </a:p>
          <a:p>
            <a:r>
              <a:rPr lang="en-GB" altLang="en-US" sz="2400" dirty="0"/>
              <a:t>However – CSO independence is key!</a:t>
            </a:r>
            <a:endParaRPr lang="en-GB" dirty="0"/>
          </a:p>
        </p:txBody>
      </p:sp>
    </p:spTree>
    <p:extLst>
      <p:ext uri="{BB962C8B-B14F-4D97-AF65-F5344CB8AC3E}">
        <p14:creationId xmlns:p14="http://schemas.microsoft.com/office/powerpoint/2010/main" val="92914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15F3-E578-0A6D-FA27-9E5FCBCDE35D}"/>
              </a:ext>
            </a:extLst>
          </p:cNvPr>
          <p:cNvSpPr>
            <a:spLocks noGrp="1"/>
          </p:cNvSpPr>
          <p:nvPr>
            <p:ph type="title"/>
          </p:nvPr>
        </p:nvSpPr>
        <p:spPr/>
        <p:txBody>
          <a:bodyPr/>
          <a:lstStyle/>
          <a:p>
            <a:r>
              <a:rPr lang="en-GB" dirty="0"/>
              <a:t>Civil Regulation</a:t>
            </a:r>
          </a:p>
        </p:txBody>
      </p:sp>
      <p:sp>
        <p:nvSpPr>
          <p:cNvPr id="3" name="Content Placeholder 2">
            <a:extLst>
              <a:ext uri="{FF2B5EF4-FFF2-40B4-BE49-F238E27FC236}">
                <a16:creationId xmlns:a16="http://schemas.microsoft.com/office/drawing/2014/main" id="{0ACE757F-1C47-BBF7-A819-99B7B427580C}"/>
              </a:ext>
            </a:extLst>
          </p:cNvPr>
          <p:cNvSpPr>
            <a:spLocks noGrp="1"/>
          </p:cNvSpPr>
          <p:nvPr>
            <p:ph idx="1"/>
          </p:nvPr>
        </p:nvSpPr>
        <p:spPr/>
        <p:txBody>
          <a:bodyPr>
            <a:normAutofit/>
          </a:bodyPr>
          <a:lstStyle/>
          <a:p>
            <a:pPr marL="0" indent="0">
              <a:lnSpc>
                <a:spcPct val="90000"/>
              </a:lnSpc>
              <a:buFontTx/>
              <a:buNone/>
            </a:pPr>
            <a:r>
              <a:rPr lang="en-GB" altLang="en-US" dirty="0"/>
              <a:t>Civil regulation is the ability and power of CSOs to shape, influence or curb business practice</a:t>
            </a:r>
          </a:p>
          <a:p>
            <a:pPr lvl="1"/>
            <a:r>
              <a:rPr lang="en-GB" altLang="en-US" dirty="0"/>
              <a:t>Focus on relations and outcomes</a:t>
            </a:r>
          </a:p>
          <a:p>
            <a:pPr lvl="1"/>
            <a:r>
              <a:rPr lang="en-GB" altLang="en-US" dirty="0"/>
              <a:t>Key drawback is that regulation is voluntary</a:t>
            </a:r>
          </a:p>
          <a:p>
            <a:pPr>
              <a:lnSpc>
                <a:spcPct val="90000"/>
              </a:lnSpc>
              <a:buFontTx/>
              <a:buNone/>
            </a:pPr>
            <a:endParaRPr lang="en-GB" altLang="en-US" sz="1050" dirty="0"/>
          </a:p>
          <a:p>
            <a:pPr>
              <a:lnSpc>
                <a:spcPct val="90000"/>
              </a:lnSpc>
              <a:buFontTx/>
              <a:buNone/>
            </a:pPr>
            <a:r>
              <a:rPr lang="en-GB" altLang="en-US" dirty="0"/>
              <a:t>Key points</a:t>
            </a:r>
          </a:p>
          <a:p>
            <a:pPr lvl="1"/>
            <a:r>
              <a:rPr lang="en-GB" altLang="en-US" dirty="0"/>
              <a:t>Civil society can act as a conduit through which individuals citizens can exert some kind of leverage on, or gain a form of participation in, corporate decision-making and action</a:t>
            </a:r>
          </a:p>
          <a:p>
            <a:pPr lvl="1"/>
            <a:r>
              <a:rPr lang="en-GB" altLang="en-US" dirty="0"/>
              <a:t>CSOs are now part of systems or regimes of ‘global governance’</a:t>
            </a:r>
            <a:endParaRPr lang="en-GB" dirty="0"/>
          </a:p>
        </p:txBody>
      </p:sp>
    </p:spTree>
    <p:extLst>
      <p:ext uri="{BB962C8B-B14F-4D97-AF65-F5344CB8AC3E}">
        <p14:creationId xmlns:p14="http://schemas.microsoft.com/office/powerpoint/2010/main" val="436384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F700-19CA-BFFE-C3CD-FE9F3389A61F}"/>
              </a:ext>
            </a:extLst>
          </p:cNvPr>
          <p:cNvSpPr>
            <a:spLocks noGrp="1"/>
          </p:cNvSpPr>
          <p:nvPr>
            <p:ph type="title"/>
          </p:nvPr>
        </p:nvSpPr>
        <p:spPr/>
        <p:txBody>
          <a:bodyPr/>
          <a:lstStyle/>
          <a:p>
            <a:r>
              <a:rPr lang="en-GB" altLang="en-US" sz="4400" dirty="0"/>
              <a:t>Civil Society, Business, and Sustainability</a:t>
            </a:r>
            <a:endParaRPr lang="en-GB" dirty="0"/>
          </a:p>
        </p:txBody>
      </p:sp>
      <p:sp>
        <p:nvSpPr>
          <p:cNvPr id="3" name="Content Placeholder 2">
            <a:extLst>
              <a:ext uri="{FF2B5EF4-FFF2-40B4-BE49-F238E27FC236}">
                <a16:creationId xmlns:a16="http://schemas.microsoft.com/office/drawing/2014/main" id="{E70E34C3-823A-B351-2AFC-13EE093C4F46}"/>
              </a:ext>
            </a:extLst>
          </p:cNvPr>
          <p:cNvSpPr>
            <a:spLocks noGrp="1"/>
          </p:cNvSpPr>
          <p:nvPr>
            <p:ph idx="1"/>
          </p:nvPr>
        </p:nvSpPr>
        <p:spPr/>
        <p:txBody>
          <a:bodyPr/>
          <a:lstStyle/>
          <a:p>
            <a:r>
              <a:rPr lang="en-GB" altLang="en-US" dirty="0"/>
              <a:t>Balancing competing interests</a:t>
            </a:r>
          </a:p>
          <a:p>
            <a:pPr lvl="1"/>
            <a:r>
              <a:rPr lang="en-GB" altLang="en-US" dirty="0"/>
              <a:t>Civil society: wide variety of disparate actors promoting different issues</a:t>
            </a:r>
          </a:p>
          <a:p>
            <a:pPr lvl="1"/>
            <a:r>
              <a:rPr lang="en-GB" altLang="en-US" dirty="0"/>
              <a:t>Business must take account of these different issues simultaneously</a:t>
            </a:r>
          </a:p>
          <a:p>
            <a:pPr lvl="1"/>
            <a:endParaRPr lang="en-GB" altLang="en-US" dirty="0"/>
          </a:p>
          <a:p>
            <a:r>
              <a:rPr lang="en-GB" altLang="en-US" dirty="0"/>
              <a:t>Fostering participation and democracy</a:t>
            </a:r>
          </a:p>
          <a:p>
            <a:endParaRPr lang="en-GB" dirty="0"/>
          </a:p>
        </p:txBody>
      </p:sp>
    </p:spTree>
    <p:extLst>
      <p:ext uri="{BB962C8B-B14F-4D97-AF65-F5344CB8AC3E}">
        <p14:creationId xmlns:p14="http://schemas.microsoft.com/office/powerpoint/2010/main" val="2326220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7B13B6-E654-2BC1-4D02-DF44CCD0D824}"/>
              </a:ext>
            </a:extLst>
          </p:cNvPr>
          <p:cNvSpPr>
            <a:spLocks noGrp="1"/>
          </p:cNvSpPr>
          <p:nvPr>
            <p:ph type="title"/>
          </p:nvPr>
        </p:nvSpPr>
        <p:spPr/>
        <p:txBody>
          <a:bodyPr/>
          <a:lstStyle/>
          <a:p>
            <a:r>
              <a:rPr lang="en-GB" dirty="0"/>
              <a:t>Government &amp; Regulation</a:t>
            </a:r>
          </a:p>
        </p:txBody>
      </p:sp>
    </p:spTree>
    <p:extLst>
      <p:ext uri="{BB962C8B-B14F-4D97-AF65-F5344CB8AC3E}">
        <p14:creationId xmlns:p14="http://schemas.microsoft.com/office/powerpoint/2010/main" val="1865602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35AF8-C90F-BB5E-F92F-8902B8D2F608}"/>
              </a:ext>
            </a:extLst>
          </p:cNvPr>
          <p:cNvSpPr>
            <a:spLocks noGrp="1"/>
          </p:cNvSpPr>
          <p:nvPr>
            <p:ph type="title"/>
          </p:nvPr>
        </p:nvSpPr>
        <p:spPr>
          <a:xfrm>
            <a:off x="365676" y="209403"/>
            <a:ext cx="10515600" cy="1325563"/>
          </a:xfrm>
        </p:spPr>
        <p:txBody>
          <a:bodyPr/>
          <a:lstStyle/>
          <a:p>
            <a:r>
              <a:rPr lang="en-GB" dirty="0"/>
              <a:t>Government as a Stakeholder of Business</a:t>
            </a:r>
          </a:p>
        </p:txBody>
      </p:sp>
      <p:graphicFrame>
        <p:nvGraphicFramePr>
          <p:cNvPr id="3" name="Diagram 2">
            <a:extLst>
              <a:ext uri="{FF2B5EF4-FFF2-40B4-BE49-F238E27FC236}">
                <a16:creationId xmlns:a16="http://schemas.microsoft.com/office/drawing/2014/main" id="{EB4468DF-6F8D-5E8F-4C6C-DB76A43A9CB5}"/>
              </a:ext>
            </a:extLst>
          </p:cNvPr>
          <p:cNvGraphicFramePr/>
          <p:nvPr>
            <p:extLst>
              <p:ext uri="{D42A27DB-BD31-4B8C-83A1-F6EECF244321}">
                <p14:modId xmlns:p14="http://schemas.microsoft.com/office/powerpoint/2010/main" val="2031362814"/>
              </p:ext>
            </p:extLst>
          </p:nvPr>
        </p:nvGraphicFramePr>
        <p:xfrm>
          <a:off x="0" y="1687365"/>
          <a:ext cx="12192000" cy="45217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3143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C4CAE9-0876-6A71-44EE-95362DCB4396}"/>
              </a:ext>
            </a:extLst>
          </p:cNvPr>
          <p:cNvSpPr>
            <a:spLocks noGrp="1"/>
          </p:cNvSpPr>
          <p:nvPr>
            <p:ph type="title"/>
          </p:nvPr>
        </p:nvSpPr>
        <p:spPr>
          <a:xfrm>
            <a:off x="841248" y="548640"/>
            <a:ext cx="3600860" cy="5431536"/>
          </a:xfrm>
        </p:spPr>
        <p:txBody>
          <a:bodyPr>
            <a:normAutofit/>
          </a:bodyPr>
          <a:lstStyle/>
          <a:p>
            <a:r>
              <a:rPr lang="en-GB" altLang="en-US" sz="4600"/>
              <a:t>Government as a representative of citizens’ interests</a:t>
            </a:r>
            <a:endParaRPr lang="en-GB" sz="4600"/>
          </a:p>
        </p:txBody>
      </p:sp>
      <p:sp>
        <p:nvSpPr>
          <p:cNvPr id="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5F6A45-A969-382B-4C6D-677FA1715786}"/>
              </a:ext>
            </a:extLst>
          </p:cNvPr>
          <p:cNvSpPr>
            <a:spLocks noGrp="1"/>
          </p:cNvSpPr>
          <p:nvPr>
            <p:ph idx="1"/>
          </p:nvPr>
        </p:nvSpPr>
        <p:spPr>
          <a:xfrm>
            <a:off x="5126418" y="0"/>
            <a:ext cx="7062534" cy="6857999"/>
          </a:xfrm>
        </p:spPr>
        <p:txBody>
          <a:bodyPr anchor="ctr">
            <a:normAutofit/>
          </a:bodyPr>
          <a:lstStyle/>
          <a:p>
            <a:r>
              <a:rPr lang="en-GB" altLang="en-US" dirty="0"/>
              <a:t>Unlike many other stakeholders, government in principle represents an </a:t>
            </a:r>
            <a:r>
              <a:rPr lang="en-GB" altLang="en-US" i="1" dirty="0"/>
              <a:t>entire community</a:t>
            </a:r>
            <a:r>
              <a:rPr lang="en-GB" altLang="en-US" dirty="0"/>
              <a:t> since it is elected by the citizens of a certain town, region, country or even continent</a:t>
            </a:r>
          </a:p>
          <a:p>
            <a:r>
              <a:rPr lang="en-GB" altLang="en-US" dirty="0"/>
              <a:t>In this role as the </a:t>
            </a:r>
            <a:r>
              <a:rPr lang="en-GB" altLang="en-US" i="1" dirty="0"/>
              <a:t>elected representative of citizens’ interests:</a:t>
            </a:r>
            <a:endParaRPr lang="en-GB" altLang="en-US" dirty="0"/>
          </a:p>
          <a:p>
            <a:pPr lvl="1"/>
            <a:r>
              <a:rPr lang="en-GB" altLang="en-US" sz="2800" dirty="0"/>
              <a:t>Defines the conditions for the licence to operate of business</a:t>
            </a:r>
          </a:p>
          <a:p>
            <a:pPr lvl="2"/>
            <a:r>
              <a:rPr lang="en-GB" altLang="en-US" sz="2800" dirty="0"/>
              <a:t>Restricting business</a:t>
            </a:r>
          </a:p>
          <a:p>
            <a:pPr lvl="2"/>
            <a:r>
              <a:rPr lang="en-GB" altLang="en-US" sz="2800" dirty="0"/>
              <a:t>Enabling business</a:t>
            </a:r>
          </a:p>
          <a:p>
            <a:r>
              <a:rPr lang="en-GB" altLang="en-US" dirty="0"/>
              <a:t>Debate about the </a:t>
            </a:r>
            <a:r>
              <a:rPr lang="en-GB" altLang="en-US" i="1" dirty="0"/>
              <a:t>degree</a:t>
            </a:r>
            <a:r>
              <a:rPr lang="en-GB" altLang="en-US" dirty="0"/>
              <a:t> of governmental responsibility for a functioning economy</a:t>
            </a:r>
          </a:p>
          <a:p>
            <a:pPr lvl="2"/>
            <a:r>
              <a:rPr lang="en-GB" altLang="en-US" sz="2800" dirty="0"/>
              <a:t>Laissez-faire vs. forceful role in industrial policy</a:t>
            </a:r>
          </a:p>
        </p:txBody>
      </p:sp>
    </p:spTree>
    <p:extLst>
      <p:ext uri="{BB962C8B-B14F-4D97-AF65-F5344CB8AC3E}">
        <p14:creationId xmlns:p14="http://schemas.microsoft.com/office/powerpoint/2010/main" val="2066841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045CF9-F9F6-0063-DBAE-B85367707205}"/>
              </a:ext>
            </a:extLst>
          </p:cNvPr>
          <p:cNvSpPr>
            <a:spLocks noGrp="1"/>
          </p:cNvSpPr>
          <p:nvPr>
            <p:ph type="title"/>
          </p:nvPr>
        </p:nvSpPr>
        <p:spPr>
          <a:xfrm>
            <a:off x="635000" y="640823"/>
            <a:ext cx="3418659" cy="5583148"/>
          </a:xfrm>
        </p:spPr>
        <p:txBody>
          <a:bodyPr anchor="ctr">
            <a:normAutofit/>
          </a:bodyPr>
          <a:lstStyle/>
          <a:p>
            <a:r>
              <a:rPr lang="en-GB" altLang="en-US" sz="5000"/>
              <a:t>Government as an actor (or group of actors) with interests of its own</a:t>
            </a:r>
            <a:endParaRPr lang="en-GB" sz="50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D2F9E86-22D0-4537-1EBD-5EAB295F5DDC}"/>
              </a:ext>
            </a:extLst>
          </p:cNvPr>
          <p:cNvGraphicFramePr>
            <a:graphicFrameLocks noGrp="1"/>
          </p:cNvGraphicFramePr>
          <p:nvPr>
            <p:ph idx="1"/>
            <p:extLst>
              <p:ext uri="{D42A27DB-BD31-4B8C-83A1-F6EECF244321}">
                <p14:modId xmlns:p14="http://schemas.microsoft.com/office/powerpoint/2010/main" val="138147586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222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A210D-9D3E-8B59-F5FE-4FD2BA06A929}"/>
              </a:ext>
            </a:extLst>
          </p:cNvPr>
          <p:cNvSpPr>
            <a:spLocks noGrp="1"/>
          </p:cNvSpPr>
          <p:nvPr>
            <p:ph type="title"/>
          </p:nvPr>
        </p:nvSpPr>
        <p:spPr/>
        <p:txBody>
          <a:bodyPr>
            <a:normAutofit fontScale="90000"/>
          </a:bodyPr>
          <a:lstStyle/>
          <a:p>
            <a:r>
              <a:rPr lang="en-GB" altLang="en-US" sz="4400" dirty="0"/>
              <a:t>Identifying the basic problems and issues: </a:t>
            </a:r>
            <a:br>
              <a:rPr lang="en-GB" altLang="en-US" sz="4400" dirty="0"/>
            </a:br>
            <a:r>
              <a:rPr lang="en-GB" altLang="en-US" sz="4400" dirty="0"/>
              <a:t>legitimacy, accountability and modes of influence</a:t>
            </a:r>
            <a:endParaRPr lang="en-GB" dirty="0"/>
          </a:p>
        </p:txBody>
      </p:sp>
      <p:sp>
        <p:nvSpPr>
          <p:cNvPr id="3" name="Content Placeholder 2">
            <a:extLst>
              <a:ext uri="{FF2B5EF4-FFF2-40B4-BE49-F238E27FC236}">
                <a16:creationId xmlns:a16="http://schemas.microsoft.com/office/drawing/2014/main" id="{D5C3C595-471D-B981-4E5C-FFB8D0FBC354}"/>
              </a:ext>
            </a:extLst>
          </p:cNvPr>
          <p:cNvSpPr>
            <a:spLocks noGrp="1"/>
          </p:cNvSpPr>
          <p:nvPr>
            <p:ph idx="1"/>
          </p:nvPr>
        </p:nvSpPr>
        <p:spPr>
          <a:xfrm>
            <a:off x="838200" y="1995308"/>
            <a:ext cx="10515600" cy="4351338"/>
          </a:xfrm>
        </p:spPr>
        <p:txBody>
          <a:bodyPr/>
          <a:lstStyle/>
          <a:p>
            <a:r>
              <a:rPr lang="en-GB" altLang="en-US" dirty="0"/>
              <a:t>Main source of ethical problems stems from fiduciary relation to society in general</a:t>
            </a:r>
          </a:p>
          <a:p>
            <a:r>
              <a:rPr lang="en-GB" altLang="en-US" dirty="0"/>
              <a:t>Government therefore being pulled in two directions</a:t>
            </a:r>
            <a:endParaRPr lang="en-GB" dirty="0"/>
          </a:p>
        </p:txBody>
      </p:sp>
      <p:grpSp>
        <p:nvGrpSpPr>
          <p:cNvPr id="4" name="Group 2">
            <a:extLst>
              <a:ext uri="{FF2B5EF4-FFF2-40B4-BE49-F238E27FC236}">
                <a16:creationId xmlns:a16="http://schemas.microsoft.com/office/drawing/2014/main" id="{BEC52BB1-9A35-AF0A-F185-3C293C05DA88}"/>
              </a:ext>
            </a:extLst>
          </p:cNvPr>
          <p:cNvGrpSpPr>
            <a:grpSpLocks/>
          </p:cNvGrpSpPr>
          <p:nvPr/>
        </p:nvGrpSpPr>
        <p:grpSpPr bwMode="auto">
          <a:xfrm>
            <a:off x="1919287" y="3724013"/>
            <a:ext cx="8353425" cy="2479674"/>
            <a:chOff x="249" y="2204"/>
            <a:chExt cx="5262" cy="1562"/>
          </a:xfrm>
        </p:grpSpPr>
        <p:sp>
          <p:nvSpPr>
            <p:cNvPr id="5" name="Oval 4">
              <a:extLst>
                <a:ext uri="{FF2B5EF4-FFF2-40B4-BE49-F238E27FC236}">
                  <a16:creationId xmlns:a16="http://schemas.microsoft.com/office/drawing/2014/main" id="{19EC2EC9-ABF7-075F-D207-4E0E9377E686}"/>
                </a:ext>
              </a:extLst>
            </p:cNvPr>
            <p:cNvSpPr>
              <a:spLocks noChangeArrowheads="1"/>
            </p:cNvSpPr>
            <p:nvPr/>
          </p:nvSpPr>
          <p:spPr bwMode="auto">
            <a:xfrm>
              <a:off x="249" y="2511"/>
              <a:ext cx="998" cy="998"/>
            </a:xfrm>
            <a:prstGeom prst="ellipse">
              <a:avLst/>
            </a:prstGeom>
            <a:noFill/>
            <a:ln w="9525">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6" name="Oval 5">
              <a:extLst>
                <a:ext uri="{FF2B5EF4-FFF2-40B4-BE49-F238E27FC236}">
                  <a16:creationId xmlns:a16="http://schemas.microsoft.com/office/drawing/2014/main" id="{7F122E87-5A5A-EB92-5951-1620796BDBBE}"/>
                </a:ext>
              </a:extLst>
            </p:cNvPr>
            <p:cNvSpPr>
              <a:spLocks noChangeArrowheads="1"/>
            </p:cNvSpPr>
            <p:nvPr/>
          </p:nvSpPr>
          <p:spPr bwMode="auto">
            <a:xfrm>
              <a:off x="2426" y="2511"/>
              <a:ext cx="998" cy="998"/>
            </a:xfrm>
            <a:prstGeom prst="ellipse">
              <a:avLst/>
            </a:prstGeom>
            <a:noFill/>
            <a:ln w="9525">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7" name="Oval 6">
              <a:extLst>
                <a:ext uri="{FF2B5EF4-FFF2-40B4-BE49-F238E27FC236}">
                  <a16:creationId xmlns:a16="http://schemas.microsoft.com/office/drawing/2014/main" id="{3B073EE8-9B37-1D7B-53BA-5DD46AC75BB3}"/>
                </a:ext>
              </a:extLst>
            </p:cNvPr>
            <p:cNvSpPr>
              <a:spLocks noChangeArrowheads="1"/>
            </p:cNvSpPr>
            <p:nvPr/>
          </p:nvSpPr>
          <p:spPr bwMode="auto">
            <a:xfrm>
              <a:off x="4513" y="2511"/>
              <a:ext cx="998" cy="998"/>
            </a:xfrm>
            <a:prstGeom prst="ellipse">
              <a:avLst/>
            </a:prstGeom>
            <a:noFill/>
            <a:ln w="9525">
              <a:solidFill>
                <a:srgbClr val="0033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8" name="Line 7">
              <a:extLst>
                <a:ext uri="{FF2B5EF4-FFF2-40B4-BE49-F238E27FC236}">
                  <a16:creationId xmlns:a16="http://schemas.microsoft.com/office/drawing/2014/main" id="{49BF039B-244E-4EAB-780E-F3761BD2A046}"/>
                </a:ext>
              </a:extLst>
            </p:cNvPr>
            <p:cNvSpPr>
              <a:spLocks noChangeShapeType="1"/>
            </p:cNvSpPr>
            <p:nvPr/>
          </p:nvSpPr>
          <p:spPr bwMode="auto">
            <a:xfrm>
              <a:off x="1383" y="2890"/>
              <a:ext cx="989" cy="5"/>
            </a:xfrm>
            <a:prstGeom prst="line">
              <a:avLst/>
            </a:prstGeom>
            <a:noFill/>
            <a:ln w="38100">
              <a:solidFill>
                <a:srgbClr val="0033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Line 8">
              <a:extLst>
                <a:ext uri="{FF2B5EF4-FFF2-40B4-BE49-F238E27FC236}">
                  <a16:creationId xmlns:a16="http://schemas.microsoft.com/office/drawing/2014/main" id="{410758FE-55DB-17AC-2720-C80BDDEC29CC}"/>
                </a:ext>
              </a:extLst>
            </p:cNvPr>
            <p:cNvSpPr>
              <a:spLocks noChangeShapeType="1"/>
            </p:cNvSpPr>
            <p:nvPr/>
          </p:nvSpPr>
          <p:spPr bwMode="auto">
            <a:xfrm>
              <a:off x="3527" y="2886"/>
              <a:ext cx="896" cy="16"/>
            </a:xfrm>
            <a:prstGeom prst="line">
              <a:avLst/>
            </a:prstGeom>
            <a:noFill/>
            <a:ln w="38100">
              <a:solidFill>
                <a:srgbClr val="0033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 name="Line 9">
              <a:extLst>
                <a:ext uri="{FF2B5EF4-FFF2-40B4-BE49-F238E27FC236}">
                  <a16:creationId xmlns:a16="http://schemas.microsoft.com/office/drawing/2014/main" id="{E204D893-4FFF-1CAF-7D8E-196CAE096AB7}"/>
                </a:ext>
              </a:extLst>
            </p:cNvPr>
            <p:cNvSpPr>
              <a:spLocks noChangeShapeType="1"/>
            </p:cNvSpPr>
            <p:nvPr/>
          </p:nvSpPr>
          <p:spPr bwMode="auto">
            <a:xfrm flipH="1" flipV="1">
              <a:off x="3514" y="3101"/>
              <a:ext cx="896" cy="7"/>
            </a:xfrm>
            <a:prstGeom prst="line">
              <a:avLst/>
            </a:prstGeom>
            <a:noFill/>
            <a:ln w="38100">
              <a:solidFill>
                <a:srgbClr val="0033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 name="Line 10">
              <a:extLst>
                <a:ext uri="{FF2B5EF4-FFF2-40B4-BE49-F238E27FC236}">
                  <a16:creationId xmlns:a16="http://schemas.microsoft.com/office/drawing/2014/main" id="{FCB1F619-A1BD-4E4F-8F3E-9B478160951B}"/>
                </a:ext>
              </a:extLst>
            </p:cNvPr>
            <p:cNvSpPr>
              <a:spLocks noChangeShapeType="1"/>
            </p:cNvSpPr>
            <p:nvPr/>
          </p:nvSpPr>
          <p:spPr bwMode="auto">
            <a:xfrm flipH="1" flipV="1">
              <a:off x="1373" y="3127"/>
              <a:ext cx="963" cy="5"/>
            </a:xfrm>
            <a:prstGeom prst="line">
              <a:avLst/>
            </a:prstGeom>
            <a:noFill/>
            <a:ln w="38100">
              <a:solidFill>
                <a:srgbClr val="0033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Text Box 11">
              <a:extLst>
                <a:ext uri="{FF2B5EF4-FFF2-40B4-BE49-F238E27FC236}">
                  <a16:creationId xmlns:a16="http://schemas.microsoft.com/office/drawing/2014/main" id="{F1AB13E3-7EEB-A0B6-0619-996A6F1D51EF}"/>
                </a:ext>
              </a:extLst>
            </p:cNvPr>
            <p:cNvSpPr txBox="1">
              <a:spLocks noChangeArrowheads="1"/>
            </p:cNvSpPr>
            <p:nvPr/>
          </p:nvSpPr>
          <p:spPr bwMode="auto">
            <a:xfrm>
              <a:off x="363" y="2877"/>
              <a:ext cx="149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dirty="0">
                  <a:latin typeface="+mn-lt"/>
                </a:rPr>
                <a:t>Business</a:t>
              </a:r>
            </a:p>
          </p:txBody>
        </p:sp>
        <p:sp>
          <p:nvSpPr>
            <p:cNvPr id="13" name="Text Box 12">
              <a:extLst>
                <a:ext uri="{FF2B5EF4-FFF2-40B4-BE49-F238E27FC236}">
                  <a16:creationId xmlns:a16="http://schemas.microsoft.com/office/drawing/2014/main" id="{4B1A7225-22F1-C81B-2E0E-3A14B4BEAF02}"/>
                </a:ext>
              </a:extLst>
            </p:cNvPr>
            <p:cNvSpPr txBox="1">
              <a:spLocks noChangeArrowheads="1"/>
            </p:cNvSpPr>
            <p:nvPr/>
          </p:nvSpPr>
          <p:spPr bwMode="auto">
            <a:xfrm>
              <a:off x="2427" y="2894"/>
              <a:ext cx="104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dirty="0">
                  <a:latin typeface="+mn-lt"/>
                </a:rPr>
                <a:t>Government</a:t>
              </a:r>
            </a:p>
          </p:txBody>
        </p:sp>
        <p:sp>
          <p:nvSpPr>
            <p:cNvPr id="14" name="Text Box 13">
              <a:extLst>
                <a:ext uri="{FF2B5EF4-FFF2-40B4-BE49-F238E27FC236}">
                  <a16:creationId xmlns:a16="http://schemas.microsoft.com/office/drawing/2014/main" id="{4AB294F7-E92B-052D-7B12-C2C13AEB2269}"/>
                </a:ext>
              </a:extLst>
            </p:cNvPr>
            <p:cNvSpPr txBox="1">
              <a:spLocks noChangeArrowheads="1"/>
            </p:cNvSpPr>
            <p:nvPr/>
          </p:nvSpPr>
          <p:spPr bwMode="auto">
            <a:xfrm>
              <a:off x="4740" y="2877"/>
              <a:ext cx="7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dirty="0">
                  <a:latin typeface="+mn-lt"/>
                </a:rPr>
                <a:t>Society</a:t>
              </a:r>
            </a:p>
          </p:txBody>
        </p:sp>
        <p:sp>
          <p:nvSpPr>
            <p:cNvPr id="15" name="Text Box 14">
              <a:extLst>
                <a:ext uri="{FF2B5EF4-FFF2-40B4-BE49-F238E27FC236}">
                  <a16:creationId xmlns:a16="http://schemas.microsoft.com/office/drawing/2014/main" id="{99205C36-B5E4-937D-E1E6-9FF31D18A5FB}"/>
                </a:ext>
              </a:extLst>
            </p:cNvPr>
            <p:cNvSpPr txBox="1">
              <a:spLocks noChangeArrowheads="1"/>
            </p:cNvSpPr>
            <p:nvPr/>
          </p:nvSpPr>
          <p:spPr bwMode="auto">
            <a:xfrm>
              <a:off x="1338" y="2204"/>
              <a:ext cx="99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pPr>
              <a:r>
                <a:rPr lang="en-GB" altLang="en-US" dirty="0">
                  <a:latin typeface="+mn-lt"/>
                </a:rPr>
                <a:t>Taxes, jobs, investment, etc.</a:t>
              </a:r>
            </a:p>
          </p:txBody>
        </p:sp>
        <p:sp>
          <p:nvSpPr>
            <p:cNvPr id="16" name="Text Box 15">
              <a:extLst>
                <a:ext uri="{FF2B5EF4-FFF2-40B4-BE49-F238E27FC236}">
                  <a16:creationId xmlns:a16="http://schemas.microsoft.com/office/drawing/2014/main" id="{6C2601FE-7092-6E4F-4C71-B464A8135B83}"/>
                </a:ext>
              </a:extLst>
            </p:cNvPr>
            <p:cNvSpPr txBox="1">
              <a:spLocks noChangeArrowheads="1"/>
            </p:cNvSpPr>
            <p:nvPr/>
          </p:nvSpPr>
          <p:spPr bwMode="auto">
            <a:xfrm>
              <a:off x="1203" y="3189"/>
              <a:ext cx="127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pPr>
              <a:r>
                <a:rPr lang="en-GB" altLang="en-US" dirty="0">
                  <a:latin typeface="+mn-lt"/>
                </a:rPr>
                <a:t>Profitable and stable economic framework</a:t>
              </a:r>
            </a:p>
          </p:txBody>
        </p:sp>
        <p:sp>
          <p:nvSpPr>
            <p:cNvPr id="17" name="Text Box 16">
              <a:extLst>
                <a:ext uri="{FF2B5EF4-FFF2-40B4-BE49-F238E27FC236}">
                  <a16:creationId xmlns:a16="http://schemas.microsoft.com/office/drawing/2014/main" id="{F199541D-267D-AC42-251C-C0AD7934FF5B}"/>
                </a:ext>
              </a:extLst>
            </p:cNvPr>
            <p:cNvSpPr txBox="1">
              <a:spLocks noChangeArrowheads="1"/>
            </p:cNvSpPr>
            <p:nvPr/>
          </p:nvSpPr>
          <p:spPr bwMode="auto">
            <a:xfrm>
              <a:off x="3338" y="2205"/>
              <a:ext cx="123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pPr>
              <a:r>
                <a:rPr lang="en-GB" altLang="en-US" dirty="0">
                  <a:latin typeface="+mn-lt"/>
                </a:rPr>
                <a:t>Regulation that protects their interests</a:t>
              </a:r>
            </a:p>
          </p:txBody>
        </p:sp>
        <p:sp>
          <p:nvSpPr>
            <p:cNvPr id="18" name="Text Box 17">
              <a:extLst>
                <a:ext uri="{FF2B5EF4-FFF2-40B4-BE49-F238E27FC236}">
                  <a16:creationId xmlns:a16="http://schemas.microsoft.com/office/drawing/2014/main" id="{2527D08D-A081-A4A4-3B12-B5F2A977877D}"/>
                </a:ext>
              </a:extLst>
            </p:cNvPr>
            <p:cNvSpPr txBox="1">
              <a:spLocks noChangeArrowheads="1"/>
            </p:cNvSpPr>
            <p:nvPr/>
          </p:nvSpPr>
          <p:spPr bwMode="auto">
            <a:xfrm>
              <a:off x="3684" y="3177"/>
              <a:ext cx="7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dirty="0">
                  <a:latin typeface="+mn-lt"/>
                </a:rPr>
                <a:t>Consent</a:t>
              </a:r>
            </a:p>
          </p:txBody>
        </p:sp>
      </p:grpSp>
    </p:spTree>
    <p:extLst>
      <p:ext uri="{BB962C8B-B14F-4D97-AF65-F5344CB8AC3E}">
        <p14:creationId xmlns:p14="http://schemas.microsoft.com/office/powerpoint/2010/main" val="2606217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A136-4199-E72A-1E3C-B1B5B1ED996D}"/>
              </a:ext>
            </a:extLst>
          </p:cNvPr>
          <p:cNvSpPr>
            <a:spLocks noGrp="1"/>
          </p:cNvSpPr>
          <p:nvPr>
            <p:ph type="title"/>
          </p:nvPr>
        </p:nvSpPr>
        <p:spPr/>
        <p:txBody>
          <a:bodyPr/>
          <a:lstStyle/>
          <a:p>
            <a:r>
              <a:rPr lang="en-GB" altLang="en-US" dirty="0"/>
              <a:t>Legitimacy of Business Influence</a:t>
            </a:r>
            <a:endParaRPr lang="en-GB" dirty="0"/>
          </a:p>
        </p:txBody>
      </p:sp>
      <p:sp>
        <p:nvSpPr>
          <p:cNvPr id="3" name="Content Placeholder 2">
            <a:extLst>
              <a:ext uri="{FF2B5EF4-FFF2-40B4-BE49-F238E27FC236}">
                <a16:creationId xmlns:a16="http://schemas.microsoft.com/office/drawing/2014/main" id="{036F69F8-FD5D-1DF5-8C44-38EADF15D079}"/>
              </a:ext>
            </a:extLst>
          </p:cNvPr>
          <p:cNvSpPr>
            <a:spLocks noGrp="1"/>
          </p:cNvSpPr>
          <p:nvPr>
            <p:ph idx="1"/>
          </p:nvPr>
        </p:nvSpPr>
        <p:spPr>
          <a:xfrm>
            <a:off x="838200" y="3153507"/>
            <a:ext cx="10515600" cy="3023455"/>
          </a:xfrm>
        </p:spPr>
        <p:txBody>
          <a:bodyPr>
            <a:normAutofit/>
          </a:bodyPr>
          <a:lstStyle/>
          <a:p>
            <a:pPr marL="0" indent="0">
              <a:lnSpc>
                <a:spcPct val="90000"/>
              </a:lnSpc>
              <a:buNone/>
              <a:defRPr/>
            </a:pPr>
            <a:r>
              <a:rPr lang="en-GB" altLang="zh-CN" dirty="0">
                <a:ea typeface="SimSun" panose="02010600030101010101" pitchFamily="2" charset="-122"/>
              </a:rPr>
              <a:t>Business can have a significant influence on the implementation and direction of governmental policies. It is therefore to no surprise that the issue of ‘public sector ethics’ has gained enormous momentum </a:t>
            </a:r>
            <a:r>
              <a:rPr lang="en-GB" altLang="zh-CN" sz="1800" dirty="0">
                <a:ea typeface="SimSun" panose="02010600030101010101" pitchFamily="2" charset="-122"/>
              </a:rPr>
              <a:t>(</a:t>
            </a:r>
            <a:r>
              <a:rPr lang="en-GB" altLang="zh-CN" sz="1800" dirty="0" err="1">
                <a:ea typeface="SimSun" panose="02010600030101010101" pitchFamily="2" charset="-122"/>
              </a:rPr>
              <a:t>Dobel</a:t>
            </a:r>
            <a:r>
              <a:rPr lang="en-GB" altLang="zh-CN" sz="1800" dirty="0">
                <a:ea typeface="SimSun" panose="02010600030101010101" pitchFamily="2" charset="-122"/>
              </a:rPr>
              <a:t>, 2007)</a:t>
            </a:r>
            <a:r>
              <a:rPr lang="en-GB" altLang="zh-CN" dirty="0">
                <a:ea typeface="SimSun" panose="02010600030101010101" pitchFamily="2" charset="-122"/>
              </a:rPr>
              <a:t>. The main ethical consideration arising from this situation is twofold</a:t>
            </a:r>
          </a:p>
          <a:p>
            <a:pPr lvl="1">
              <a:lnSpc>
                <a:spcPct val="90000"/>
              </a:lnSpc>
              <a:defRPr/>
            </a:pPr>
            <a:r>
              <a:rPr lang="en-GB" altLang="zh-CN" i="1" dirty="0">
                <a:ea typeface="SimSun" panose="02010600030101010101" pitchFamily="2" charset="-122"/>
              </a:rPr>
              <a:t>Legitimacy</a:t>
            </a:r>
            <a:r>
              <a:rPr lang="en-GB" altLang="zh-CN" dirty="0">
                <a:ea typeface="SimSun" panose="02010600030101010101" pitchFamily="2" charset="-122"/>
              </a:rPr>
              <a:t> of business influence; </a:t>
            </a:r>
          </a:p>
          <a:p>
            <a:pPr lvl="1">
              <a:lnSpc>
                <a:spcPct val="90000"/>
              </a:lnSpc>
              <a:defRPr/>
            </a:pPr>
            <a:r>
              <a:rPr lang="en-GB" altLang="zh-CN" i="1" dirty="0">
                <a:ea typeface="SimSun" panose="02010600030101010101" pitchFamily="2" charset="-122"/>
              </a:rPr>
              <a:t>Accountability</a:t>
            </a:r>
            <a:r>
              <a:rPr lang="en-GB" altLang="zh-CN" dirty="0">
                <a:ea typeface="SimSun" panose="02010600030101010101" pitchFamily="2" charset="-122"/>
              </a:rPr>
              <a:t>.</a:t>
            </a:r>
          </a:p>
          <a:p>
            <a:endParaRPr lang="en-GB" dirty="0"/>
          </a:p>
        </p:txBody>
      </p:sp>
      <p:sp>
        <p:nvSpPr>
          <p:cNvPr id="5" name="TextBox 4">
            <a:extLst>
              <a:ext uri="{FF2B5EF4-FFF2-40B4-BE49-F238E27FC236}">
                <a16:creationId xmlns:a16="http://schemas.microsoft.com/office/drawing/2014/main" id="{6355637A-7A82-D915-95C6-58A1067400DE}"/>
              </a:ext>
            </a:extLst>
          </p:cNvPr>
          <p:cNvSpPr txBox="1"/>
          <p:nvPr/>
        </p:nvSpPr>
        <p:spPr>
          <a:xfrm>
            <a:off x="838199" y="1690688"/>
            <a:ext cx="10193215" cy="1205436"/>
          </a:xfrm>
          <a:prstGeom prst="roundRect">
            <a:avLst/>
          </a:prstGeom>
          <a:solidFill>
            <a:schemeClr val="bg1">
              <a:lumMod val="95000"/>
            </a:schemeClr>
          </a:solidFill>
          <a:ln>
            <a:solidFill>
              <a:schemeClr val="accent1"/>
            </a:solidFill>
          </a:ln>
        </p:spPr>
        <p:style>
          <a:lnRef idx="2">
            <a:schemeClr val="accent5"/>
          </a:lnRef>
          <a:fillRef idx="1">
            <a:schemeClr val="lt1"/>
          </a:fillRef>
          <a:effectRef idx="0">
            <a:schemeClr val="accent5"/>
          </a:effectRef>
          <a:fontRef idx="minor">
            <a:schemeClr val="dk1"/>
          </a:fontRef>
        </p:style>
        <p:txBody>
          <a:bodyPr wrap="square">
            <a:spAutoFit/>
          </a:bodyPr>
          <a:lstStyle/>
          <a:p>
            <a:pPr marL="0" indent="0">
              <a:lnSpc>
                <a:spcPct val="90000"/>
              </a:lnSpc>
              <a:buFontTx/>
              <a:buNone/>
              <a:defRPr/>
            </a:pPr>
            <a:r>
              <a:rPr lang="en-GB" altLang="zh-CN" sz="2400" b="1" dirty="0">
                <a:ea typeface="SimSun" panose="02010600030101010101" pitchFamily="2" charset="-122"/>
              </a:rPr>
              <a:t>Corporate political activity: </a:t>
            </a:r>
            <a:r>
              <a:rPr lang="en-GB" altLang="zh-CN" sz="2400" dirty="0">
                <a:ea typeface="SimSun" panose="02010600030101010101" pitchFamily="2" charset="-122"/>
              </a:rPr>
              <a:t>Any business effort to influence government or public policy, including activities such as lobbying, political advertising, financial contributions, legal action and political campaigning.</a:t>
            </a:r>
            <a:endParaRPr lang="en-GB" altLang="zh-CN" sz="2400" b="1" dirty="0">
              <a:ea typeface="SimSun" panose="02010600030101010101" pitchFamily="2" charset="-122"/>
            </a:endParaRPr>
          </a:p>
        </p:txBody>
      </p:sp>
    </p:spTree>
    <p:extLst>
      <p:ext uri="{BB962C8B-B14F-4D97-AF65-F5344CB8AC3E}">
        <p14:creationId xmlns:p14="http://schemas.microsoft.com/office/powerpoint/2010/main" val="1380306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120FA-D997-EC5D-57E8-2C1645BCF81F}"/>
              </a:ext>
            </a:extLst>
          </p:cNvPr>
          <p:cNvSpPr>
            <a:spLocks noGrp="1"/>
          </p:cNvSpPr>
          <p:nvPr>
            <p:ph type="title"/>
          </p:nvPr>
        </p:nvSpPr>
        <p:spPr/>
        <p:txBody>
          <a:bodyPr/>
          <a:lstStyle/>
          <a:p>
            <a:r>
              <a:rPr lang="en-GB" altLang="en-US" dirty="0"/>
              <a:t>Accountability to the public</a:t>
            </a:r>
            <a:endParaRPr lang="en-GB" dirty="0"/>
          </a:p>
        </p:txBody>
      </p:sp>
      <p:sp>
        <p:nvSpPr>
          <p:cNvPr id="3" name="Content Placeholder 2">
            <a:extLst>
              <a:ext uri="{FF2B5EF4-FFF2-40B4-BE49-F238E27FC236}">
                <a16:creationId xmlns:a16="http://schemas.microsoft.com/office/drawing/2014/main" id="{6F09B1DD-70CC-4828-D440-F21013F31B30}"/>
              </a:ext>
            </a:extLst>
          </p:cNvPr>
          <p:cNvSpPr>
            <a:spLocks noGrp="1"/>
          </p:cNvSpPr>
          <p:nvPr>
            <p:ph idx="1"/>
          </p:nvPr>
        </p:nvSpPr>
        <p:spPr/>
        <p:txBody>
          <a:bodyPr>
            <a:normAutofit/>
          </a:bodyPr>
          <a:lstStyle/>
          <a:p>
            <a:r>
              <a:rPr lang="en-GB" altLang="en-US" sz="3200" dirty="0"/>
              <a:t>One may contend that since the government acts as a representative of society’s interests, the public has a right to be informed about governmental decisions with other constituencies (such as business), and be able to determine whether it is acting in its interests or not</a:t>
            </a:r>
          </a:p>
          <a:p>
            <a:r>
              <a:rPr lang="en-GB" altLang="en-US" sz="3200" dirty="0"/>
              <a:t>Although both parties are able to influence each other, the main concerns for business ethics are where </a:t>
            </a:r>
            <a:r>
              <a:rPr lang="en-GB" altLang="en-US" sz="3200" b="1" dirty="0"/>
              <a:t>business has influence on government</a:t>
            </a:r>
            <a:endParaRPr lang="en-GB" altLang="en-US" sz="3200" dirty="0"/>
          </a:p>
          <a:p>
            <a:endParaRPr lang="en-GB" sz="3200" dirty="0"/>
          </a:p>
        </p:txBody>
      </p:sp>
    </p:spTree>
    <p:extLst>
      <p:ext uri="{BB962C8B-B14F-4D97-AF65-F5344CB8AC3E}">
        <p14:creationId xmlns:p14="http://schemas.microsoft.com/office/powerpoint/2010/main" val="2104404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45A4-E7FE-FB4E-1343-7F8653A482D8}"/>
              </a:ext>
            </a:extLst>
          </p:cNvPr>
          <p:cNvSpPr>
            <a:spLocks noGrp="1"/>
          </p:cNvSpPr>
          <p:nvPr>
            <p:ph type="title"/>
          </p:nvPr>
        </p:nvSpPr>
        <p:spPr/>
        <p:txBody>
          <a:bodyPr/>
          <a:lstStyle/>
          <a:p>
            <a:r>
              <a:rPr lang="en-GB" dirty="0"/>
              <a:t>Methods of Influence</a:t>
            </a:r>
          </a:p>
        </p:txBody>
      </p:sp>
      <p:graphicFrame>
        <p:nvGraphicFramePr>
          <p:cNvPr id="4" name="Content Placeholder 3">
            <a:extLst>
              <a:ext uri="{FF2B5EF4-FFF2-40B4-BE49-F238E27FC236}">
                <a16:creationId xmlns:a16="http://schemas.microsoft.com/office/drawing/2014/main" id="{F513BDAD-0CF5-E546-048E-8503A5A77B42}"/>
              </a:ext>
            </a:extLst>
          </p:cNvPr>
          <p:cNvGraphicFramePr>
            <a:graphicFrameLocks noGrp="1"/>
          </p:cNvGraphicFramePr>
          <p:nvPr>
            <p:ph idx="1"/>
            <p:extLst>
              <p:ext uri="{D42A27DB-BD31-4B8C-83A1-F6EECF244321}">
                <p14:modId xmlns:p14="http://schemas.microsoft.com/office/powerpoint/2010/main" val="32556292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629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B90D2-A208-239E-8AE3-D647ED77F2C7}"/>
              </a:ext>
            </a:extLst>
          </p:cNvPr>
          <p:cNvSpPr>
            <a:spLocks noGrp="1"/>
          </p:cNvSpPr>
          <p:nvPr>
            <p:ph type="title"/>
          </p:nvPr>
        </p:nvSpPr>
        <p:spPr/>
        <p:txBody>
          <a:bodyPr/>
          <a:lstStyle/>
          <a:p>
            <a:r>
              <a:rPr lang="en-GB" altLang="en-US" dirty="0"/>
              <a:t>Former president of South Korea jailed</a:t>
            </a:r>
            <a:endParaRPr lang="en-GB" dirty="0"/>
          </a:p>
        </p:txBody>
      </p:sp>
      <p:sp>
        <p:nvSpPr>
          <p:cNvPr id="3" name="Content Placeholder 2">
            <a:extLst>
              <a:ext uri="{FF2B5EF4-FFF2-40B4-BE49-F238E27FC236}">
                <a16:creationId xmlns:a16="http://schemas.microsoft.com/office/drawing/2014/main" id="{15C29326-8BA9-5897-B699-FCEAD9AE5ACA}"/>
              </a:ext>
            </a:extLst>
          </p:cNvPr>
          <p:cNvSpPr>
            <a:spLocks noGrp="1"/>
          </p:cNvSpPr>
          <p:nvPr>
            <p:ph idx="1"/>
          </p:nvPr>
        </p:nvSpPr>
        <p:spPr>
          <a:xfrm>
            <a:off x="5778630" y="1825625"/>
            <a:ext cx="5575169" cy="4351338"/>
          </a:xfrm>
        </p:spPr>
        <p:txBody>
          <a:bodyPr/>
          <a:lstStyle/>
          <a:p>
            <a:pPr marL="0" indent="0">
              <a:buNone/>
            </a:pPr>
            <a:r>
              <a:rPr lang="en-GB" altLang="en-US" sz="2800" dirty="0"/>
              <a:t>Read more at: </a:t>
            </a:r>
          </a:p>
          <a:p>
            <a:pPr marL="0" indent="0">
              <a:buNone/>
            </a:pPr>
            <a:r>
              <a:rPr lang="en-GB" altLang="en-US" sz="2800" dirty="0">
                <a:hlinkClick r:id="rId2"/>
              </a:rPr>
              <a:t>https://www.theguardian.com/world/2018/apr/06/former-south-korea-president-park-geun-hye-guilty-of-corruption</a:t>
            </a:r>
            <a:r>
              <a:rPr lang="en-GB" altLang="en-US" sz="2800" dirty="0"/>
              <a:t> </a:t>
            </a:r>
          </a:p>
          <a:p>
            <a:endParaRPr lang="en-GB" dirty="0"/>
          </a:p>
        </p:txBody>
      </p:sp>
      <p:pic>
        <p:nvPicPr>
          <p:cNvPr id="4" name="Picture 3">
            <a:extLst>
              <a:ext uri="{FF2B5EF4-FFF2-40B4-BE49-F238E27FC236}">
                <a16:creationId xmlns:a16="http://schemas.microsoft.com/office/drawing/2014/main" id="{E4EC7211-2208-CB47-8537-737590D0A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316" y="1690688"/>
            <a:ext cx="4400392" cy="468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6090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0213-E14A-3A1A-3757-295040C001FB}"/>
              </a:ext>
            </a:extLst>
          </p:cNvPr>
          <p:cNvSpPr>
            <a:spLocks noGrp="1"/>
          </p:cNvSpPr>
          <p:nvPr>
            <p:ph type="title"/>
          </p:nvPr>
        </p:nvSpPr>
        <p:spPr/>
        <p:txBody>
          <a:bodyPr/>
          <a:lstStyle/>
          <a:p>
            <a:r>
              <a:rPr lang="en-GB" altLang="en-US" dirty="0"/>
              <a:t>Ethical issues in the context of privatisation and deregulation</a:t>
            </a:r>
            <a:endParaRPr lang="en-GB" dirty="0"/>
          </a:p>
        </p:txBody>
      </p:sp>
      <p:graphicFrame>
        <p:nvGraphicFramePr>
          <p:cNvPr id="4" name="Content Placeholder 3">
            <a:extLst>
              <a:ext uri="{FF2B5EF4-FFF2-40B4-BE49-F238E27FC236}">
                <a16:creationId xmlns:a16="http://schemas.microsoft.com/office/drawing/2014/main" id="{599A4330-A59E-C671-CE8C-AAA0FABE18AF}"/>
              </a:ext>
            </a:extLst>
          </p:cNvPr>
          <p:cNvGraphicFramePr>
            <a:graphicFrameLocks noGrp="1"/>
          </p:cNvGraphicFramePr>
          <p:nvPr>
            <p:ph idx="1"/>
            <p:extLst>
              <p:ext uri="{D42A27DB-BD31-4B8C-83A1-F6EECF244321}">
                <p14:modId xmlns:p14="http://schemas.microsoft.com/office/powerpoint/2010/main" val="38094134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7392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55D4E-81AF-8919-9438-45AE9BEE6688}"/>
              </a:ext>
            </a:extLst>
          </p:cNvPr>
          <p:cNvSpPr>
            <a:spLocks noGrp="1"/>
          </p:cNvSpPr>
          <p:nvPr>
            <p:ph type="title"/>
          </p:nvPr>
        </p:nvSpPr>
        <p:spPr/>
        <p:txBody>
          <a:bodyPr/>
          <a:lstStyle/>
          <a:p>
            <a:r>
              <a:rPr lang="en-GB" altLang="en-US" dirty="0"/>
              <a:t>Globalisation</a:t>
            </a:r>
            <a:endParaRPr lang="en-GB" dirty="0"/>
          </a:p>
        </p:txBody>
      </p:sp>
      <p:sp>
        <p:nvSpPr>
          <p:cNvPr id="3" name="Content Placeholder 2">
            <a:extLst>
              <a:ext uri="{FF2B5EF4-FFF2-40B4-BE49-F238E27FC236}">
                <a16:creationId xmlns:a16="http://schemas.microsoft.com/office/drawing/2014/main" id="{2AF65115-6457-11E7-DAF5-519C3F657512}"/>
              </a:ext>
            </a:extLst>
          </p:cNvPr>
          <p:cNvSpPr>
            <a:spLocks noGrp="1"/>
          </p:cNvSpPr>
          <p:nvPr>
            <p:ph idx="1"/>
          </p:nvPr>
        </p:nvSpPr>
        <p:spPr/>
        <p:txBody>
          <a:bodyPr>
            <a:normAutofit fontScale="92500"/>
          </a:bodyPr>
          <a:lstStyle/>
          <a:p>
            <a:r>
              <a:rPr lang="en-GB" altLang="en-US" sz="3200" dirty="0"/>
              <a:t>When globalisation </a:t>
            </a:r>
            <a:r>
              <a:rPr lang="en-GB" altLang="en-US" sz="3200" dirty="0" err="1"/>
              <a:t>deterritorializes</a:t>
            </a:r>
            <a:r>
              <a:rPr lang="en-GB" altLang="en-US" sz="3200" dirty="0"/>
              <a:t> social, economic, and political action, the significance of these nation states is weakened.</a:t>
            </a:r>
          </a:p>
          <a:p>
            <a:pPr lvl="1"/>
            <a:r>
              <a:rPr lang="en-GB" altLang="en-US" sz="2800" dirty="0"/>
              <a:t>On a global level, corporations assume a more dominant role while governments – bound by their confinement to territorial boundaries – have only limited influence beyond national boundaries</a:t>
            </a:r>
          </a:p>
          <a:p>
            <a:pPr marL="457200" lvl="1" indent="0">
              <a:buNone/>
            </a:pPr>
            <a:endParaRPr lang="en-GB" altLang="en-US" sz="2800" dirty="0"/>
          </a:p>
          <a:p>
            <a:r>
              <a:rPr lang="en-GB" altLang="en-US" sz="3200" dirty="0"/>
              <a:t>Business-government relations in international trade regimes</a:t>
            </a:r>
          </a:p>
          <a:p>
            <a:pPr lvl="1"/>
            <a:r>
              <a:rPr lang="en-GB" altLang="en-US" sz="2800" dirty="0"/>
              <a:t>Global players: WTO or World Bank</a:t>
            </a:r>
          </a:p>
          <a:p>
            <a:pPr lvl="1"/>
            <a:r>
              <a:rPr lang="en-GB" altLang="en-US" sz="2800" dirty="0"/>
              <a:t>Regional bodies: EU, NAFTA, ASEAN</a:t>
            </a:r>
          </a:p>
          <a:p>
            <a:pPr lvl="1"/>
            <a:endParaRPr lang="en-GB" altLang="en-US" sz="2000" dirty="0"/>
          </a:p>
          <a:p>
            <a:endParaRPr lang="en-GB" dirty="0"/>
          </a:p>
        </p:txBody>
      </p:sp>
    </p:spTree>
    <p:extLst>
      <p:ext uri="{BB962C8B-B14F-4D97-AF65-F5344CB8AC3E}">
        <p14:creationId xmlns:p14="http://schemas.microsoft.com/office/powerpoint/2010/main" val="398133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1A7F-EF8B-8DAC-0FD3-580C2A86955C}"/>
              </a:ext>
            </a:extLst>
          </p:cNvPr>
          <p:cNvSpPr>
            <a:spLocks noGrp="1"/>
          </p:cNvSpPr>
          <p:nvPr>
            <p:ph type="title"/>
          </p:nvPr>
        </p:nvSpPr>
        <p:spPr/>
        <p:txBody>
          <a:bodyPr/>
          <a:lstStyle/>
          <a:p>
            <a:r>
              <a:rPr lang="en-GB" altLang="en-US" sz="4400" dirty="0"/>
              <a:t>Business as key player in the regulatory game</a:t>
            </a:r>
            <a:endParaRPr lang="en-GB" dirty="0"/>
          </a:p>
        </p:txBody>
      </p:sp>
      <p:sp>
        <p:nvSpPr>
          <p:cNvPr id="3" name="Content Placeholder 2">
            <a:extLst>
              <a:ext uri="{FF2B5EF4-FFF2-40B4-BE49-F238E27FC236}">
                <a16:creationId xmlns:a16="http://schemas.microsoft.com/office/drawing/2014/main" id="{9F92FBE5-3348-859A-1106-2C3D69CAEB3B}"/>
              </a:ext>
            </a:extLst>
          </p:cNvPr>
          <p:cNvSpPr>
            <a:spLocks noGrp="1"/>
          </p:cNvSpPr>
          <p:nvPr>
            <p:ph idx="1"/>
          </p:nvPr>
        </p:nvSpPr>
        <p:spPr/>
        <p:txBody>
          <a:bodyPr>
            <a:normAutofit/>
          </a:bodyPr>
          <a:lstStyle/>
          <a:p>
            <a:r>
              <a:rPr lang="en-GB" altLang="en-US" sz="3600" dirty="0"/>
              <a:t>Debate over how to improve rulemaking</a:t>
            </a:r>
          </a:p>
          <a:p>
            <a:pPr>
              <a:lnSpc>
                <a:spcPct val="90000"/>
              </a:lnSpc>
            </a:pPr>
            <a:r>
              <a:rPr lang="en-GB" altLang="en-US" sz="3600" dirty="0"/>
              <a:t>Self-regulation</a:t>
            </a:r>
          </a:p>
          <a:p>
            <a:pPr lvl="1"/>
            <a:r>
              <a:rPr lang="en-GB" altLang="en-US" sz="3200" dirty="0"/>
              <a:t>Collective agreements by sectors of industry</a:t>
            </a:r>
          </a:p>
          <a:p>
            <a:pPr lvl="1"/>
            <a:r>
              <a:rPr lang="en-GB" altLang="en-US" sz="3200" dirty="0"/>
              <a:t>Certification by International Standards Organisation, e.g. ISO 14000s (Environmental Management) and ISO 26000s (Social Responsibility)</a:t>
            </a:r>
            <a:endParaRPr lang="en-GB" sz="3600" dirty="0"/>
          </a:p>
        </p:txBody>
      </p:sp>
    </p:spTree>
    <p:extLst>
      <p:ext uri="{BB962C8B-B14F-4D97-AF65-F5344CB8AC3E}">
        <p14:creationId xmlns:p14="http://schemas.microsoft.com/office/powerpoint/2010/main" val="2421190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55CE-C341-BA0B-BF13-598DB2681D03}"/>
              </a:ext>
            </a:extLst>
          </p:cNvPr>
          <p:cNvSpPr>
            <a:spLocks noGrp="1"/>
          </p:cNvSpPr>
          <p:nvPr>
            <p:ph type="title"/>
          </p:nvPr>
        </p:nvSpPr>
        <p:spPr/>
        <p:txBody>
          <a:bodyPr/>
          <a:lstStyle/>
          <a:p>
            <a:r>
              <a:rPr lang="en-GB" altLang="en-US" sz="4400" dirty="0">
                <a:cs typeface="Arial" panose="020B0604020202020204" pitchFamily="34" charset="0"/>
              </a:rPr>
              <a:t>Government and Corporate Sustainability</a:t>
            </a:r>
            <a:endParaRPr lang="en-GB" dirty="0"/>
          </a:p>
        </p:txBody>
      </p:sp>
      <p:sp>
        <p:nvSpPr>
          <p:cNvPr id="3" name="Content Placeholder 2">
            <a:extLst>
              <a:ext uri="{FF2B5EF4-FFF2-40B4-BE49-F238E27FC236}">
                <a16:creationId xmlns:a16="http://schemas.microsoft.com/office/drawing/2014/main" id="{F1B1CB99-EF3A-3ED9-D3C7-E6BD0A32FBEA}"/>
              </a:ext>
            </a:extLst>
          </p:cNvPr>
          <p:cNvSpPr>
            <a:spLocks noGrp="1"/>
          </p:cNvSpPr>
          <p:nvPr>
            <p:ph idx="1"/>
          </p:nvPr>
        </p:nvSpPr>
        <p:spPr/>
        <p:txBody>
          <a:bodyPr/>
          <a:lstStyle/>
          <a:p>
            <a:pPr>
              <a:lnSpc>
                <a:spcPct val="90000"/>
              </a:lnSpc>
            </a:pPr>
            <a:r>
              <a:rPr lang="en-GB" altLang="en-US" sz="3600" dirty="0"/>
              <a:t>The debate on climate change regulation has been a key political arena of sustainability</a:t>
            </a:r>
          </a:p>
          <a:p>
            <a:pPr>
              <a:lnSpc>
                <a:spcPct val="90000"/>
              </a:lnSpc>
            </a:pPr>
            <a:r>
              <a:rPr lang="en-GB" altLang="en-US" sz="3600" dirty="0"/>
              <a:t>CO</a:t>
            </a:r>
            <a:r>
              <a:rPr lang="en-GB" altLang="en-US" sz="3600" baseline="-25000" dirty="0"/>
              <a:t>2</a:t>
            </a:r>
            <a:r>
              <a:rPr lang="en-GB" altLang="en-US" sz="3600" dirty="0"/>
              <a:t> reductions represent a big threat for some industries</a:t>
            </a:r>
          </a:p>
          <a:p>
            <a:pPr lvl="2"/>
            <a:r>
              <a:rPr lang="en-GB" altLang="en-US" sz="3200" dirty="0"/>
              <a:t>In Australia, Canada, USA, lobbying was against action</a:t>
            </a:r>
          </a:p>
          <a:p>
            <a:pPr>
              <a:lnSpc>
                <a:spcPct val="90000"/>
              </a:lnSpc>
            </a:pPr>
            <a:r>
              <a:rPr lang="en-GB" altLang="en-US" sz="3600" dirty="0"/>
              <a:t>Global supply of food and water is another key issue</a:t>
            </a:r>
          </a:p>
          <a:p>
            <a:pPr lvl="2"/>
            <a:r>
              <a:rPr lang="en-GB" altLang="en-US" sz="3200" dirty="0"/>
              <a:t>Bolivian example of ethical issues in water privatization</a:t>
            </a:r>
          </a:p>
          <a:p>
            <a:endParaRPr lang="en-GB" dirty="0"/>
          </a:p>
        </p:txBody>
      </p:sp>
    </p:spTree>
    <p:extLst>
      <p:ext uri="{BB962C8B-B14F-4D97-AF65-F5344CB8AC3E}">
        <p14:creationId xmlns:p14="http://schemas.microsoft.com/office/powerpoint/2010/main" val="1381052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1547</Words>
  <Application>Microsoft Macintosh PowerPoint</Application>
  <PresentationFormat>Widescreen</PresentationFormat>
  <Paragraphs>228</Paragraphs>
  <Slides>29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ＭＳ Ｐゴシック</vt:lpstr>
      <vt:lpstr>SimSun</vt:lpstr>
      <vt:lpstr>Arial</vt:lpstr>
      <vt:lpstr>Calibri</vt:lpstr>
      <vt:lpstr>Calibri Light</vt:lpstr>
      <vt:lpstr>Office Theme</vt:lpstr>
      <vt:lpstr>FA565 Business Ethics and Corporate Governance</vt:lpstr>
      <vt:lpstr>Civil Society</vt:lpstr>
      <vt:lpstr>Civil Society as ‘third sector’</vt:lpstr>
      <vt:lpstr>Civil Society Organisations</vt:lpstr>
      <vt:lpstr>CSO Characteristics</vt:lpstr>
      <vt:lpstr>Civil Society Organisations as Stakeholders</vt:lpstr>
      <vt:lpstr>Ethical Issues of Civil Society Organisations</vt:lpstr>
      <vt:lpstr>CSO Tactics</vt:lpstr>
      <vt:lpstr>Regulations on boycotts</vt:lpstr>
      <vt:lpstr>CSO Accountability - Stakeholders</vt:lpstr>
      <vt:lpstr>CSO Accountability</vt:lpstr>
      <vt:lpstr>‘Global Standard for CSO Accountability’</vt:lpstr>
      <vt:lpstr>Globalisation and Civil Society Organisations</vt:lpstr>
      <vt:lpstr>Businesses &amp; CSOs working together</vt:lpstr>
      <vt:lpstr>Civil Regulation</vt:lpstr>
      <vt:lpstr>Civil Society, Business, and Sustainability</vt:lpstr>
      <vt:lpstr>Government &amp; Regulation</vt:lpstr>
      <vt:lpstr>Government as a Stakeholder of Business</vt:lpstr>
      <vt:lpstr>Government as a representative of citizens’ interests</vt:lpstr>
      <vt:lpstr>Government as an actor (or group of actors) with interests of its own</vt:lpstr>
      <vt:lpstr>Identifying the basic problems and issues:  legitimacy, accountability and modes of influence</vt:lpstr>
      <vt:lpstr>Legitimacy of Business Influence</vt:lpstr>
      <vt:lpstr>Accountability to the public</vt:lpstr>
      <vt:lpstr>Methods of Influence</vt:lpstr>
      <vt:lpstr>Former president of South Korea jailed</vt:lpstr>
      <vt:lpstr>Ethical issues in the context of privatisation and deregulation</vt:lpstr>
      <vt:lpstr>Globalisation</vt:lpstr>
      <vt:lpstr>Business as key player in the regulatory game</vt:lpstr>
      <vt:lpstr>Government and Corporate Sustainability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FA565 Business Ethics and Corporate Governance</dc:title>
  <dc:creator>Ali Hepburn</dc:creator>
  <cp:lastModifiedBy>Mark Elliot</cp:lastModifiedBy>
  <cp:revision>3</cp:revision>
  <dcterms:created xsi:type="dcterms:W3CDTF">2022-07-22T15:43:53Z</dcterms:created>
  <dcterms:modified xsi:type="dcterms:W3CDTF">2026-03-10T11:04:05Z</dcterms:modified>
</cp:coreProperties>
</file>