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04" r:id="rId2"/>
    <p:sldId id="258" r:id="rId3"/>
    <p:sldId id="306" r:id="rId4"/>
    <p:sldId id="319" r:id="rId5"/>
    <p:sldId id="259" r:id="rId6"/>
    <p:sldId id="260" r:id="rId7"/>
    <p:sldId id="261" r:id="rId8"/>
    <p:sldId id="263" r:id="rId9"/>
    <p:sldId id="308" r:id="rId10"/>
    <p:sldId id="309" r:id="rId11"/>
    <p:sldId id="264" r:id="rId12"/>
    <p:sldId id="265" r:id="rId13"/>
    <p:sldId id="266" r:id="rId14"/>
    <p:sldId id="307" r:id="rId15"/>
    <p:sldId id="320" r:id="rId16"/>
    <p:sldId id="268" r:id="rId17"/>
    <p:sldId id="269" r:id="rId18"/>
    <p:sldId id="311" r:id="rId19"/>
    <p:sldId id="312" r:id="rId20"/>
    <p:sldId id="270" r:id="rId21"/>
    <p:sldId id="267" r:id="rId22"/>
    <p:sldId id="31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313" r:id="rId32"/>
    <p:sldId id="314" r:id="rId33"/>
    <p:sldId id="316" r:id="rId34"/>
    <p:sldId id="317" r:id="rId35"/>
    <p:sldId id="318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A831BD8-D4D9-4BD4-AE26-9DE115CB6A5D}">
          <p14:sldIdLst>
            <p14:sldId id="304"/>
            <p14:sldId id="258"/>
          </p14:sldIdLst>
        </p14:section>
        <p14:section name="Shareholders" id="{8A48741B-0B42-42F4-AA75-A6750A4E0BC2}">
          <p14:sldIdLst>
            <p14:sldId id="306"/>
            <p14:sldId id="319"/>
            <p14:sldId id="259"/>
            <p14:sldId id="260"/>
            <p14:sldId id="261"/>
            <p14:sldId id="263"/>
            <p14:sldId id="308"/>
            <p14:sldId id="309"/>
            <p14:sldId id="264"/>
            <p14:sldId id="265"/>
            <p14:sldId id="266"/>
          </p14:sldIdLst>
        </p14:section>
        <p14:section name="Employees" id="{A8FD4734-7D9A-48DF-9868-C7962B9581E2}">
          <p14:sldIdLst>
            <p14:sldId id="307"/>
            <p14:sldId id="320"/>
            <p14:sldId id="268"/>
            <p14:sldId id="269"/>
            <p14:sldId id="311"/>
            <p14:sldId id="312"/>
            <p14:sldId id="270"/>
            <p14:sldId id="267"/>
            <p14:sldId id="31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Case Study - Football Clubs" id="{054786CB-C8A1-4274-8247-1E194E5BA12A}">
          <p14:sldIdLst>
            <p14:sldId id="313"/>
            <p14:sldId id="314"/>
            <p14:sldId id="316"/>
            <p14:sldId id="317"/>
            <p14:sldId id="31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E53998-B8E2-441B-B7FB-3CE44F6A7F8C}" v="1" dt="2024-02-27T12:05:32.4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5479" autoAdjust="0"/>
  </p:normalViewPr>
  <p:slideViewPr>
    <p:cSldViewPr snapToGrid="0">
      <p:cViewPr varScale="1">
        <p:scale>
          <a:sx n="94" d="100"/>
          <a:sy n="94" d="100"/>
        </p:scale>
        <p:origin x="1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Hepburn" userId="4e8e14d8-d579-466d-803b-afb427748fed" providerId="ADAL" clId="{7D41FAB5-6750-46D8-A36E-B29CC110B606}"/>
    <pc:docChg chg="addSld modSld modSection">
      <pc:chgData name="Ali Hepburn" userId="4e8e14d8-d579-466d-803b-afb427748fed" providerId="ADAL" clId="{7D41FAB5-6750-46D8-A36E-B29CC110B606}" dt="2023-06-20T17:46:19.549" v="270" actId="20577"/>
      <pc:docMkLst>
        <pc:docMk/>
      </pc:docMkLst>
      <pc:sldChg chg="modSp mod">
        <pc:chgData name="Ali Hepburn" userId="4e8e14d8-d579-466d-803b-afb427748fed" providerId="ADAL" clId="{7D41FAB5-6750-46D8-A36E-B29CC110B606}" dt="2023-06-20T17:45:25.097" v="1" actId="20577"/>
        <pc:sldMkLst>
          <pc:docMk/>
          <pc:sldMk cId="2002770558" sldId="304"/>
        </pc:sldMkLst>
        <pc:spChg chg="mod">
          <ac:chgData name="Ali Hepburn" userId="4e8e14d8-d579-466d-803b-afb427748fed" providerId="ADAL" clId="{7D41FAB5-6750-46D8-A36E-B29CC110B606}" dt="2023-06-20T17:45:25.097" v="1" actId="20577"/>
          <ac:spMkLst>
            <pc:docMk/>
            <pc:sldMk cId="2002770558" sldId="304"/>
            <ac:spMk id="3" creationId="{50F051FA-2D04-CB9B-D1B4-FD9A1BBBEE71}"/>
          </ac:spMkLst>
        </pc:spChg>
      </pc:sldChg>
      <pc:sldChg chg="modSp new mod">
        <pc:chgData name="Ali Hepburn" userId="4e8e14d8-d579-466d-803b-afb427748fed" providerId="ADAL" clId="{7D41FAB5-6750-46D8-A36E-B29CC110B606}" dt="2023-06-20T17:46:19.549" v="270" actId="20577"/>
        <pc:sldMkLst>
          <pc:docMk/>
          <pc:sldMk cId="2127300158" sldId="318"/>
        </pc:sldMkLst>
        <pc:spChg chg="mod">
          <ac:chgData name="Ali Hepburn" userId="4e8e14d8-d579-466d-803b-afb427748fed" providerId="ADAL" clId="{7D41FAB5-6750-46D8-A36E-B29CC110B606}" dt="2023-06-20T17:45:37.338" v="11" actId="20577"/>
          <ac:spMkLst>
            <pc:docMk/>
            <pc:sldMk cId="2127300158" sldId="318"/>
            <ac:spMk id="2" creationId="{96E6BD91-5523-4511-DC7B-3AD5531F9995}"/>
          </ac:spMkLst>
        </pc:spChg>
        <pc:spChg chg="mod">
          <ac:chgData name="Ali Hepburn" userId="4e8e14d8-d579-466d-803b-afb427748fed" providerId="ADAL" clId="{7D41FAB5-6750-46D8-A36E-B29CC110B606}" dt="2023-06-20T17:46:19.549" v="270" actId="20577"/>
          <ac:spMkLst>
            <pc:docMk/>
            <pc:sldMk cId="2127300158" sldId="318"/>
            <ac:spMk id="3" creationId="{496F422B-82BF-11D1-2E88-824883068F8C}"/>
          </ac:spMkLst>
        </pc:spChg>
      </pc:sldChg>
    </pc:docChg>
  </pc:docChgLst>
  <pc:docChgLst>
    <pc:chgData name="Ali Hepburn" userId="4e8e14d8-d579-466d-803b-afb427748fed" providerId="ADAL" clId="{3DF79A94-3F4D-41FB-BB0E-C339E3E07061}"/>
    <pc:docChg chg="undo custSel addSld delSld modSld sldOrd addSection modSection">
      <pc:chgData name="Ali Hepburn" userId="4e8e14d8-d579-466d-803b-afb427748fed" providerId="ADAL" clId="{3DF79A94-3F4D-41FB-BB0E-C339E3E07061}" dt="2022-10-24T20:23:04.333" v="3811" actId="403"/>
      <pc:docMkLst>
        <pc:docMk/>
      </pc:docMkLst>
      <pc:sldChg chg="addSp delSp modSp mod">
        <pc:chgData name="Ali Hepburn" userId="4e8e14d8-d579-466d-803b-afb427748fed" providerId="ADAL" clId="{3DF79A94-3F4D-41FB-BB0E-C339E3E07061}" dt="2022-10-24T18:44:49.994" v="56" actId="12100"/>
        <pc:sldMkLst>
          <pc:docMk/>
          <pc:sldMk cId="453076385" sldId="259"/>
        </pc:sldMkLst>
        <pc:spChg chg="del mod">
          <ac:chgData name="Ali Hepburn" userId="4e8e14d8-d579-466d-803b-afb427748fed" providerId="ADAL" clId="{3DF79A94-3F4D-41FB-BB0E-C339E3E07061}" dt="2022-10-24T18:32:34.423" v="24" actId="478"/>
          <ac:spMkLst>
            <pc:docMk/>
            <pc:sldMk cId="453076385" sldId="259"/>
            <ac:spMk id="3" creationId="{1D84D2E4-64B7-39F1-EE27-C5BD0671CD53}"/>
          </ac:spMkLst>
        </pc:spChg>
        <pc:graphicFrameChg chg="add mod modGraphic">
          <ac:chgData name="Ali Hepburn" userId="4e8e14d8-d579-466d-803b-afb427748fed" providerId="ADAL" clId="{3DF79A94-3F4D-41FB-BB0E-C339E3E07061}" dt="2022-10-24T18:44:49.994" v="56" actId="12100"/>
          <ac:graphicFrameMkLst>
            <pc:docMk/>
            <pc:sldMk cId="453076385" sldId="259"/>
            <ac:graphicFrameMk id="4" creationId="{770289F6-F7B0-7109-80A4-998D1731599E}"/>
          </ac:graphicFrameMkLst>
        </pc:graphicFrameChg>
      </pc:sldChg>
      <pc:sldChg chg="addSp delSp modSp mod">
        <pc:chgData name="Ali Hepburn" userId="4e8e14d8-d579-466d-803b-afb427748fed" providerId="ADAL" clId="{3DF79A94-3F4D-41FB-BB0E-C339E3E07061}" dt="2022-10-24T19:16:57.255" v="808" actId="122"/>
        <pc:sldMkLst>
          <pc:docMk/>
          <pc:sldMk cId="3568584855" sldId="260"/>
        </pc:sldMkLst>
        <pc:spChg chg="mod">
          <ac:chgData name="Ali Hepburn" userId="4e8e14d8-d579-466d-803b-afb427748fed" providerId="ADAL" clId="{3DF79A94-3F4D-41FB-BB0E-C339E3E07061}" dt="2022-10-24T18:51:46.753" v="77" actId="20577"/>
          <ac:spMkLst>
            <pc:docMk/>
            <pc:sldMk cId="3568584855" sldId="260"/>
            <ac:spMk id="2" creationId="{BA2EAB0D-4FA2-7DDB-F4D5-AEDBE3E1C830}"/>
          </ac:spMkLst>
        </pc:spChg>
        <pc:spChg chg="del">
          <ac:chgData name="Ali Hepburn" userId="4e8e14d8-d579-466d-803b-afb427748fed" providerId="ADAL" clId="{3DF79A94-3F4D-41FB-BB0E-C339E3E07061}" dt="2022-10-24T18:51:44.618" v="73" actId="478"/>
          <ac:spMkLst>
            <pc:docMk/>
            <pc:sldMk cId="3568584855" sldId="260"/>
            <ac:spMk id="4" creationId="{679A4CF1-6E1D-FF03-5108-5A5B3ED4B076}"/>
          </ac:spMkLst>
        </pc:spChg>
        <pc:spChg chg="del">
          <ac:chgData name="Ali Hepburn" userId="4e8e14d8-d579-466d-803b-afb427748fed" providerId="ADAL" clId="{3DF79A94-3F4D-41FB-BB0E-C339E3E07061}" dt="2022-10-24T18:51:44.618" v="73" actId="478"/>
          <ac:spMkLst>
            <pc:docMk/>
            <pc:sldMk cId="3568584855" sldId="260"/>
            <ac:spMk id="5" creationId="{462E18FF-15EA-4A58-6422-3CE5F7606138}"/>
          </ac:spMkLst>
        </pc:spChg>
        <pc:spChg chg="del">
          <ac:chgData name="Ali Hepburn" userId="4e8e14d8-d579-466d-803b-afb427748fed" providerId="ADAL" clId="{3DF79A94-3F4D-41FB-BB0E-C339E3E07061}" dt="2022-10-24T18:51:44.618" v="73" actId="478"/>
          <ac:spMkLst>
            <pc:docMk/>
            <pc:sldMk cId="3568584855" sldId="260"/>
            <ac:spMk id="6" creationId="{1A724FA7-49E6-A957-47DC-D7111BEF753B}"/>
          </ac:spMkLst>
        </pc:spChg>
        <pc:spChg chg="del">
          <ac:chgData name="Ali Hepburn" userId="4e8e14d8-d579-466d-803b-afb427748fed" providerId="ADAL" clId="{3DF79A94-3F4D-41FB-BB0E-C339E3E07061}" dt="2022-10-24T18:51:44.618" v="73" actId="478"/>
          <ac:spMkLst>
            <pc:docMk/>
            <pc:sldMk cId="3568584855" sldId="260"/>
            <ac:spMk id="7" creationId="{D66ADEBD-6DA7-F0E4-109E-C57A24B1C4F9}"/>
          </ac:spMkLst>
        </pc:spChg>
        <pc:spChg chg="del">
          <ac:chgData name="Ali Hepburn" userId="4e8e14d8-d579-466d-803b-afb427748fed" providerId="ADAL" clId="{3DF79A94-3F4D-41FB-BB0E-C339E3E07061}" dt="2022-10-24T18:51:40.465" v="72" actId="478"/>
          <ac:spMkLst>
            <pc:docMk/>
            <pc:sldMk cId="3568584855" sldId="260"/>
            <ac:spMk id="8" creationId="{53DBBDDE-9F54-A0CE-164D-9C8F99FA4A33}"/>
          </ac:spMkLst>
        </pc:spChg>
        <pc:spChg chg="del">
          <ac:chgData name="Ali Hepburn" userId="4e8e14d8-d579-466d-803b-afb427748fed" providerId="ADAL" clId="{3DF79A94-3F4D-41FB-BB0E-C339E3E07061}" dt="2022-10-24T18:51:44.618" v="73" actId="478"/>
          <ac:spMkLst>
            <pc:docMk/>
            <pc:sldMk cId="3568584855" sldId="260"/>
            <ac:spMk id="9" creationId="{1B5C9C50-282E-8F31-F7AA-F20A37C2A257}"/>
          </ac:spMkLst>
        </pc:spChg>
        <pc:spChg chg="del">
          <ac:chgData name="Ali Hepburn" userId="4e8e14d8-d579-466d-803b-afb427748fed" providerId="ADAL" clId="{3DF79A94-3F4D-41FB-BB0E-C339E3E07061}" dt="2022-10-24T18:51:36.952" v="71" actId="478"/>
          <ac:spMkLst>
            <pc:docMk/>
            <pc:sldMk cId="3568584855" sldId="260"/>
            <ac:spMk id="10" creationId="{6869AA56-9DE3-AD11-325B-84C54761D08A}"/>
          </ac:spMkLst>
        </pc:spChg>
        <pc:spChg chg="mod topLvl">
          <ac:chgData name="Ali Hepburn" userId="4e8e14d8-d579-466d-803b-afb427748fed" providerId="ADAL" clId="{3DF79A94-3F4D-41FB-BB0E-C339E3E07061}" dt="2022-10-24T18:59:18.753" v="464" actId="1076"/>
          <ac:spMkLst>
            <pc:docMk/>
            <pc:sldMk cId="3568584855" sldId="260"/>
            <ac:spMk id="12" creationId="{40D19834-F3B3-E28A-43DE-9651C8096A9F}"/>
          </ac:spMkLst>
        </pc:spChg>
        <pc:spChg chg="mod topLvl">
          <ac:chgData name="Ali Hepburn" userId="4e8e14d8-d579-466d-803b-afb427748fed" providerId="ADAL" clId="{3DF79A94-3F4D-41FB-BB0E-C339E3E07061}" dt="2022-10-24T18:53:11.036" v="89" actId="165"/>
          <ac:spMkLst>
            <pc:docMk/>
            <pc:sldMk cId="3568584855" sldId="260"/>
            <ac:spMk id="13" creationId="{4A50F917-C8DE-D485-8DFD-662A7ADDEB7E}"/>
          </ac:spMkLst>
        </pc:spChg>
        <pc:spChg chg="mod topLvl">
          <ac:chgData name="Ali Hepburn" userId="4e8e14d8-d579-466d-803b-afb427748fed" providerId="ADAL" clId="{3DF79A94-3F4D-41FB-BB0E-C339E3E07061}" dt="2022-10-24T18:55:16.437" v="185" actId="14100"/>
          <ac:spMkLst>
            <pc:docMk/>
            <pc:sldMk cId="3568584855" sldId="260"/>
            <ac:spMk id="14" creationId="{F0D1389A-C096-03D3-093E-CC5E75BC5BAD}"/>
          </ac:spMkLst>
        </pc:spChg>
        <pc:spChg chg="mod topLvl">
          <ac:chgData name="Ali Hepburn" userId="4e8e14d8-d579-466d-803b-afb427748fed" providerId="ADAL" clId="{3DF79A94-3F4D-41FB-BB0E-C339E3E07061}" dt="2022-10-24T18:53:11.036" v="89" actId="165"/>
          <ac:spMkLst>
            <pc:docMk/>
            <pc:sldMk cId="3568584855" sldId="260"/>
            <ac:spMk id="15" creationId="{EDFED0F7-773B-C18A-388C-64A88DE297D8}"/>
          </ac:spMkLst>
        </pc:spChg>
        <pc:spChg chg="add del mod">
          <ac:chgData name="Ali Hepburn" userId="4e8e14d8-d579-466d-803b-afb427748fed" providerId="ADAL" clId="{3DF79A94-3F4D-41FB-BB0E-C339E3E07061}" dt="2022-10-24T18:56:36.644" v="279"/>
          <ac:spMkLst>
            <pc:docMk/>
            <pc:sldMk cId="3568584855" sldId="260"/>
            <ac:spMk id="17" creationId="{D3EC0C54-8020-2842-4ED5-5AEC5C00CED8}"/>
          </ac:spMkLst>
        </pc:spChg>
        <pc:spChg chg="add mod">
          <ac:chgData name="Ali Hepburn" userId="4e8e14d8-d579-466d-803b-afb427748fed" providerId="ADAL" clId="{3DF79A94-3F4D-41FB-BB0E-C339E3E07061}" dt="2022-10-24T19:14:28.293" v="507" actId="164"/>
          <ac:spMkLst>
            <pc:docMk/>
            <pc:sldMk cId="3568584855" sldId="260"/>
            <ac:spMk id="18" creationId="{88A40FEF-E4F6-A3EF-C8BA-09A194E685C8}"/>
          </ac:spMkLst>
        </pc:spChg>
        <pc:spChg chg="add mod">
          <ac:chgData name="Ali Hepburn" userId="4e8e14d8-d579-466d-803b-afb427748fed" providerId="ADAL" clId="{3DF79A94-3F4D-41FB-BB0E-C339E3E07061}" dt="2022-10-24T19:14:28.293" v="507" actId="164"/>
          <ac:spMkLst>
            <pc:docMk/>
            <pc:sldMk cId="3568584855" sldId="260"/>
            <ac:spMk id="19" creationId="{B3DA75D3-299E-938D-D7E8-C5D26AE50F8D}"/>
          </ac:spMkLst>
        </pc:spChg>
        <pc:spChg chg="add mod">
          <ac:chgData name="Ali Hepburn" userId="4e8e14d8-d579-466d-803b-afb427748fed" providerId="ADAL" clId="{3DF79A94-3F4D-41FB-BB0E-C339E3E07061}" dt="2022-10-24T19:14:28.293" v="507" actId="164"/>
          <ac:spMkLst>
            <pc:docMk/>
            <pc:sldMk cId="3568584855" sldId="260"/>
            <ac:spMk id="20" creationId="{DE00B74F-8678-648A-5C9A-20B4E42F1A73}"/>
          </ac:spMkLst>
        </pc:spChg>
        <pc:spChg chg="add mod">
          <ac:chgData name="Ali Hepburn" userId="4e8e14d8-d579-466d-803b-afb427748fed" providerId="ADAL" clId="{3DF79A94-3F4D-41FB-BB0E-C339E3E07061}" dt="2022-10-24T19:14:28.293" v="507" actId="164"/>
          <ac:spMkLst>
            <pc:docMk/>
            <pc:sldMk cId="3568584855" sldId="260"/>
            <ac:spMk id="21" creationId="{48EFBED3-53CE-3AC9-5870-2FF0D7206C05}"/>
          </ac:spMkLst>
        </pc:spChg>
        <pc:spChg chg="add mod">
          <ac:chgData name="Ali Hepburn" userId="4e8e14d8-d579-466d-803b-afb427748fed" providerId="ADAL" clId="{3DF79A94-3F4D-41FB-BB0E-C339E3E07061}" dt="2022-10-24T19:16:57.255" v="808" actId="122"/>
          <ac:spMkLst>
            <pc:docMk/>
            <pc:sldMk cId="3568584855" sldId="260"/>
            <ac:spMk id="23" creationId="{26DFE742-4578-FAC0-EE4C-D074EBC9A320}"/>
          </ac:spMkLst>
        </pc:spChg>
        <pc:grpChg chg="del mod">
          <ac:chgData name="Ali Hepburn" userId="4e8e14d8-d579-466d-803b-afb427748fed" providerId="ADAL" clId="{3DF79A94-3F4D-41FB-BB0E-C339E3E07061}" dt="2022-10-24T18:53:11.036" v="89" actId="165"/>
          <ac:grpSpMkLst>
            <pc:docMk/>
            <pc:sldMk cId="3568584855" sldId="260"/>
            <ac:grpSpMk id="11" creationId="{0EE38F4A-81E1-A289-AC63-981BE5083EDF}"/>
          </ac:grpSpMkLst>
        </pc:grpChg>
        <pc:grpChg chg="add mod">
          <ac:chgData name="Ali Hepburn" userId="4e8e14d8-d579-466d-803b-afb427748fed" providerId="ADAL" clId="{3DF79A94-3F4D-41FB-BB0E-C339E3E07061}" dt="2022-10-24T19:14:28.293" v="507" actId="164"/>
          <ac:grpSpMkLst>
            <pc:docMk/>
            <pc:sldMk cId="3568584855" sldId="260"/>
            <ac:grpSpMk id="16" creationId="{746EC87B-779D-11AD-5E57-2C04145522FA}"/>
          </ac:grpSpMkLst>
        </pc:grpChg>
        <pc:grpChg chg="add mod">
          <ac:chgData name="Ali Hepburn" userId="4e8e14d8-d579-466d-803b-afb427748fed" providerId="ADAL" clId="{3DF79A94-3F4D-41FB-BB0E-C339E3E07061}" dt="2022-10-24T19:14:36.470" v="508" actId="1076"/>
          <ac:grpSpMkLst>
            <pc:docMk/>
            <pc:sldMk cId="3568584855" sldId="260"/>
            <ac:grpSpMk id="22" creationId="{9C81D841-CA15-80E8-C0A2-ECF58F910B0B}"/>
          </ac:grpSpMkLst>
        </pc:grpChg>
        <pc:graphicFrameChg chg="add del mod modGraphic">
          <ac:chgData name="Ali Hepburn" userId="4e8e14d8-d579-466d-803b-afb427748fed" providerId="ADAL" clId="{3DF79A94-3F4D-41FB-BB0E-C339E3E07061}" dt="2022-10-24T18:53:01.149" v="86" actId="18245"/>
          <ac:graphicFrameMkLst>
            <pc:docMk/>
            <pc:sldMk cId="3568584855" sldId="260"/>
            <ac:graphicFrameMk id="3" creationId="{88B084F5-C962-79E3-77C5-6BE4A7C41CD5}"/>
          </ac:graphicFrameMkLst>
        </pc:graphicFrameChg>
      </pc:sldChg>
      <pc:sldChg chg="addSp delSp modSp mod">
        <pc:chgData name="Ali Hepburn" userId="4e8e14d8-d579-466d-803b-afb427748fed" providerId="ADAL" clId="{3DF79A94-3F4D-41FB-BB0E-C339E3E07061}" dt="2022-10-24T19:24:40.694" v="1167" actId="1038"/>
        <pc:sldMkLst>
          <pc:docMk/>
          <pc:sldMk cId="1884508293" sldId="261"/>
        </pc:sldMkLst>
        <pc:spChg chg="mod">
          <ac:chgData name="Ali Hepburn" userId="4e8e14d8-d579-466d-803b-afb427748fed" providerId="ADAL" clId="{3DF79A94-3F4D-41FB-BB0E-C339E3E07061}" dt="2022-10-24T19:17:59.969" v="812" actId="20577"/>
          <ac:spMkLst>
            <pc:docMk/>
            <pc:sldMk cId="1884508293" sldId="261"/>
            <ac:spMk id="2" creationId="{01471382-1BA2-200F-4E19-28CF4221C73D}"/>
          </ac:spMkLst>
        </pc:spChg>
        <pc:spChg chg="del mod">
          <ac:chgData name="Ali Hepburn" userId="4e8e14d8-d579-466d-803b-afb427748fed" providerId="ADAL" clId="{3DF79A94-3F4D-41FB-BB0E-C339E3E07061}" dt="2022-10-24T19:18:43.348" v="815" actId="478"/>
          <ac:spMkLst>
            <pc:docMk/>
            <pc:sldMk cId="1884508293" sldId="261"/>
            <ac:spMk id="3" creationId="{10D7631A-9FD1-544A-A5C5-A1420D83F426}"/>
          </ac:spMkLst>
        </pc:spChg>
        <pc:graphicFrameChg chg="add mod modGraphic">
          <ac:chgData name="Ali Hepburn" userId="4e8e14d8-d579-466d-803b-afb427748fed" providerId="ADAL" clId="{3DF79A94-3F4D-41FB-BB0E-C339E3E07061}" dt="2022-10-24T19:24:40.694" v="1167" actId="1038"/>
          <ac:graphicFrameMkLst>
            <pc:docMk/>
            <pc:sldMk cId="1884508293" sldId="261"/>
            <ac:graphicFrameMk id="4" creationId="{A1A6100C-C1E1-FBE2-03B9-DB92B91F0FA5}"/>
          </ac:graphicFrameMkLst>
        </pc:graphicFrameChg>
      </pc:sldChg>
      <pc:sldChg chg="del">
        <pc:chgData name="Ali Hepburn" userId="4e8e14d8-d579-466d-803b-afb427748fed" providerId="ADAL" clId="{3DF79A94-3F4D-41FB-BB0E-C339E3E07061}" dt="2022-10-24T19:26:13.158" v="1168" actId="47"/>
        <pc:sldMkLst>
          <pc:docMk/>
          <pc:sldMk cId="1739443195" sldId="262"/>
        </pc:sldMkLst>
      </pc:sldChg>
      <pc:sldChg chg="addSp delSp modSp mod modNotesTx">
        <pc:chgData name="Ali Hepburn" userId="4e8e14d8-d579-466d-803b-afb427748fed" providerId="ADAL" clId="{3DF79A94-3F4D-41FB-BB0E-C339E3E07061}" dt="2022-10-24T19:35:16.508" v="1550" actId="20577"/>
        <pc:sldMkLst>
          <pc:docMk/>
          <pc:sldMk cId="1699890684" sldId="263"/>
        </pc:sldMkLst>
        <pc:spChg chg="mod">
          <ac:chgData name="Ali Hepburn" userId="4e8e14d8-d579-466d-803b-afb427748fed" providerId="ADAL" clId="{3DF79A94-3F4D-41FB-BB0E-C339E3E07061}" dt="2022-10-24T19:26:35.603" v="1199" actId="20577"/>
          <ac:spMkLst>
            <pc:docMk/>
            <pc:sldMk cId="1699890684" sldId="263"/>
            <ac:spMk id="2" creationId="{89F35265-F866-B395-C03F-F8F1CF77FE67}"/>
          </ac:spMkLst>
        </pc:spChg>
        <pc:spChg chg="del">
          <ac:chgData name="Ali Hepburn" userId="4e8e14d8-d579-466d-803b-afb427748fed" providerId="ADAL" clId="{3DF79A94-3F4D-41FB-BB0E-C339E3E07061}" dt="2022-10-24T19:32:48.543" v="1518" actId="478"/>
          <ac:spMkLst>
            <pc:docMk/>
            <pc:sldMk cId="1699890684" sldId="263"/>
            <ac:spMk id="3" creationId="{872F62F2-8578-FB2C-8FB6-4D6389964BD7}"/>
          </ac:spMkLst>
        </pc:spChg>
        <pc:spChg chg="add del mod">
          <ac:chgData name="Ali Hepburn" userId="4e8e14d8-d579-466d-803b-afb427748fed" providerId="ADAL" clId="{3DF79A94-3F4D-41FB-BB0E-C339E3E07061}" dt="2022-10-24T19:32:50.678" v="1519" actId="478"/>
          <ac:spMkLst>
            <pc:docMk/>
            <pc:sldMk cId="1699890684" sldId="263"/>
            <ac:spMk id="6" creationId="{BBCF24CB-532E-4B84-05FD-50EF1FA9BC16}"/>
          </ac:spMkLst>
        </pc:spChg>
        <pc:graphicFrameChg chg="add mod modGraphic">
          <ac:chgData name="Ali Hepburn" userId="4e8e14d8-d579-466d-803b-afb427748fed" providerId="ADAL" clId="{3DF79A94-3F4D-41FB-BB0E-C339E3E07061}" dt="2022-10-24T19:33:15.198" v="1524" actId="20577"/>
          <ac:graphicFrameMkLst>
            <pc:docMk/>
            <pc:sldMk cId="1699890684" sldId="263"/>
            <ac:graphicFrameMk id="4" creationId="{1F8FD9A1-F45E-88EB-14CA-AF11ECA40FE7}"/>
          </ac:graphicFrameMkLst>
        </pc:graphicFrameChg>
      </pc:sldChg>
      <pc:sldChg chg="addSp modSp mod">
        <pc:chgData name="Ali Hepburn" userId="4e8e14d8-d579-466d-803b-afb427748fed" providerId="ADAL" clId="{3DF79A94-3F4D-41FB-BB0E-C339E3E07061}" dt="2022-10-24T19:44:05.074" v="1820" actId="1076"/>
        <pc:sldMkLst>
          <pc:docMk/>
          <pc:sldMk cId="2569273297" sldId="264"/>
        </pc:sldMkLst>
        <pc:spChg chg="mod">
          <ac:chgData name="Ali Hepburn" userId="4e8e14d8-d579-466d-803b-afb427748fed" providerId="ADAL" clId="{3DF79A94-3F4D-41FB-BB0E-C339E3E07061}" dt="2022-10-24T19:43:38.609" v="1806" actId="14100"/>
          <ac:spMkLst>
            <pc:docMk/>
            <pc:sldMk cId="2569273297" sldId="264"/>
            <ac:spMk id="3" creationId="{9CA3571D-37A3-1697-7AC9-7ABA114E5E83}"/>
          </ac:spMkLst>
        </pc:spChg>
        <pc:graphicFrameChg chg="add mod modGraphic">
          <ac:chgData name="Ali Hepburn" userId="4e8e14d8-d579-466d-803b-afb427748fed" providerId="ADAL" clId="{3DF79A94-3F4D-41FB-BB0E-C339E3E07061}" dt="2022-10-24T19:44:05.074" v="1820" actId="1076"/>
          <ac:graphicFrameMkLst>
            <pc:docMk/>
            <pc:sldMk cId="2569273297" sldId="264"/>
            <ac:graphicFrameMk id="4" creationId="{314FA437-5F56-DD7B-6A46-5713F6BA984E}"/>
          </ac:graphicFrameMkLst>
        </pc:graphicFrameChg>
      </pc:sldChg>
      <pc:sldChg chg="modSp mod">
        <pc:chgData name="Ali Hepburn" userId="4e8e14d8-d579-466d-803b-afb427748fed" providerId="ADAL" clId="{3DF79A94-3F4D-41FB-BB0E-C339E3E07061}" dt="2022-10-24T19:46:51.819" v="2033" actId="403"/>
        <pc:sldMkLst>
          <pc:docMk/>
          <pc:sldMk cId="4048994805" sldId="265"/>
        </pc:sldMkLst>
        <pc:spChg chg="mod">
          <ac:chgData name="Ali Hepburn" userId="4e8e14d8-d579-466d-803b-afb427748fed" providerId="ADAL" clId="{3DF79A94-3F4D-41FB-BB0E-C339E3E07061}" dt="2022-10-24T19:46:51.819" v="2033" actId="403"/>
          <ac:spMkLst>
            <pc:docMk/>
            <pc:sldMk cId="4048994805" sldId="265"/>
            <ac:spMk id="3" creationId="{D18AE567-C7E2-1161-2172-12C38D8D0002}"/>
          </ac:spMkLst>
        </pc:spChg>
      </pc:sldChg>
      <pc:sldChg chg="modSp mod">
        <pc:chgData name="Ali Hepburn" userId="4e8e14d8-d579-466d-803b-afb427748fed" providerId="ADAL" clId="{3DF79A94-3F4D-41FB-BB0E-C339E3E07061}" dt="2022-10-24T19:56:57.330" v="2283" actId="27636"/>
        <pc:sldMkLst>
          <pc:docMk/>
          <pc:sldMk cId="3974438889" sldId="266"/>
        </pc:sldMkLst>
        <pc:spChg chg="mod">
          <ac:chgData name="Ali Hepburn" userId="4e8e14d8-d579-466d-803b-afb427748fed" providerId="ADAL" clId="{3DF79A94-3F4D-41FB-BB0E-C339E3E07061}" dt="2022-10-24T19:56:57.330" v="2283" actId="27636"/>
          <ac:spMkLst>
            <pc:docMk/>
            <pc:sldMk cId="3974438889" sldId="266"/>
            <ac:spMk id="3" creationId="{8A31E8F3-B958-9E57-DB41-B20573857911}"/>
          </ac:spMkLst>
        </pc:spChg>
      </pc:sldChg>
      <pc:sldChg chg="addSp delSp modSp mod">
        <pc:chgData name="Ali Hepburn" userId="4e8e14d8-d579-466d-803b-afb427748fed" providerId="ADAL" clId="{3DF79A94-3F4D-41FB-BB0E-C339E3E07061}" dt="2022-10-24T20:03:25.514" v="2329" actId="20577"/>
        <pc:sldMkLst>
          <pc:docMk/>
          <pc:sldMk cId="1939342104" sldId="267"/>
        </pc:sldMkLst>
        <pc:spChg chg="mod">
          <ac:chgData name="Ali Hepburn" userId="4e8e14d8-d579-466d-803b-afb427748fed" providerId="ADAL" clId="{3DF79A94-3F4D-41FB-BB0E-C339E3E07061}" dt="2022-10-24T20:01:30.275" v="2317" actId="20577"/>
          <ac:spMkLst>
            <pc:docMk/>
            <pc:sldMk cId="1939342104" sldId="267"/>
            <ac:spMk id="2" creationId="{AF22CF52-F513-D1DA-8829-7A62A852DB6A}"/>
          </ac:spMkLst>
        </pc:spChg>
        <pc:spChg chg="del mod">
          <ac:chgData name="Ali Hepburn" userId="4e8e14d8-d579-466d-803b-afb427748fed" providerId="ADAL" clId="{3DF79A94-3F4D-41FB-BB0E-C339E3E07061}" dt="2022-10-24T20:01:38.337" v="2319" actId="1032"/>
          <ac:spMkLst>
            <pc:docMk/>
            <pc:sldMk cId="1939342104" sldId="267"/>
            <ac:spMk id="3" creationId="{11467205-F94C-9737-04BE-5E3F76DE98C9}"/>
          </ac:spMkLst>
        </pc:spChg>
        <pc:graphicFrameChg chg="add mod modGraphic">
          <ac:chgData name="Ali Hepburn" userId="4e8e14d8-d579-466d-803b-afb427748fed" providerId="ADAL" clId="{3DF79A94-3F4D-41FB-BB0E-C339E3E07061}" dt="2022-10-24T20:03:25.514" v="2329" actId="20577"/>
          <ac:graphicFrameMkLst>
            <pc:docMk/>
            <pc:sldMk cId="1939342104" sldId="267"/>
            <ac:graphicFrameMk id="4" creationId="{977099E7-1EFE-702B-13A9-886DDF81E10A}"/>
          </ac:graphicFrameMkLst>
        </pc:graphicFrameChg>
      </pc:sldChg>
      <pc:sldChg chg="modSp mod">
        <pc:chgData name="Ali Hepburn" userId="4e8e14d8-d579-466d-803b-afb427748fed" providerId="ADAL" clId="{3DF79A94-3F4D-41FB-BB0E-C339E3E07061}" dt="2022-10-24T20:07:37.796" v="2718" actId="20577"/>
        <pc:sldMkLst>
          <pc:docMk/>
          <pc:sldMk cId="3711503006" sldId="268"/>
        </pc:sldMkLst>
        <pc:spChg chg="mod">
          <ac:chgData name="Ali Hepburn" userId="4e8e14d8-d579-466d-803b-afb427748fed" providerId="ADAL" clId="{3DF79A94-3F4D-41FB-BB0E-C339E3E07061}" dt="2022-10-24T20:07:37.796" v="2718" actId="20577"/>
          <ac:spMkLst>
            <pc:docMk/>
            <pc:sldMk cId="3711503006" sldId="268"/>
            <ac:spMk id="3" creationId="{A81FA5D3-DE12-56B2-84A8-EE2AC8C32420}"/>
          </ac:spMkLst>
        </pc:spChg>
      </pc:sldChg>
      <pc:sldChg chg="modSp mod">
        <pc:chgData name="Ali Hepburn" userId="4e8e14d8-d579-466d-803b-afb427748fed" providerId="ADAL" clId="{3DF79A94-3F4D-41FB-BB0E-C339E3E07061}" dt="2022-10-24T20:08:15.289" v="2720" actId="20577"/>
        <pc:sldMkLst>
          <pc:docMk/>
          <pc:sldMk cId="622642200" sldId="269"/>
        </pc:sldMkLst>
        <pc:spChg chg="mod">
          <ac:chgData name="Ali Hepburn" userId="4e8e14d8-d579-466d-803b-afb427748fed" providerId="ADAL" clId="{3DF79A94-3F4D-41FB-BB0E-C339E3E07061}" dt="2022-10-24T20:08:15.289" v="2720" actId="20577"/>
          <ac:spMkLst>
            <pc:docMk/>
            <pc:sldMk cId="622642200" sldId="269"/>
            <ac:spMk id="3" creationId="{7533A7A7-0749-7B23-3183-95B0DA0631AC}"/>
          </ac:spMkLst>
        </pc:spChg>
      </pc:sldChg>
      <pc:sldChg chg="modSp mod">
        <pc:chgData name="Ali Hepburn" userId="4e8e14d8-d579-466d-803b-afb427748fed" providerId="ADAL" clId="{3DF79A94-3F4D-41FB-BB0E-C339E3E07061}" dt="2022-10-24T20:11:57.843" v="3104" actId="20577"/>
        <pc:sldMkLst>
          <pc:docMk/>
          <pc:sldMk cId="3429027755" sldId="270"/>
        </pc:sldMkLst>
        <pc:spChg chg="mod">
          <ac:chgData name="Ali Hepburn" userId="4e8e14d8-d579-466d-803b-afb427748fed" providerId="ADAL" clId="{3DF79A94-3F4D-41FB-BB0E-C339E3E07061}" dt="2022-10-24T20:11:57.843" v="3104" actId="20577"/>
          <ac:spMkLst>
            <pc:docMk/>
            <pc:sldMk cId="3429027755" sldId="270"/>
            <ac:spMk id="3" creationId="{1811582B-20C8-23F5-C9E8-6ACAD8EF76DE}"/>
          </ac:spMkLst>
        </pc:spChg>
      </pc:sldChg>
      <pc:sldChg chg="modSp mod">
        <pc:chgData name="Ali Hepburn" userId="4e8e14d8-d579-466d-803b-afb427748fed" providerId="ADAL" clId="{3DF79A94-3F4D-41FB-BB0E-C339E3E07061}" dt="2022-10-24T20:12:16.834" v="3105" actId="403"/>
        <pc:sldMkLst>
          <pc:docMk/>
          <pc:sldMk cId="411507283" sldId="271"/>
        </pc:sldMkLst>
        <pc:graphicFrameChg chg="modGraphic">
          <ac:chgData name="Ali Hepburn" userId="4e8e14d8-d579-466d-803b-afb427748fed" providerId="ADAL" clId="{3DF79A94-3F4D-41FB-BB0E-C339E3E07061}" dt="2022-10-24T20:12:16.834" v="3105" actId="403"/>
          <ac:graphicFrameMkLst>
            <pc:docMk/>
            <pc:sldMk cId="411507283" sldId="271"/>
            <ac:graphicFrameMk id="4" creationId="{936DAC49-6191-9F65-4E9F-26D527AE33C5}"/>
          </ac:graphicFrameMkLst>
        </pc:graphicFrameChg>
      </pc:sldChg>
      <pc:sldChg chg="modSp mod">
        <pc:chgData name="Ali Hepburn" userId="4e8e14d8-d579-466d-803b-afb427748fed" providerId="ADAL" clId="{3DF79A94-3F4D-41FB-BB0E-C339E3E07061}" dt="2022-10-24T20:14:37.106" v="3110" actId="403"/>
        <pc:sldMkLst>
          <pc:docMk/>
          <pc:sldMk cId="4037664132" sldId="277"/>
        </pc:sldMkLst>
        <pc:spChg chg="mod">
          <ac:chgData name="Ali Hepburn" userId="4e8e14d8-d579-466d-803b-afb427748fed" providerId="ADAL" clId="{3DF79A94-3F4D-41FB-BB0E-C339E3E07061}" dt="2022-10-24T20:14:37.106" v="3110" actId="403"/>
          <ac:spMkLst>
            <pc:docMk/>
            <pc:sldMk cId="4037664132" sldId="277"/>
            <ac:spMk id="3" creationId="{5D0B5755-7157-1FA6-DD18-1B09014FEA41}"/>
          </ac:spMkLst>
        </pc:spChg>
      </pc:sldChg>
      <pc:sldChg chg="modSp mod">
        <pc:chgData name="Ali Hepburn" userId="4e8e14d8-d579-466d-803b-afb427748fed" providerId="ADAL" clId="{3DF79A94-3F4D-41FB-BB0E-C339E3E07061}" dt="2022-10-24T20:18:21.942" v="3179" actId="14100"/>
        <pc:sldMkLst>
          <pc:docMk/>
          <pc:sldMk cId="855758287" sldId="278"/>
        </pc:sldMkLst>
        <pc:spChg chg="mod">
          <ac:chgData name="Ali Hepburn" userId="4e8e14d8-d579-466d-803b-afb427748fed" providerId="ADAL" clId="{3DF79A94-3F4D-41FB-BB0E-C339E3E07061}" dt="2022-10-24T20:18:21.942" v="3179" actId="14100"/>
          <ac:spMkLst>
            <pc:docMk/>
            <pc:sldMk cId="855758287" sldId="278"/>
            <ac:spMk id="3" creationId="{946CBF11-0DA5-EDF9-8BAD-6D5DCB9DC993}"/>
          </ac:spMkLst>
        </pc:spChg>
      </pc:sldChg>
      <pc:sldChg chg="del">
        <pc:chgData name="Ali Hepburn" userId="4e8e14d8-d579-466d-803b-afb427748fed" providerId="ADAL" clId="{3DF79A94-3F4D-41FB-BB0E-C339E3E07061}" dt="2022-10-24T20:18:42.039" v="3180" actId="47"/>
        <pc:sldMkLst>
          <pc:docMk/>
          <pc:sldMk cId="2338077492" sldId="279"/>
        </pc:sldMkLst>
      </pc:sldChg>
      <pc:sldChg chg="del">
        <pc:chgData name="Ali Hepburn" userId="4e8e14d8-d579-466d-803b-afb427748fed" providerId="ADAL" clId="{3DF79A94-3F4D-41FB-BB0E-C339E3E07061}" dt="2022-10-24T18:45:16.868" v="60" actId="47"/>
        <pc:sldMkLst>
          <pc:docMk/>
          <pc:sldMk cId="1154413305" sldId="305"/>
        </pc:sldMkLst>
      </pc:sldChg>
      <pc:sldChg chg="addSp modSp mod setBg">
        <pc:chgData name="Ali Hepburn" userId="4e8e14d8-d579-466d-803b-afb427748fed" providerId="ADAL" clId="{3DF79A94-3F4D-41FB-BB0E-C339E3E07061}" dt="2022-10-24T18:30:50.827" v="4" actId="403"/>
        <pc:sldMkLst>
          <pc:docMk/>
          <pc:sldMk cId="1003375711" sldId="306"/>
        </pc:sldMkLst>
        <pc:spChg chg="mod">
          <ac:chgData name="Ali Hepburn" userId="4e8e14d8-d579-466d-803b-afb427748fed" providerId="ADAL" clId="{3DF79A94-3F4D-41FB-BB0E-C339E3E07061}" dt="2022-10-24T18:30:50.827" v="4" actId="403"/>
          <ac:spMkLst>
            <pc:docMk/>
            <pc:sldMk cId="1003375711" sldId="306"/>
            <ac:spMk id="4" creationId="{C5F94BF2-F289-365E-0AF2-F408B16DDF5F}"/>
          </ac:spMkLst>
        </pc:spChg>
        <pc:spChg chg="mod">
          <ac:chgData name="Ali Hepburn" userId="4e8e14d8-d579-466d-803b-afb427748fed" providerId="ADAL" clId="{3DF79A94-3F4D-41FB-BB0E-C339E3E07061}" dt="2022-10-24T18:30:43.882" v="0" actId="26606"/>
          <ac:spMkLst>
            <pc:docMk/>
            <pc:sldMk cId="1003375711" sldId="306"/>
            <ac:spMk id="5" creationId="{1EA9E623-AA00-2CF4-ABDC-ABCC1D23342D}"/>
          </ac:spMkLst>
        </pc:spChg>
        <pc:spChg chg="add">
          <ac:chgData name="Ali Hepburn" userId="4e8e14d8-d579-466d-803b-afb427748fed" providerId="ADAL" clId="{3DF79A94-3F4D-41FB-BB0E-C339E3E07061}" dt="2022-10-24T18:30:43.882" v="0" actId="26606"/>
          <ac:spMkLst>
            <pc:docMk/>
            <pc:sldMk cId="1003375711" sldId="306"/>
            <ac:spMk id="12" creationId="{A3363022-C969-41E9-8EB2-E4C94908C1FA}"/>
          </ac:spMkLst>
        </pc:spChg>
        <pc:spChg chg="add">
          <ac:chgData name="Ali Hepburn" userId="4e8e14d8-d579-466d-803b-afb427748fed" providerId="ADAL" clId="{3DF79A94-3F4D-41FB-BB0E-C339E3E07061}" dt="2022-10-24T18:30:43.882" v="0" actId="26606"/>
          <ac:spMkLst>
            <pc:docMk/>
            <pc:sldMk cId="1003375711" sldId="306"/>
            <ac:spMk id="14" creationId="{8D1AD6B3-BE88-4CEB-BA17-790657CC4729}"/>
          </ac:spMkLst>
        </pc:spChg>
        <pc:grpChg chg="add">
          <ac:chgData name="Ali Hepburn" userId="4e8e14d8-d579-466d-803b-afb427748fed" providerId="ADAL" clId="{3DF79A94-3F4D-41FB-BB0E-C339E3E07061}" dt="2022-10-24T18:30:43.882" v="0" actId="26606"/>
          <ac:grpSpMkLst>
            <pc:docMk/>
            <pc:sldMk cId="1003375711" sldId="306"/>
            <ac:grpSpMk id="16" creationId="{89D1390B-7E13-4B4F-9CB2-391063412E54}"/>
          </ac:grpSpMkLst>
        </pc:grpChg>
        <pc:picChg chg="add">
          <ac:chgData name="Ali Hepburn" userId="4e8e14d8-d579-466d-803b-afb427748fed" providerId="ADAL" clId="{3DF79A94-3F4D-41FB-BB0E-C339E3E07061}" dt="2022-10-24T18:30:43.882" v="0" actId="26606"/>
          <ac:picMkLst>
            <pc:docMk/>
            <pc:sldMk cId="1003375711" sldId="306"/>
            <ac:picMk id="9" creationId="{563639BB-5B0A-0C8A-6E56-2224581434AC}"/>
          </ac:picMkLst>
        </pc:picChg>
      </pc:sldChg>
      <pc:sldChg chg="delSp modSp add mod ord">
        <pc:chgData name="Ali Hepburn" userId="4e8e14d8-d579-466d-803b-afb427748fed" providerId="ADAL" clId="{3DF79A94-3F4D-41FB-BB0E-C339E3E07061}" dt="2022-10-24T18:45:25.848" v="70" actId="478"/>
        <pc:sldMkLst>
          <pc:docMk/>
          <pc:sldMk cId="2236751125" sldId="307"/>
        </pc:sldMkLst>
        <pc:spChg chg="mod">
          <ac:chgData name="Ali Hepburn" userId="4e8e14d8-d579-466d-803b-afb427748fed" providerId="ADAL" clId="{3DF79A94-3F4D-41FB-BB0E-C339E3E07061}" dt="2022-10-24T18:45:21.973" v="69" actId="20577"/>
          <ac:spMkLst>
            <pc:docMk/>
            <pc:sldMk cId="2236751125" sldId="307"/>
            <ac:spMk id="4" creationId="{C5F94BF2-F289-365E-0AF2-F408B16DDF5F}"/>
          </ac:spMkLst>
        </pc:spChg>
        <pc:spChg chg="del">
          <ac:chgData name="Ali Hepburn" userId="4e8e14d8-d579-466d-803b-afb427748fed" providerId="ADAL" clId="{3DF79A94-3F4D-41FB-BB0E-C339E3E07061}" dt="2022-10-24T18:45:25.848" v="70" actId="478"/>
          <ac:spMkLst>
            <pc:docMk/>
            <pc:sldMk cId="2236751125" sldId="307"/>
            <ac:spMk id="5" creationId="{1EA9E623-AA00-2CF4-ABDC-ABCC1D23342D}"/>
          </ac:spMkLst>
        </pc:spChg>
      </pc:sldChg>
      <pc:sldChg chg="modSp new mod ord">
        <pc:chgData name="Ali Hepburn" userId="4e8e14d8-d579-466d-803b-afb427748fed" providerId="ADAL" clId="{3DF79A94-3F4D-41FB-BB0E-C339E3E07061}" dt="2022-10-24T19:37:26.625" v="1800" actId="20577"/>
        <pc:sldMkLst>
          <pc:docMk/>
          <pc:sldMk cId="2348494341" sldId="308"/>
        </pc:sldMkLst>
        <pc:spChg chg="mod">
          <ac:chgData name="Ali Hepburn" userId="4e8e14d8-d579-466d-803b-afb427748fed" providerId="ADAL" clId="{3DF79A94-3F4D-41FB-BB0E-C339E3E07061}" dt="2022-10-24T19:35:27.501" v="1572" actId="20577"/>
          <ac:spMkLst>
            <pc:docMk/>
            <pc:sldMk cId="2348494341" sldId="308"/>
            <ac:spMk id="2" creationId="{464D6295-8B76-DD65-0D0B-8D3C468BDD53}"/>
          </ac:spMkLst>
        </pc:spChg>
        <pc:spChg chg="mod">
          <ac:chgData name="Ali Hepburn" userId="4e8e14d8-d579-466d-803b-afb427748fed" providerId="ADAL" clId="{3DF79A94-3F4D-41FB-BB0E-C339E3E07061}" dt="2022-10-24T19:37:26.625" v="1800" actId="20577"/>
          <ac:spMkLst>
            <pc:docMk/>
            <pc:sldMk cId="2348494341" sldId="308"/>
            <ac:spMk id="3" creationId="{EB56EB4A-FBDB-ACAF-0A7B-5D6ED27F3C49}"/>
          </ac:spMkLst>
        </pc:spChg>
      </pc:sldChg>
      <pc:sldChg chg="add">
        <pc:chgData name="Ali Hepburn" userId="4e8e14d8-d579-466d-803b-afb427748fed" providerId="ADAL" clId="{3DF79A94-3F4D-41FB-BB0E-C339E3E07061}" dt="2022-10-24T19:35:31.546" v="1573" actId="2890"/>
        <pc:sldMkLst>
          <pc:docMk/>
          <pc:sldMk cId="539403914" sldId="309"/>
        </pc:sldMkLst>
      </pc:sldChg>
      <pc:sldChg chg="modSp add mod">
        <pc:chgData name="Ali Hepburn" userId="4e8e14d8-d579-466d-803b-afb427748fed" providerId="ADAL" clId="{3DF79A94-3F4D-41FB-BB0E-C339E3E07061}" dt="2022-10-24T20:06:40.559" v="2645" actId="12100"/>
        <pc:sldMkLst>
          <pc:docMk/>
          <pc:sldMk cId="3107969983" sldId="310"/>
        </pc:sldMkLst>
        <pc:spChg chg="mod">
          <ac:chgData name="Ali Hepburn" userId="4e8e14d8-d579-466d-803b-afb427748fed" providerId="ADAL" clId="{3DF79A94-3F4D-41FB-BB0E-C339E3E07061}" dt="2022-10-24T20:03:58.612" v="2343" actId="20577"/>
          <ac:spMkLst>
            <pc:docMk/>
            <pc:sldMk cId="3107969983" sldId="310"/>
            <ac:spMk id="2" creationId="{AF22CF52-F513-D1DA-8829-7A62A852DB6A}"/>
          </ac:spMkLst>
        </pc:spChg>
        <pc:graphicFrameChg chg="mod">
          <ac:chgData name="Ali Hepburn" userId="4e8e14d8-d579-466d-803b-afb427748fed" providerId="ADAL" clId="{3DF79A94-3F4D-41FB-BB0E-C339E3E07061}" dt="2022-10-24T20:06:40.559" v="2645" actId="12100"/>
          <ac:graphicFrameMkLst>
            <pc:docMk/>
            <pc:sldMk cId="3107969983" sldId="310"/>
            <ac:graphicFrameMk id="4" creationId="{977099E7-1EFE-702B-13A9-886DDF81E10A}"/>
          </ac:graphicFrameMkLst>
        </pc:graphicFrameChg>
      </pc:sldChg>
      <pc:sldChg chg="addSp delSp modSp new mod">
        <pc:chgData name="Ali Hepburn" userId="4e8e14d8-d579-466d-803b-afb427748fed" providerId="ADAL" clId="{3DF79A94-3F4D-41FB-BB0E-C339E3E07061}" dt="2022-10-24T20:09:43.236" v="2944" actId="12100"/>
        <pc:sldMkLst>
          <pc:docMk/>
          <pc:sldMk cId="2661349308" sldId="311"/>
        </pc:sldMkLst>
        <pc:spChg chg="mod">
          <ac:chgData name="Ali Hepburn" userId="4e8e14d8-d579-466d-803b-afb427748fed" providerId="ADAL" clId="{3DF79A94-3F4D-41FB-BB0E-C339E3E07061}" dt="2022-10-24T20:08:26.745" v="2736" actId="20577"/>
          <ac:spMkLst>
            <pc:docMk/>
            <pc:sldMk cId="2661349308" sldId="311"/>
            <ac:spMk id="2" creationId="{D103E9A7-539C-F588-5548-DC8A65B6C2CA}"/>
          </ac:spMkLst>
        </pc:spChg>
        <pc:spChg chg="del">
          <ac:chgData name="Ali Hepburn" userId="4e8e14d8-d579-466d-803b-afb427748fed" providerId="ADAL" clId="{3DF79A94-3F4D-41FB-BB0E-C339E3E07061}" dt="2022-10-24T20:08:30.098" v="2737" actId="1032"/>
          <ac:spMkLst>
            <pc:docMk/>
            <pc:sldMk cId="2661349308" sldId="311"/>
            <ac:spMk id="3" creationId="{5ECAD289-1456-DD46-DF87-0DDD8D9676DE}"/>
          </ac:spMkLst>
        </pc:spChg>
        <pc:graphicFrameChg chg="add mod modGraphic">
          <ac:chgData name="Ali Hepburn" userId="4e8e14d8-d579-466d-803b-afb427748fed" providerId="ADAL" clId="{3DF79A94-3F4D-41FB-BB0E-C339E3E07061}" dt="2022-10-24T20:09:43.236" v="2944" actId="12100"/>
          <ac:graphicFrameMkLst>
            <pc:docMk/>
            <pc:sldMk cId="2661349308" sldId="311"/>
            <ac:graphicFrameMk id="4" creationId="{E9B694E9-BA40-DFB5-3CB2-29AC59C8F6A4}"/>
          </ac:graphicFrameMkLst>
        </pc:graphicFrameChg>
      </pc:sldChg>
      <pc:sldChg chg="modSp add mod">
        <pc:chgData name="Ali Hepburn" userId="4e8e14d8-d579-466d-803b-afb427748fed" providerId="ADAL" clId="{3DF79A94-3F4D-41FB-BB0E-C339E3E07061}" dt="2022-10-24T20:10:25.997" v="3082" actId="20577"/>
        <pc:sldMkLst>
          <pc:docMk/>
          <pc:sldMk cId="1356817998" sldId="312"/>
        </pc:sldMkLst>
        <pc:spChg chg="mod">
          <ac:chgData name="Ali Hepburn" userId="4e8e14d8-d579-466d-803b-afb427748fed" providerId="ADAL" clId="{3DF79A94-3F4D-41FB-BB0E-C339E3E07061}" dt="2022-10-24T20:09:49.488" v="2951" actId="20577"/>
          <ac:spMkLst>
            <pc:docMk/>
            <pc:sldMk cId="1356817998" sldId="312"/>
            <ac:spMk id="2" creationId="{D103E9A7-539C-F588-5548-DC8A65B6C2CA}"/>
          </ac:spMkLst>
        </pc:spChg>
        <pc:graphicFrameChg chg="mod">
          <ac:chgData name="Ali Hepburn" userId="4e8e14d8-d579-466d-803b-afb427748fed" providerId="ADAL" clId="{3DF79A94-3F4D-41FB-BB0E-C339E3E07061}" dt="2022-10-24T20:10:25.997" v="3082" actId="20577"/>
          <ac:graphicFrameMkLst>
            <pc:docMk/>
            <pc:sldMk cId="1356817998" sldId="312"/>
            <ac:graphicFrameMk id="4" creationId="{E9B694E9-BA40-DFB5-3CB2-29AC59C8F6A4}"/>
          </ac:graphicFrameMkLst>
        </pc:graphicFrameChg>
      </pc:sldChg>
      <pc:sldChg chg="addSp delSp modSp new mod setBg modClrScheme setClrOvrMap chgLayout">
        <pc:chgData name="Ali Hepburn" userId="4e8e14d8-d579-466d-803b-afb427748fed" providerId="ADAL" clId="{3DF79A94-3F4D-41FB-BB0E-C339E3E07061}" dt="2022-10-24T20:19:29.772" v="3246" actId="1035"/>
        <pc:sldMkLst>
          <pc:docMk/>
          <pc:sldMk cId="4270738784" sldId="313"/>
        </pc:sldMkLst>
        <pc:spChg chg="del mod ord">
          <ac:chgData name="Ali Hepburn" userId="4e8e14d8-d579-466d-803b-afb427748fed" providerId="ADAL" clId="{3DF79A94-3F4D-41FB-BB0E-C339E3E07061}" dt="2022-10-24T20:18:48.989" v="3182" actId="700"/>
          <ac:spMkLst>
            <pc:docMk/>
            <pc:sldMk cId="4270738784" sldId="313"/>
            <ac:spMk id="2" creationId="{63237CDF-E7BD-C720-2CEC-F97D3E240A27}"/>
          </ac:spMkLst>
        </pc:spChg>
        <pc:spChg chg="del mod ord">
          <ac:chgData name="Ali Hepburn" userId="4e8e14d8-d579-466d-803b-afb427748fed" providerId="ADAL" clId="{3DF79A94-3F4D-41FB-BB0E-C339E3E07061}" dt="2022-10-24T20:18:48.989" v="3182" actId="700"/>
          <ac:spMkLst>
            <pc:docMk/>
            <pc:sldMk cId="4270738784" sldId="313"/>
            <ac:spMk id="3" creationId="{357717D6-6982-B5E5-11FB-44DD812FF23A}"/>
          </ac:spMkLst>
        </pc:spChg>
        <pc:spChg chg="add mod ord">
          <ac:chgData name="Ali Hepburn" userId="4e8e14d8-d579-466d-803b-afb427748fed" providerId="ADAL" clId="{3DF79A94-3F4D-41FB-BB0E-C339E3E07061}" dt="2022-10-24T20:19:29.772" v="3246" actId="1035"/>
          <ac:spMkLst>
            <pc:docMk/>
            <pc:sldMk cId="4270738784" sldId="313"/>
            <ac:spMk id="4" creationId="{12F8521F-A126-5ABA-EB5D-9F37FA54A256}"/>
          </ac:spMkLst>
        </pc:spChg>
        <pc:spChg chg="add del mod ord">
          <ac:chgData name="Ali Hepburn" userId="4e8e14d8-d579-466d-803b-afb427748fed" providerId="ADAL" clId="{3DF79A94-3F4D-41FB-BB0E-C339E3E07061}" dt="2022-10-24T20:19:10.947" v="3222" actId="478"/>
          <ac:spMkLst>
            <pc:docMk/>
            <pc:sldMk cId="4270738784" sldId="313"/>
            <ac:spMk id="5" creationId="{27C7BE0F-6760-D3C7-54D2-15506344CC81}"/>
          </ac:spMkLst>
        </pc:spChg>
        <pc:spChg chg="add">
          <ac:chgData name="Ali Hepburn" userId="4e8e14d8-d579-466d-803b-afb427748fed" providerId="ADAL" clId="{3DF79A94-3F4D-41FB-BB0E-C339E3E07061}" dt="2022-10-24T20:19:20.473" v="3226" actId="26606"/>
          <ac:spMkLst>
            <pc:docMk/>
            <pc:sldMk cId="4270738784" sldId="313"/>
            <ac:spMk id="10" creationId="{71B2258F-86CA-4D4D-8270-BC05FCDEBFB3}"/>
          </ac:spMkLst>
        </pc:spChg>
        <pc:picChg chg="add mod">
          <ac:chgData name="Ali Hepburn" userId="4e8e14d8-d579-466d-803b-afb427748fed" providerId="ADAL" clId="{3DF79A94-3F4D-41FB-BB0E-C339E3E07061}" dt="2022-10-24T20:19:24.404" v="3228" actId="1076"/>
          <ac:picMkLst>
            <pc:docMk/>
            <pc:sldMk cId="4270738784" sldId="313"/>
            <ac:picMk id="6" creationId="{81CCD846-39C5-D772-55C5-1F41F2F3E1A5}"/>
          </ac:picMkLst>
        </pc:picChg>
      </pc:sldChg>
      <pc:sldChg chg="addSp delSp modSp new mod modClrScheme chgLayout">
        <pc:chgData name="Ali Hepburn" userId="4e8e14d8-d579-466d-803b-afb427748fed" providerId="ADAL" clId="{3DF79A94-3F4D-41FB-BB0E-C339E3E07061}" dt="2022-10-24T20:22:47.987" v="3810" actId="403"/>
        <pc:sldMkLst>
          <pc:docMk/>
          <pc:sldMk cId="3563958510" sldId="314"/>
        </pc:sldMkLst>
        <pc:spChg chg="del mod ord">
          <ac:chgData name="Ali Hepburn" userId="4e8e14d8-d579-466d-803b-afb427748fed" providerId="ADAL" clId="{3DF79A94-3F4D-41FB-BB0E-C339E3E07061}" dt="2022-10-24T20:19:54.121" v="3250" actId="700"/>
          <ac:spMkLst>
            <pc:docMk/>
            <pc:sldMk cId="3563958510" sldId="314"/>
            <ac:spMk id="2" creationId="{9097B092-1D13-AB17-D1AD-63B35A5249A6}"/>
          </ac:spMkLst>
        </pc:spChg>
        <pc:spChg chg="del mod ord">
          <ac:chgData name="Ali Hepburn" userId="4e8e14d8-d579-466d-803b-afb427748fed" providerId="ADAL" clId="{3DF79A94-3F4D-41FB-BB0E-C339E3E07061}" dt="2022-10-24T20:19:54.121" v="3250" actId="700"/>
          <ac:spMkLst>
            <pc:docMk/>
            <pc:sldMk cId="3563958510" sldId="314"/>
            <ac:spMk id="3" creationId="{D6B3FA9F-CAC7-9F3B-0B21-E00D4ABBAC35}"/>
          </ac:spMkLst>
        </pc:spChg>
        <pc:spChg chg="add mod ord">
          <ac:chgData name="Ali Hepburn" userId="4e8e14d8-d579-466d-803b-afb427748fed" providerId="ADAL" clId="{3DF79A94-3F4D-41FB-BB0E-C339E3E07061}" dt="2022-10-24T20:19:59.498" v="3260" actId="20577"/>
          <ac:spMkLst>
            <pc:docMk/>
            <pc:sldMk cId="3563958510" sldId="314"/>
            <ac:spMk id="4" creationId="{61C1CE0D-67F0-B299-E063-3404248F1817}"/>
          </ac:spMkLst>
        </pc:spChg>
        <pc:spChg chg="add mod ord">
          <ac:chgData name="Ali Hepburn" userId="4e8e14d8-d579-466d-803b-afb427748fed" providerId="ADAL" clId="{3DF79A94-3F4D-41FB-BB0E-C339E3E07061}" dt="2022-10-24T20:22:47.987" v="3810" actId="403"/>
          <ac:spMkLst>
            <pc:docMk/>
            <pc:sldMk cId="3563958510" sldId="314"/>
            <ac:spMk id="5" creationId="{5493F81A-EDD2-D065-D72F-FD8B06A2E53F}"/>
          </ac:spMkLst>
        </pc:spChg>
      </pc:sldChg>
      <pc:sldChg chg="modSp add mod">
        <pc:chgData name="Ali Hepburn" userId="4e8e14d8-d579-466d-803b-afb427748fed" providerId="ADAL" clId="{3DF79A94-3F4D-41FB-BB0E-C339E3E07061}" dt="2022-10-24T20:22:38.027" v="3806" actId="403"/>
        <pc:sldMkLst>
          <pc:docMk/>
          <pc:sldMk cId="583674752" sldId="315"/>
        </pc:sldMkLst>
        <pc:spChg chg="mod">
          <ac:chgData name="Ali Hepburn" userId="4e8e14d8-d579-466d-803b-afb427748fed" providerId="ADAL" clId="{3DF79A94-3F4D-41FB-BB0E-C339E3E07061}" dt="2022-10-24T20:20:42.578" v="3434" actId="20577"/>
          <ac:spMkLst>
            <pc:docMk/>
            <pc:sldMk cId="583674752" sldId="315"/>
            <ac:spMk id="4" creationId="{61C1CE0D-67F0-B299-E063-3404248F1817}"/>
          </ac:spMkLst>
        </pc:spChg>
        <pc:spChg chg="mod">
          <ac:chgData name="Ali Hepburn" userId="4e8e14d8-d579-466d-803b-afb427748fed" providerId="ADAL" clId="{3DF79A94-3F4D-41FB-BB0E-C339E3E07061}" dt="2022-10-24T20:22:38.027" v="3806" actId="403"/>
          <ac:spMkLst>
            <pc:docMk/>
            <pc:sldMk cId="583674752" sldId="315"/>
            <ac:spMk id="5" creationId="{5493F81A-EDD2-D065-D72F-FD8B06A2E53F}"/>
          </ac:spMkLst>
        </pc:spChg>
      </pc:sldChg>
      <pc:sldChg chg="modSp add mod">
        <pc:chgData name="Ali Hepburn" userId="4e8e14d8-d579-466d-803b-afb427748fed" providerId="ADAL" clId="{3DF79A94-3F4D-41FB-BB0E-C339E3E07061}" dt="2022-10-24T20:22:31.599" v="3802" actId="403"/>
        <pc:sldMkLst>
          <pc:docMk/>
          <pc:sldMk cId="783458695" sldId="316"/>
        </pc:sldMkLst>
        <pc:spChg chg="mod">
          <ac:chgData name="Ali Hepburn" userId="4e8e14d8-d579-466d-803b-afb427748fed" providerId="ADAL" clId="{3DF79A94-3F4D-41FB-BB0E-C339E3E07061}" dt="2022-10-24T20:21:09.202" v="3531" actId="20577"/>
          <ac:spMkLst>
            <pc:docMk/>
            <pc:sldMk cId="783458695" sldId="316"/>
            <ac:spMk id="4" creationId="{61C1CE0D-67F0-B299-E063-3404248F1817}"/>
          </ac:spMkLst>
        </pc:spChg>
        <pc:spChg chg="mod">
          <ac:chgData name="Ali Hepburn" userId="4e8e14d8-d579-466d-803b-afb427748fed" providerId="ADAL" clId="{3DF79A94-3F4D-41FB-BB0E-C339E3E07061}" dt="2022-10-24T20:22:31.599" v="3802" actId="403"/>
          <ac:spMkLst>
            <pc:docMk/>
            <pc:sldMk cId="783458695" sldId="316"/>
            <ac:spMk id="5" creationId="{5493F81A-EDD2-D065-D72F-FD8B06A2E53F}"/>
          </ac:spMkLst>
        </pc:spChg>
      </pc:sldChg>
      <pc:sldChg chg="modSp add mod">
        <pc:chgData name="Ali Hepburn" userId="4e8e14d8-d579-466d-803b-afb427748fed" providerId="ADAL" clId="{3DF79A94-3F4D-41FB-BB0E-C339E3E07061}" dt="2022-10-24T20:23:04.333" v="3811" actId="403"/>
        <pc:sldMkLst>
          <pc:docMk/>
          <pc:sldMk cId="1533664525" sldId="317"/>
        </pc:sldMkLst>
        <pc:spChg chg="mod">
          <ac:chgData name="Ali Hepburn" userId="4e8e14d8-d579-466d-803b-afb427748fed" providerId="ADAL" clId="{3DF79A94-3F4D-41FB-BB0E-C339E3E07061}" dt="2022-10-24T20:21:52.400" v="3666" actId="20577"/>
          <ac:spMkLst>
            <pc:docMk/>
            <pc:sldMk cId="1533664525" sldId="317"/>
            <ac:spMk id="4" creationId="{61C1CE0D-67F0-B299-E063-3404248F1817}"/>
          </ac:spMkLst>
        </pc:spChg>
        <pc:spChg chg="mod">
          <ac:chgData name="Ali Hepburn" userId="4e8e14d8-d579-466d-803b-afb427748fed" providerId="ADAL" clId="{3DF79A94-3F4D-41FB-BB0E-C339E3E07061}" dt="2022-10-24T20:23:04.333" v="3811" actId="403"/>
          <ac:spMkLst>
            <pc:docMk/>
            <pc:sldMk cId="1533664525" sldId="317"/>
            <ac:spMk id="5" creationId="{5493F81A-EDD2-D065-D72F-FD8B06A2E53F}"/>
          </ac:spMkLst>
        </pc:spChg>
      </pc:sldChg>
    </pc:docChg>
  </pc:docChgLst>
  <pc:docChgLst>
    <pc:chgData name="Ali Hepburn" userId="4e8e14d8-d579-466d-803b-afb427748fed" providerId="ADAL" clId="{87E53998-B8E2-441B-B7FB-3CE44F6A7F8C}"/>
    <pc:docChg chg="undo custSel addSld delSld modSld sldOrd modSection">
      <pc:chgData name="Ali Hepburn" userId="4e8e14d8-d579-466d-803b-afb427748fed" providerId="ADAL" clId="{87E53998-B8E2-441B-B7FB-3CE44F6A7F8C}" dt="2024-02-27T12:08:16.975" v="513" actId="20577"/>
      <pc:docMkLst>
        <pc:docMk/>
      </pc:docMkLst>
      <pc:sldChg chg="ord">
        <pc:chgData name="Ali Hepburn" userId="4e8e14d8-d579-466d-803b-afb427748fed" providerId="ADAL" clId="{87E53998-B8E2-441B-B7FB-3CE44F6A7F8C}" dt="2024-02-27T12:04:10.279" v="194"/>
        <pc:sldMkLst>
          <pc:docMk/>
          <pc:sldMk cId="1939342104" sldId="267"/>
        </pc:sldMkLst>
      </pc:sldChg>
      <pc:sldChg chg="modSp mod">
        <pc:chgData name="Ali Hepburn" userId="4e8e14d8-d579-466d-803b-afb427748fed" providerId="ADAL" clId="{87E53998-B8E2-441B-B7FB-3CE44F6A7F8C}" dt="2024-02-27T12:08:16.975" v="513" actId="20577"/>
        <pc:sldMkLst>
          <pc:docMk/>
          <pc:sldMk cId="3429027755" sldId="270"/>
        </pc:sldMkLst>
        <pc:spChg chg="mod">
          <ac:chgData name="Ali Hepburn" userId="4e8e14d8-d579-466d-803b-afb427748fed" providerId="ADAL" clId="{87E53998-B8E2-441B-B7FB-3CE44F6A7F8C}" dt="2024-02-27T12:08:16.975" v="513" actId="20577"/>
          <ac:spMkLst>
            <pc:docMk/>
            <pc:sldMk cId="3429027755" sldId="270"/>
            <ac:spMk id="3" creationId="{1811582B-20C8-23F5-C9E8-6ACAD8EF76DE}"/>
          </ac:spMkLst>
        </pc:spChg>
      </pc:sldChg>
      <pc:sldChg chg="modSp mod">
        <pc:chgData name="Ali Hepburn" userId="4e8e14d8-d579-466d-803b-afb427748fed" providerId="ADAL" clId="{87E53998-B8E2-441B-B7FB-3CE44F6A7F8C}" dt="2023-11-29T18:01:04.994" v="1" actId="20577"/>
        <pc:sldMkLst>
          <pc:docMk/>
          <pc:sldMk cId="2002770558" sldId="304"/>
        </pc:sldMkLst>
        <pc:spChg chg="mod">
          <ac:chgData name="Ali Hepburn" userId="4e8e14d8-d579-466d-803b-afb427748fed" providerId="ADAL" clId="{87E53998-B8E2-441B-B7FB-3CE44F6A7F8C}" dt="2023-11-29T18:01:04.994" v="1" actId="20577"/>
          <ac:spMkLst>
            <pc:docMk/>
            <pc:sldMk cId="2002770558" sldId="304"/>
            <ac:spMk id="3" creationId="{50F051FA-2D04-CB9B-D1B4-FD9A1BBBEE71}"/>
          </ac:spMkLst>
        </pc:spChg>
      </pc:sldChg>
      <pc:sldChg chg="addSp delSp mod">
        <pc:chgData name="Ali Hepburn" userId="4e8e14d8-d579-466d-803b-afb427748fed" providerId="ADAL" clId="{87E53998-B8E2-441B-B7FB-3CE44F6A7F8C}" dt="2024-02-27T12:06:19.484" v="451" actId="22"/>
        <pc:sldMkLst>
          <pc:docMk/>
          <pc:sldMk cId="2236751125" sldId="307"/>
        </pc:sldMkLst>
        <pc:spChg chg="add del">
          <ac:chgData name="Ali Hepburn" userId="4e8e14d8-d579-466d-803b-afb427748fed" providerId="ADAL" clId="{87E53998-B8E2-441B-B7FB-3CE44F6A7F8C}" dt="2024-02-27T12:06:07.556" v="447" actId="22"/>
          <ac:spMkLst>
            <pc:docMk/>
            <pc:sldMk cId="2236751125" sldId="307"/>
            <ac:spMk id="3" creationId="{97FE894A-1A21-7A39-725D-19E7CCC16BF3}"/>
          </ac:spMkLst>
        </pc:spChg>
        <pc:spChg chg="add del">
          <ac:chgData name="Ali Hepburn" userId="4e8e14d8-d579-466d-803b-afb427748fed" providerId="ADAL" clId="{87E53998-B8E2-441B-B7FB-3CE44F6A7F8C}" dt="2024-02-27T12:06:14.987" v="449" actId="22"/>
          <ac:spMkLst>
            <pc:docMk/>
            <pc:sldMk cId="2236751125" sldId="307"/>
            <ac:spMk id="6" creationId="{BF35E9C4-429F-E553-9FCE-0ED92A1B29E2}"/>
          </ac:spMkLst>
        </pc:spChg>
        <pc:spChg chg="add del">
          <ac:chgData name="Ali Hepburn" userId="4e8e14d8-d579-466d-803b-afb427748fed" providerId="ADAL" clId="{87E53998-B8E2-441B-B7FB-3CE44F6A7F8C}" dt="2024-02-27T12:06:19.484" v="451" actId="22"/>
          <ac:spMkLst>
            <pc:docMk/>
            <pc:sldMk cId="2236751125" sldId="307"/>
            <ac:spMk id="8" creationId="{9580BFD0-07F1-BA95-DEDA-52653D1928A8}"/>
          </ac:spMkLst>
        </pc:spChg>
      </pc:sldChg>
      <pc:sldChg chg="ord">
        <pc:chgData name="Ali Hepburn" userId="4e8e14d8-d579-466d-803b-afb427748fed" providerId="ADAL" clId="{87E53998-B8E2-441B-B7FB-3CE44F6A7F8C}" dt="2024-02-27T12:04:10.279" v="194"/>
        <pc:sldMkLst>
          <pc:docMk/>
          <pc:sldMk cId="3107969983" sldId="310"/>
        </pc:sldMkLst>
      </pc:sldChg>
      <pc:sldChg chg="modSp mod">
        <pc:chgData name="Ali Hepburn" userId="4e8e14d8-d579-466d-803b-afb427748fed" providerId="ADAL" clId="{87E53998-B8E2-441B-B7FB-3CE44F6A7F8C}" dt="2024-02-27T12:07:18.470" v="466" actId="403"/>
        <pc:sldMkLst>
          <pc:docMk/>
          <pc:sldMk cId="2127300158" sldId="318"/>
        </pc:sldMkLst>
        <pc:spChg chg="mod">
          <ac:chgData name="Ali Hepburn" userId="4e8e14d8-d579-466d-803b-afb427748fed" providerId="ADAL" clId="{87E53998-B8E2-441B-B7FB-3CE44F6A7F8C}" dt="2024-02-27T12:07:18.470" v="466" actId="403"/>
          <ac:spMkLst>
            <pc:docMk/>
            <pc:sldMk cId="2127300158" sldId="318"/>
            <ac:spMk id="3" creationId="{496F422B-82BF-11D1-2E88-824883068F8C}"/>
          </ac:spMkLst>
        </pc:spChg>
      </pc:sldChg>
      <pc:sldChg chg="addSp delSp modSp new mod setBg modClrScheme chgLayout">
        <pc:chgData name="Ali Hepburn" userId="4e8e14d8-d579-466d-803b-afb427748fed" providerId="ADAL" clId="{87E53998-B8E2-441B-B7FB-3CE44F6A7F8C}" dt="2024-02-27T12:05:25.763" v="332" actId="403"/>
        <pc:sldMkLst>
          <pc:docMk/>
          <pc:sldMk cId="1049701983" sldId="319"/>
        </pc:sldMkLst>
        <pc:spChg chg="del mod ord">
          <ac:chgData name="Ali Hepburn" userId="4e8e14d8-d579-466d-803b-afb427748fed" providerId="ADAL" clId="{87E53998-B8E2-441B-B7FB-3CE44F6A7F8C}" dt="2024-02-27T12:04:47.529" v="196" actId="700"/>
          <ac:spMkLst>
            <pc:docMk/>
            <pc:sldMk cId="1049701983" sldId="319"/>
            <ac:spMk id="2" creationId="{AAD807D3-7CAA-DB21-976D-D0521B2BE1DA}"/>
          </ac:spMkLst>
        </pc:spChg>
        <pc:spChg chg="del mod ord">
          <ac:chgData name="Ali Hepburn" userId="4e8e14d8-d579-466d-803b-afb427748fed" providerId="ADAL" clId="{87E53998-B8E2-441B-B7FB-3CE44F6A7F8C}" dt="2024-02-27T12:04:47.529" v="196" actId="700"/>
          <ac:spMkLst>
            <pc:docMk/>
            <pc:sldMk cId="1049701983" sldId="319"/>
            <ac:spMk id="3" creationId="{AE953418-BF92-65BD-04B4-8B7E36FD5504}"/>
          </ac:spMkLst>
        </pc:spChg>
        <pc:spChg chg="add mod ord">
          <ac:chgData name="Ali Hepburn" userId="4e8e14d8-d579-466d-803b-afb427748fed" providerId="ADAL" clId="{87E53998-B8E2-441B-B7FB-3CE44F6A7F8C}" dt="2024-02-27T12:05:22.429" v="328" actId="26606"/>
          <ac:spMkLst>
            <pc:docMk/>
            <pc:sldMk cId="1049701983" sldId="319"/>
            <ac:spMk id="4" creationId="{B5B97A46-81B1-676B-F21B-D7FEAB0DAB23}"/>
          </ac:spMkLst>
        </pc:spChg>
        <pc:spChg chg="add mod ord">
          <ac:chgData name="Ali Hepburn" userId="4e8e14d8-d579-466d-803b-afb427748fed" providerId="ADAL" clId="{87E53998-B8E2-441B-B7FB-3CE44F6A7F8C}" dt="2024-02-27T12:05:25.763" v="332" actId="403"/>
          <ac:spMkLst>
            <pc:docMk/>
            <pc:sldMk cId="1049701983" sldId="319"/>
            <ac:spMk id="5" creationId="{E8488BF5-CE52-8541-15DA-07F64FC6EEDC}"/>
          </ac:spMkLst>
        </pc:spChg>
        <pc:spChg chg="add">
          <ac:chgData name="Ali Hepburn" userId="4e8e14d8-d579-466d-803b-afb427748fed" providerId="ADAL" clId="{87E53998-B8E2-441B-B7FB-3CE44F6A7F8C}" dt="2024-02-27T12:05:22.429" v="328" actId="26606"/>
          <ac:spMkLst>
            <pc:docMk/>
            <pc:sldMk cId="1049701983" sldId="319"/>
            <ac:spMk id="10" creationId="{081EA652-8C6A-4E69-BEB9-170809474553}"/>
          </ac:spMkLst>
        </pc:spChg>
        <pc:spChg chg="add">
          <ac:chgData name="Ali Hepburn" userId="4e8e14d8-d579-466d-803b-afb427748fed" providerId="ADAL" clId="{87E53998-B8E2-441B-B7FB-3CE44F6A7F8C}" dt="2024-02-27T12:05:22.429" v="328" actId="26606"/>
          <ac:spMkLst>
            <pc:docMk/>
            <pc:sldMk cId="1049701983" sldId="319"/>
            <ac:spMk id="12" creationId="{5298780A-33B9-4EA2-8F67-DE68AD62841B}"/>
          </ac:spMkLst>
        </pc:spChg>
        <pc:spChg chg="add">
          <ac:chgData name="Ali Hepburn" userId="4e8e14d8-d579-466d-803b-afb427748fed" providerId="ADAL" clId="{87E53998-B8E2-441B-B7FB-3CE44F6A7F8C}" dt="2024-02-27T12:05:22.429" v="328" actId="26606"/>
          <ac:spMkLst>
            <pc:docMk/>
            <pc:sldMk cId="1049701983" sldId="319"/>
            <ac:spMk id="14" creationId="{7F488E8B-4E1E-4402-8935-D4E6C02615C7}"/>
          </ac:spMkLst>
        </pc:spChg>
        <pc:cxnChg chg="add">
          <ac:chgData name="Ali Hepburn" userId="4e8e14d8-d579-466d-803b-afb427748fed" providerId="ADAL" clId="{87E53998-B8E2-441B-B7FB-3CE44F6A7F8C}" dt="2024-02-27T12:05:22.429" v="328" actId="26606"/>
          <ac:cxnSpMkLst>
            <pc:docMk/>
            <pc:sldMk cId="1049701983" sldId="319"/>
            <ac:cxnSpMk id="16" creationId="{23AAC9B5-8015-485C-ACF9-A750390E9A56}"/>
          </ac:cxnSpMkLst>
        </pc:cxnChg>
      </pc:sldChg>
      <pc:sldChg chg="delSp modSp add del mod setBg delDesignElem">
        <pc:chgData name="Ali Hepburn" userId="4e8e14d8-d579-466d-803b-afb427748fed" providerId="ADAL" clId="{87E53998-B8E2-441B-B7FB-3CE44F6A7F8C}" dt="2024-02-27T12:06:02.463" v="445" actId="47"/>
        <pc:sldMkLst>
          <pc:docMk/>
          <pc:sldMk cId="2084738284" sldId="320"/>
        </pc:sldMkLst>
        <pc:spChg chg="mod">
          <ac:chgData name="Ali Hepburn" userId="4e8e14d8-d579-466d-803b-afb427748fed" providerId="ADAL" clId="{87E53998-B8E2-441B-B7FB-3CE44F6A7F8C}" dt="2024-02-27T12:06:00.626" v="444" actId="21"/>
          <ac:spMkLst>
            <pc:docMk/>
            <pc:sldMk cId="2084738284" sldId="320"/>
            <ac:spMk id="5" creationId="{E8488BF5-CE52-8541-15DA-07F64FC6EEDC}"/>
          </ac:spMkLst>
        </pc:spChg>
        <pc:spChg chg="del">
          <ac:chgData name="Ali Hepburn" userId="4e8e14d8-d579-466d-803b-afb427748fed" providerId="ADAL" clId="{87E53998-B8E2-441B-B7FB-3CE44F6A7F8C}" dt="2024-02-27T12:05:32.494" v="334"/>
          <ac:spMkLst>
            <pc:docMk/>
            <pc:sldMk cId="2084738284" sldId="320"/>
            <ac:spMk id="10" creationId="{081EA652-8C6A-4E69-BEB9-170809474553}"/>
          </ac:spMkLst>
        </pc:spChg>
        <pc:spChg chg="del">
          <ac:chgData name="Ali Hepburn" userId="4e8e14d8-d579-466d-803b-afb427748fed" providerId="ADAL" clId="{87E53998-B8E2-441B-B7FB-3CE44F6A7F8C}" dt="2024-02-27T12:05:32.494" v="334"/>
          <ac:spMkLst>
            <pc:docMk/>
            <pc:sldMk cId="2084738284" sldId="320"/>
            <ac:spMk id="12" creationId="{5298780A-33B9-4EA2-8F67-DE68AD62841B}"/>
          </ac:spMkLst>
        </pc:spChg>
        <pc:spChg chg="del">
          <ac:chgData name="Ali Hepburn" userId="4e8e14d8-d579-466d-803b-afb427748fed" providerId="ADAL" clId="{87E53998-B8E2-441B-B7FB-3CE44F6A7F8C}" dt="2024-02-27T12:05:32.494" v="334"/>
          <ac:spMkLst>
            <pc:docMk/>
            <pc:sldMk cId="2084738284" sldId="320"/>
            <ac:spMk id="14" creationId="{7F488E8B-4E1E-4402-8935-D4E6C02615C7}"/>
          </ac:spMkLst>
        </pc:spChg>
        <pc:cxnChg chg="del">
          <ac:chgData name="Ali Hepburn" userId="4e8e14d8-d579-466d-803b-afb427748fed" providerId="ADAL" clId="{87E53998-B8E2-441B-B7FB-3CE44F6A7F8C}" dt="2024-02-27T12:05:32.494" v="334"/>
          <ac:cxnSpMkLst>
            <pc:docMk/>
            <pc:sldMk cId="2084738284" sldId="320"/>
            <ac:cxnSpMk id="16" creationId="{23AAC9B5-8015-485C-ACF9-A750390E9A56}"/>
          </ac:cxnSpMkLst>
        </pc:cxnChg>
      </pc:sldChg>
      <pc:sldChg chg="modSp add mod ord">
        <pc:chgData name="Ali Hepburn" userId="4e8e14d8-d579-466d-803b-afb427748fed" providerId="ADAL" clId="{87E53998-B8E2-441B-B7FB-3CE44F6A7F8C}" dt="2024-02-27T12:06:40.365" v="463" actId="20577"/>
        <pc:sldMkLst>
          <pc:docMk/>
          <pc:sldMk cId="3072627371" sldId="320"/>
        </pc:sldMkLst>
        <pc:spChg chg="mod">
          <ac:chgData name="Ali Hepburn" userId="4e8e14d8-d579-466d-803b-afb427748fed" providerId="ADAL" clId="{87E53998-B8E2-441B-B7FB-3CE44F6A7F8C}" dt="2024-02-27T12:06:40.365" v="463" actId="20577"/>
          <ac:spMkLst>
            <pc:docMk/>
            <pc:sldMk cId="3072627371" sldId="320"/>
            <ac:spMk id="5" creationId="{E8488BF5-CE52-8541-15DA-07F64FC6EEDC}"/>
          </ac:spMkLst>
        </pc:spChg>
      </pc:sldChg>
    </pc:docChg>
  </pc:docChgLst>
  <pc:docChgLst>
    <pc:chgData name="Ali Hepburn" userId="4e8e14d8-d579-466d-803b-afb427748fed" providerId="ADAL" clId="{3DB02D69-5ABD-4ABC-8410-37B40AC99252}"/>
    <pc:docChg chg="custSel modSld">
      <pc:chgData name="Ali Hepburn" userId="4e8e14d8-d579-466d-803b-afb427748fed" providerId="ADAL" clId="{3DB02D69-5ABD-4ABC-8410-37B40AC99252}" dt="2022-10-25T09:15:44.395" v="582" actId="20577"/>
      <pc:docMkLst>
        <pc:docMk/>
      </pc:docMkLst>
      <pc:sldChg chg="modNotesTx">
        <pc:chgData name="Ali Hepburn" userId="4e8e14d8-d579-466d-803b-afb427748fed" providerId="ADAL" clId="{3DB02D69-5ABD-4ABC-8410-37B40AC99252}" dt="2022-10-25T07:58:50.982" v="108" actId="20577"/>
        <pc:sldMkLst>
          <pc:docMk/>
          <pc:sldMk cId="453076385" sldId="259"/>
        </pc:sldMkLst>
      </pc:sldChg>
      <pc:sldChg chg="modNotesTx">
        <pc:chgData name="Ali Hepburn" userId="4e8e14d8-d579-466d-803b-afb427748fed" providerId="ADAL" clId="{3DB02D69-5ABD-4ABC-8410-37B40AC99252}" dt="2022-10-25T07:59:47.783" v="263" actId="20577"/>
        <pc:sldMkLst>
          <pc:docMk/>
          <pc:sldMk cId="3568584855" sldId="260"/>
        </pc:sldMkLst>
      </pc:sldChg>
      <pc:sldChg chg="modNotesTx">
        <pc:chgData name="Ali Hepburn" userId="4e8e14d8-d579-466d-803b-afb427748fed" providerId="ADAL" clId="{3DB02D69-5ABD-4ABC-8410-37B40AC99252}" dt="2022-10-25T08:01:00.711" v="296" actId="20577"/>
        <pc:sldMkLst>
          <pc:docMk/>
          <pc:sldMk cId="1699890684" sldId="263"/>
        </pc:sldMkLst>
      </pc:sldChg>
      <pc:sldChg chg="modNotesTx">
        <pc:chgData name="Ali Hepburn" userId="4e8e14d8-d579-466d-803b-afb427748fed" providerId="ADAL" clId="{3DB02D69-5ABD-4ABC-8410-37B40AC99252}" dt="2022-10-25T08:03:24.898" v="514" actId="20577"/>
        <pc:sldMkLst>
          <pc:docMk/>
          <pc:sldMk cId="2569273297" sldId="264"/>
        </pc:sldMkLst>
      </pc:sldChg>
      <pc:sldChg chg="modSp mod modNotesTx">
        <pc:chgData name="Ali Hepburn" userId="4e8e14d8-d579-466d-803b-afb427748fed" providerId="ADAL" clId="{3DB02D69-5ABD-4ABC-8410-37B40AC99252}" dt="2022-10-25T08:04:02.314" v="520" actId="20577"/>
        <pc:sldMkLst>
          <pc:docMk/>
          <pc:sldMk cId="3711503006" sldId="268"/>
        </pc:sldMkLst>
        <pc:spChg chg="mod">
          <ac:chgData name="Ali Hepburn" userId="4e8e14d8-d579-466d-803b-afb427748fed" providerId="ADAL" clId="{3DB02D69-5ABD-4ABC-8410-37B40AC99252}" dt="2022-10-25T08:03:55.005" v="515" actId="21"/>
          <ac:spMkLst>
            <pc:docMk/>
            <pc:sldMk cId="3711503006" sldId="268"/>
            <ac:spMk id="3" creationId="{A81FA5D3-DE12-56B2-84A8-EE2AC8C32420}"/>
          </ac:spMkLst>
        </pc:spChg>
      </pc:sldChg>
      <pc:sldChg chg="modNotesTx">
        <pc:chgData name="Ali Hepburn" userId="4e8e14d8-d579-466d-803b-afb427748fed" providerId="ADAL" clId="{3DB02D69-5ABD-4ABC-8410-37B40AC99252}" dt="2022-10-25T08:05:03.738" v="581" actId="20577"/>
        <pc:sldMkLst>
          <pc:docMk/>
          <pc:sldMk cId="3668886466" sldId="272"/>
        </pc:sldMkLst>
      </pc:sldChg>
      <pc:sldChg chg="modNotesTx">
        <pc:chgData name="Ali Hepburn" userId="4e8e14d8-d579-466d-803b-afb427748fed" providerId="ADAL" clId="{3DB02D69-5ABD-4ABC-8410-37B40AC99252}" dt="2022-10-25T08:01:10.637" v="326" actId="20577"/>
        <pc:sldMkLst>
          <pc:docMk/>
          <pc:sldMk cId="2348494341" sldId="308"/>
        </pc:sldMkLst>
      </pc:sldChg>
      <pc:sldChg chg="modSp mod">
        <pc:chgData name="Ali Hepburn" userId="4e8e14d8-d579-466d-803b-afb427748fed" providerId="ADAL" clId="{3DB02D69-5ABD-4ABC-8410-37B40AC99252}" dt="2022-10-25T09:15:44.395" v="582" actId="20577"/>
        <pc:sldMkLst>
          <pc:docMk/>
          <pc:sldMk cId="3563958510" sldId="314"/>
        </pc:sldMkLst>
        <pc:spChg chg="mod">
          <ac:chgData name="Ali Hepburn" userId="4e8e14d8-d579-466d-803b-afb427748fed" providerId="ADAL" clId="{3DB02D69-5ABD-4ABC-8410-37B40AC99252}" dt="2022-10-25T09:15:44.395" v="582" actId="20577"/>
          <ac:spMkLst>
            <pc:docMk/>
            <pc:sldMk cId="3563958510" sldId="314"/>
            <ac:spMk id="5" creationId="{5493F81A-EDD2-D065-D72F-FD8B06A2E53F}"/>
          </ac:spMkLst>
        </pc:spChg>
      </pc:sldChg>
    </pc:docChg>
  </pc:docChgLst>
  <pc:docChgLst>
    <pc:chgData name="Ali Hepburn" userId="4e8e14d8-d579-466d-803b-afb427748fed" providerId="ADAL" clId="{94C43007-F6AC-4B6B-8711-A96C72278D5C}"/>
    <pc:docChg chg="custSel addSld delSld modSld addSection modSection">
      <pc:chgData name="Ali Hepburn" userId="4e8e14d8-d579-466d-803b-afb427748fed" providerId="ADAL" clId="{94C43007-F6AC-4B6B-8711-A96C72278D5C}" dt="2022-10-23T15:21:42.705" v="60" actId="17846"/>
      <pc:docMkLst>
        <pc:docMk/>
      </pc:docMkLst>
      <pc:sldChg chg="del">
        <pc:chgData name="Ali Hepburn" userId="4e8e14d8-d579-466d-803b-afb427748fed" providerId="ADAL" clId="{94C43007-F6AC-4B6B-8711-A96C72278D5C}" dt="2022-10-23T15:18:10.324" v="6" actId="47"/>
        <pc:sldMkLst>
          <pc:docMk/>
          <pc:sldMk cId="1655066257" sldId="257"/>
        </pc:sldMkLst>
      </pc:sldChg>
      <pc:sldChg chg="del">
        <pc:chgData name="Ali Hepburn" userId="4e8e14d8-d579-466d-803b-afb427748fed" providerId="ADAL" clId="{94C43007-F6AC-4B6B-8711-A96C72278D5C}" dt="2022-10-23T15:20:05.287" v="7" actId="47"/>
        <pc:sldMkLst>
          <pc:docMk/>
          <pc:sldMk cId="1553106315" sldId="280"/>
        </pc:sldMkLst>
      </pc:sldChg>
      <pc:sldChg chg="del">
        <pc:chgData name="Ali Hepburn" userId="4e8e14d8-d579-466d-803b-afb427748fed" providerId="ADAL" clId="{94C43007-F6AC-4B6B-8711-A96C72278D5C}" dt="2022-10-23T15:20:05.805" v="8" actId="47"/>
        <pc:sldMkLst>
          <pc:docMk/>
          <pc:sldMk cId="1458910056" sldId="281"/>
        </pc:sldMkLst>
      </pc:sldChg>
      <pc:sldChg chg="del">
        <pc:chgData name="Ali Hepburn" userId="4e8e14d8-d579-466d-803b-afb427748fed" providerId="ADAL" clId="{94C43007-F6AC-4B6B-8711-A96C72278D5C}" dt="2022-10-23T15:20:06.155" v="9" actId="47"/>
        <pc:sldMkLst>
          <pc:docMk/>
          <pc:sldMk cId="563796216" sldId="282"/>
        </pc:sldMkLst>
      </pc:sldChg>
      <pc:sldChg chg="del">
        <pc:chgData name="Ali Hepburn" userId="4e8e14d8-d579-466d-803b-afb427748fed" providerId="ADAL" clId="{94C43007-F6AC-4B6B-8711-A96C72278D5C}" dt="2022-10-23T15:20:06.352" v="10" actId="47"/>
        <pc:sldMkLst>
          <pc:docMk/>
          <pc:sldMk cId="2581722097" sldId="283"/>
        </pc:sldMkLst>
      </pc:sldChg>
      <pc:sldChg chg="del">
        <pc:chgData name="Ali Hepburn" userId="4e8e14d8-d579-466d-803b-afb427748fed" providerId="ADAL" clId="{94C43007-F6AC-4B6B-8711-A96C72278D5C}" dt="2022-10-23T15:20:06.536" v="11" actId="47"/>
        <pc:sldMkLst>
          <pc:docMk/>
          <pc:sldMk cId="262416201" sldId="284"/>
        </pc:sldMkLst>
      </pc:sldChg>
      <pc:sldChg chg="del">
        <pc:chgData name="Ali Hepburn" userId="4e8e14d8-d579-466d-803b-afb427748fed" providerId="ADAL" clId="{94C43007-F6AC-4B6B-8711-A96C72278D5C}" dt="2022-10-23T15:20:06.726" v="12" actId="47"/>
        <pc:sldMkLst>
          <pc:docMk/>
          <pc:sldMk cId="3142291232" sldId="285"/>
        </pc:sldMkLst>
      </pc:sldChg>
      <pc:sldChg chg="del">
        <pc:chgData name="Ali Hepburn" userId="4e8e14d8-d579-466d-803b-afb427748fed" providerId="ADAL" clId="{94C43007-F6AC-4B6B-8711-A96C72278D5C}" dt="2022-10-23T15:20:06.870" v="13" actId="47"/>
        <pc:sldMkLst>
          <pc:docMk/>
          <pc:sldMk cId="2550749776" sldId="286"/>
        </pc:sldMkLst>
      </pc:sldChg>
      <pc:sldChg chg="del">
        <pc:chgData name="Ali Hepburn" userId="4e8e14d8-d579-466d-803b-afb427748fed" providerId="ADAL" clId="{94C43007-F6AC-4B6B-8711-A96C72278D5C}" dt="2022-10-23T15:20:07.046" v="14" actId="47"/>
        <pc:sldMkLst>
          <pc:docMk/>
          <pc:sldMk cId="726705880" sldId="287"/>
        </pc:sldMkLst>
      </pc:sldChg>
      <pc:sldChg chg="del">
        <pc:chgData name="Ali Hepburn" userId="4e8e14d8-d579-466d-803b-afb427748fed" providerId="ADAL" clId="{94C43007-F6AC-4B6B-8711-A96C72278D5C}" dt="2022-10-23T15:20:07.205" v="15" actId="47"/>
        <pc:sldMkLst>
          <pc:docMk/>
          <pc:sldMk cId="3470154885" sldId="288"/>
        </pc:sldMkLst>
      </pc:sldChg>
      <pc:sldChg chg="del">
        <pc:chgData name="Ali Hepburn" userId="4e8e14d8-d579-466d-803b-afb427748fed" providerId="ADAL" clId="{94C43007-F6AC-4B6B-8711-A96C72278D5C}" dt="2022-10-23T15:20:07.524" v="16" actId="47"/>
        <pc:sldMkLst>
          <pc:docMk/>
          <pc:sldMk cId="3369093739" sldId="289"/>
        </pc:sldMkLst>
      </pc:sldChg>
      <pc:sldChg chg="del">
        <pc:chgData name="Ali Hepburn" userId="4e8e14d8-d579-466d-803b-afb427748fed" providerId="ADAL" clId="{94C43007-F6AC-4B6B-8711-A96C72278D5C}" dt="2022-10-23T15:20:07.721" v="17" actId="47"/>
        <pc:sldMkLst>
          <pc:docMk/>
          <pc:sldMk cId="612069934" sldId="290"/>
        </pc:sldMkLst>
      </pc:sldChg>
      <pc:sldChg chg="del">
        <pc:chgData name="Ali Hepburn" userId="4e8e14d8-d579-466d-803b-afb427748fed" providerId="ADAL" clId="{94C43007-F6AC-4B6B-8711-A96C72278D5C}" dt="2022-10-23T15:20:07.905" v="18" actId="47"/>
        <pc:sldMkLst>
          <pc:docMk/>
          <pc:sldMk cId="2633943247" sldId="291"/>
        </pc:sldMkLst>
      </pc:sldChg>
      <pc:sldChg chg="del">
        <pc:chgData name="Ali Hepburn" userId="4e8e14d8-d579-466d-803b-afb427748fed" providerId="ADAL" clId="{94C43007-F6AC-4B6B-8711-A96C72278D5C}" dt="2022-10-23T15:20:08.070" v="19" actId="47"/>
        <pc:sldMkLst>
          <pc:docMk/>
          <pc:sldMk cId="2572236322" sldId="292"/>
        </pc:sldMkLst>
      </pc:sldChg>
      <pc:sldChg chg="del">
        <pc:chgData name="Ali Hepburn" userId="4e8e14d8-d579-466d-803b-afb427748fed" providerId="ADAL" clId="{94C43007-F6AC-4B6B-8711-A96C72278D5C}" dt="2022-10-23T15:20:08.262" v="20" actId="47"/>
        <pc:sldMkLst>
          <pc:docMk/>
          <pc:sldMk cId="173582417" sldId="293"/>
        </pc:sldMkLst>
      </pc:sldChg>
      <pc:sldChg chg="del">
        <pc:chgData name="Ali Hepburn" userId="4e8e14d8-d579-466d-803b-afb427748fed" providerId="ADAL" clId="{94C43007-F6AC-4B6B-8711-A96C72278D5C}" dt="2022-10-23T15:20:08.474" v="21" actId="47"/>
        <pc:sldMkLst>
          <pc:docMk/>
          <pc:sldMk cId="3246516622" sldId="294"/>
        </pc:sldMkLst>
      </pc:sldChg>
      <pc:sldChg chg="del">
        <pc:chgData name="Ali Hepburn" userId="4e8e14d8-d579-466d-803b-afb427748fed" providerId="ADAL" clId="{94C43007-F6AC-4B6B-8711-A96C72278D5C}" dt="2022-10-23T15:20:08.636" v="22" actId="47"/>
        <pc:sldMkLst>
          <pc:docMk/>
          <pc:sldMk cId="1569337095" sldId="295"/>
        </pc:sldMkLst>
      </pc:sldChg>
      <pc:sldChg chg="del">
        <pc:chgData name="Ali Hepburn" userId="4e8e14d8-d579-466d-803b-afb427748fed" providerId="ADAL" clId="{94C43007-F6AC-4B6B-8711-A96C72278D5C}" dt="2022-10-23T15:20:08.838" v="23" actId="47"/>
        <pc:sldMkLst>
          <pc:docMk/>
          <pc:sldMk cId="2910788993" sldId="296"/>
        </pc:sldMkLst>
      </pc:sldChg>
      <pc:sldChg chg="del">
        <pc:chgData name="Ali Hepburn" userId="4e8e14d8-d579-466d-803b-afb427748fed" providerId="ADAL" clId="{94C43007-F6AC-4B6B-8711-A96C72278D5C}" dt="2022-10-23T15:20:09.043" v="24" actId="47"/>
        <pc:sldMkLst>
          <pc:docMk/>
          <pc:sldMk cId="2164585916" sldId="297"/>
        </pc:sldMkLst>
      </pc:sldChg>
      <pc:sldChg chg="del">
        <pc:chgData name="Ali Hepburn" userId="4e8e14d8-d579-466d-803b-afb427748fed" providerId="ADAL" clId="{94C43007-F6AC-4B6B-8711-A96C72278D5C}" dt="2022-10-23T15:20:09.674" v="25" actId="47"/>
        <pc:sldMkLst>
          <pc:docMk/>
          <pc:sldMk cId="1510705963" sldId="298"/>
        </pc:sldMkLst>
      </pc:sldChg>
      <pc:sldChg chg="del">
        <pc:chgData name="Ali Hepburn" userId="4e8e14d8-d579-466d-803b-afb427748fed" providerId="ADAL" clId="{94C43007-F6AC-4B6B-8711-A96C72278D5C}" dt="2022-10-23T15:20:10.125" v="26" actId="47"/>
        <pc:sldMkLst>
          <pc:docMk/>
          <pc:sldMk cId="378907538" sldId="299"/>
        </pc:sldMkLst>
      </pc:sldChg>
      <pc:sldChg chg="del">
        <pc:chgData name="Ali Hepburn" userId="4e8e14d8-d579-466d-803b-afb427748fed" providerId="ADAL" clId="{94C43007-F6AC-4B6B-8711-A96C72278D5C}" dt="2022-10-23T15:20:10.506" v="27" actId="47"/>
        <pc:sldMkLst>
          <pc:docMk/>
          <pc:sldMk cId="2795972477" sldId="300"/>
        </pc:sldMkLst>
      </pc:sldChg>
      <pc:sldChg chg="del">
        <pc:chgData name="Ali Hepburn" userId="4e8e14d8-d579-466d-803b-afb427748fed" providerId="ADAL" clId="{94C43007-F6AC-4B6B-8711-A96C72278D5C}" dt="2022-10-23T15:20:11.159" v="28" actId="47"/>
        <pc:sldMkLst>
          <pc:docMk/>
          <pc:sldMk cId="1935676167" sldId="301"/>
        </pc:sldMkLst>
      </pc:sldChg>
      <pc:sldChg chg="del">
        <pc:chgData name="Ali Hepburn" userId="4e8e14d8-d579-466d-803b-afb427748fed" providerId="ADAL" clId="{94C43007-F6AC-4B6B-8711-A96C72278D5C}" dt="2022-10-23T15:20:12.026" v="29" actId="47"/>
        <pc:sldMkLst>
          <pc:docMk/>
          <pc:sldMk cId="3715697784" sldId="302"/>
        </pc:sldMkLst>
      </pc:sldChg>
      <pc:sldChg chg="modSp mod">
        <pc:chgData name="Ali Hepburn" userId="4e8e14d8-d579-466d-803b-afb427748fed" providerId="ADAL" clId="{94C43007-F6AC-4B6B-8711-A96C72278D5C}" dt="2022-10-23T15:18:07.938" v="5" actId="27636"/>
        <pc:sldMkLst>
          <pc:docMk/>
          <pc:sldMk cId="2002770558" sldId="304"/>
        </pc:sldMkLst>
        <pc:spChg chg="mod">
          <ac:chgData name="Ali Hepburn" userId="4e8e14d8-d579-466d-803b-afb427748fed" providerId="ADAL" clId="{94C43007-F6AC-4B6B-8711-A96C72278D5C}" dt="2022-10-23T15:18:07.938" v="5" actId="27636"/>
          <ac:spMkLst>
            <pc:docMk/>
            <pc:sldMk cId="2002770558" sldId="304"/>
            <ac:spMk id="3" creationId="{50F051FA-2D04-CB9B-D1B4-FD9A1BBBEE71}"/>
          </ac:spMkLst>
        </pc:spChg>
      </pc:sldChg>
      <pc:sldChg chg="addSp delSp modSp new mod modClrScheme chgLayout">
        <pc:chgData name="Ali Hepburn" userId="4e8e14d8-d579-466d-803b-afb427748fed" providerId="ADAL" clId="{94C43007-F6AC-4B6B-8711-A96C72278D5C}" dt="2022-10-23T15:20:57.740" v="42" actId="20577"/>
        <pc:sldMkLst>
          <pc:docMk/>
          <pc:sldMk cId="1154413305" sldId="305"/>
        </pc:sldMkLst>
        <pc:spChg chg="del mod ord">
          <ac:chgData name="Ali Hepburn" userId="4e8e14d8-d579-466d-803b-afb427748fed" providerId="ADAL" clId="{94C43007-F6AC-4B6B-8711-A96C72278D5C}" dt="2022-10-23T15:20:53.849" v="31" actId="700"/>
          <ac:spMkLst>
            <pc:docMk/>
            <pc:sldMk cId="1154413305" sldId="305"/>
            <ac:spMk id="2" creationId="{3531EF87-299E-7692-46CB-82D8429A59F1}"/>
          </ac:spMkLst>
        </pc:spChg>
        <pc:spChg chg="del mod ord">
          <ac:chgData name="Ali Hepburn" userId="4e8e14d8-d579-466d-803b-afb427748fed" providerId="ADAL" clId="{94C43007-F6AC-4B6B-8711-A96C72278D5C}" dt="2022-10-23T15:20:53.849" v="31" actId="700"/>
          <ac:spMkLst>
            <pc:docMk/>
            <pc:sldMk cId="1154413305" sldId="305"/>
            <ac:spMk id="3" creationId="{0EE76E89-52E2-80AF-74CC-5A810359500F}"/>
          </ac:spMkLst>
        </pc:spChg>
        <pc:spChg chg="add mod ord">
          <ac:chgData name="Ali Hepburn" userId="4e8e14d8-d579-466d-803b-afb427748fed" providerId="ADAL" clId="{94C43007-F6AC-4B6B-8711-A96C72278D5C}" dt="2022-10-23T15:20:57.740" v="42" actId="20577"/>
          <ac:spMkLst>
            <pc:docMk/>
            <pc:sldMk cId="1154413305" sldId="305"/>
            <ac:spMk id="4" creationId="{0B6EA466-4C22-5361-9DD5-6C4A8432768C}"/>
          </ac:spMkLst>
        </pc:spChg>
        <pc:spChg chg="add mod ord">
          <ac:chgData name="Ali Hepburn" userId="4e8e14d8-d579-466d-803b-afb427748fed" providerId="ADAL" clId="{94C43007-F6AC-4B6B-8711-A96C72278D5C}" dt="2022-10-23T15:20:53.849" v="31" actId="700"/>
          <ac:spMkLst>
            <pc:docMk/>
            <pc:sldMk cId="1154413305" sldId="305"/>
            <ac:spMk id="5" creationId="{0B2A6623-6BBA-8488-E43B-0C34F2B430BF}"/>
          </ac:spMkLst>
        </pc:spChg>
      </pc:sldChg>
      <pc:sldChg chg="addSp delSp modSp new mod modClrScheme chgLayout">
        <pc:chgData name="Ali Hepburn" userId="4e8e14d8-d579-466d-803b-afb427748fed" providerId="ADAL" clId="{94C43007-F6AC-4B6B-8711-A96C72278D5C}" dt="2022-10-23T15:21:26.561" v="58" actId="20577"/>
        <pc:sldMkLst>
          <pc:docMk/>
          <pc:sldMk cId="1003375711" sldId="306"/>
        </pc:sldMkLst>
        <pc:spChg chg="del mod ord">
          <ac:chgData name="Ali Hepburn" userId="4e8e14d8-d579-466d-803b-afb427748fed" providerId="ADAL" clId="{94C43007-F6AC-4B6B-8711-A96C72278D5C}" dt="2022-10-23T15:21:23.867" v="46" actId="700"/>
          <ac:spMkLst>
            <pc:docMk/>
            <pc:sldMk cId="1003375711" sldId="306"/>
            <ac:spMk id="2" creationId="{BD453025-356F-2F97-BBE7-7237F4CAC6A7}"/>
          </ac:spMkLst>
        </pc:spChg>
        <pc:spChg chg="del mod ord">
          <ac:chgData name="Ali Hepburn" userId="4e8e14d8-d579-466d-803b-afb427748fed" providerId="ADAL" clId="{94C43007-F6AC-4B6B-8711-A96C72278D5C}" dt="2022-10-23T15:21:23.867" v="46" actId="700"/>
          <ac:spMkLst>
            <pc:docMk/>
            <pc:sldMk cId="1003375711" sldId="306"/>
            <ac:spMk id="3" creationId="{FBF3DBDA-37F6-8E10-A140-884D3D0DA756}"/>
          </ac:spMkLst>
        </pc:spChg>
        <pc:spChg chg="add mod ord">
          <ac:chgData name="Ali Hepburn" userId="4e8e14d8-d579-466d-803b-afb427748fed" providerId="ADAL" clId="{94C43007-F6AC-4B6B-8711-A96C72278D5C}" dt="2022-10-23T15:21:26.561" v="58" actId="20577"/>
          <ac:spMkLst>
            <pc:docMk/>
            <pc:sldMk cId="1003375711" sldId="306"/>
            <ac:spMk id="4" creationId="{C5F94BF2-F289-365E-0AF2-F408B16DDF5F}"/>
          </ac:spMkLst>
        </pc:spChg>
        <pc:spChg chg="add mod ord">
          <ac:chgData name="Ali Hepburn" userId="4e8e14d8-d579-466d-803b-afb427748fed" providerId="ADAL" clId="{94C43007-F6AC-4B6B-8711-A96C72278D5C}" dt="2022-10-23T15:21:23.867" v="46" actId="700"/>
          <ac:spMkLst>
            <pc:docMk/>
            <pc:sldMk cId="1003375711" sldId="306"/>
            <ac:spMk id="5" creationId="{1EA9E623-AA00-2CF4-ABDC-ABCC1D23342D}"/>
          </ac:spMkLst>
        </pc:spChg>
      </pc:sldChg>
    </pc:docChg>
  </pc:docChgLst>
  <pc:docChgLst>
    <pc:chgData name="Ali Hepburn" userId="4e8e14d8-d579-466d-803b-afb427748fed" providerId="ADAL" clId="{4C4F2C16-A1BE-4DD4-A8F0-95A3AC103D19}"/>
    <pc:docChg chg="undo custSel delSld modSld modSection">
      <pc:chgData name="Ali Hepburn" userId="4e8e14d8-d579-466d-803b-afb427748fed" providerId="ADAL" clId="{4C4F2C16-A1BE-4DD4-A8F0-95A3AC103D19}" dt="2022-10-24T20:42:47.174" v="521" actId="114"/>
      <pc:docMkLst>
        <pc:docMk/>
      </pc:docMkLst>
      <pc:sldChg chg="addSp modSp mod">
        <pc:chgData name="Ali Hepburn" userId="4e8e14d8-d579-466d-803b-afb427748fed" providerId="ADAL" clId="{4C4F2C16-A1BE-4DD4-A8F0-95A3AC103D19}" dt="2022-10-24T20:38:39.313" v="404" actId="20577"/>
        <pc:sldMkLst>
          <pc:docMk/>
          <pc:sldMk cId="3563958510" sldId="314"/>
        </pc:sldMkLst>
        <pc:spChg chg="mod">
          <ac:chgData name="Ali Hepburn" userId="4e8e14d8-d579-466d-803b-afb427748fed" providerId="ADAL" clId="{4C4F2C16-A1BE-4DD4-A8F0-95A3AC103D19}" dt="2022-10-24T20:38:39.313" v="404" actId="20577"/>
          <ac:spMkLst>
            <pc:docMk/>
            <pc:sldMk cId="3563958510" sldId="314"/>
            <ac:spMk id="5" creationId="{5493F81A-EDD2-D065-D72F-FD8B06A2E53F}"/>
          </ac:spMkLst>
        </pc:spChg>
        <pc:graphicFrameChg chg="add mod modGraphic">
          <ac:chgData name="Ali Hepburn" userId="4e8e14d8-d579-466d-803b-afb427748fed" providerId="ADAL" clId="{4C4F2C16-A1BE-4DD4-A8F0-95A3AC103D19}" dt="2022-10-24T20:34:00.771" v="340" actId="14100"/>
          <ac:graphicFrameMkLst>
            <pc:docMk/>
            <pc:sldMk cId="3563958510" sldId="314"/>
            <ac:graphicFrameMk id="2" creationId="{A9CF6D32-6931-B4B5-D18F-71CAE8D070D6}"/>
          </ac:graphicFrameMkLst>
        </pc:graphicFrameChg>
      </pc:sldChg>
      <pc:sldChg chg="modSp del mod">
        <pc:chgData name="Ali Hepburn" userId="4e8e14d8-d579-466d-803b-afb427748fed" providerId="ADAL" clId="{4C4F2C16-A1BE-4DD4-A8F0-95A3AC103D19}" dt="2022-10-24T20:31:02.358" v="7" actId="47"/>
        <pc:sldMkLst>
          <pc:docMk/>
          <pc:sldMk cId="583674752" sldId="315"/>
        </pc:sldMkLst>
        <pc:spChg chg="mod">
          <ac:chgData name="Ali Hepburn" userId="4e8e14d8-d579-466d-803b-afb427748fed" providerId="ADAL" clId="{4C4F2C16-A1BE-4DD4-A8F0-95A3AC103D19}" dt="2022-10-24T20:30:56.303" v="4" actId="21"/>
          <ac:spMkLst>
            <pc:docMk/>
            <pc:sldMk cId="583674752" sldId="315"/>
            <ac:spMk id="5" creationId="{5493F81A-EDD2-D065-D72F-FD8B06A2E53F}"/>
          </ac:spMkLst>
        </pc:spChg>
      </pc:sldChg>
      <pc:sldChg chg="modSp mod">
        <pc:chgData name="Ali Hepburn" userId="4e8e14d8-d579-466d-803b-afb427748fed" providerId="ADAL" clId="{4C4F2C16-A1BE-4DD4-A8F0-95A3AC103D19}" dt="2022-10-24T20:42:47.174" v="521" actId="114"/>
        <pc:sldMkLst>
          <pc:docMk/>
          <pc:sldMk cId="783458695" sldId="316"/>
        </pc:sldMkLst>
        <pc:spChg chg="mod">
          <ac:chgData name="Ali Hepburn" userId="4e8e14d8-d579-466d-803b-afb427748fed" providerId="ADAL" clId="{4C4F2C16-A1BE-4DD4-A8F0-95A3AC103D19}" dt="2022-10-24T20:30:48.924" v="1" actId="20577"/>
          <ac:spMkLst>
            <pc:docMk/>
            <pc:sldMk cId="783458695" sldId="316"/>
            <ac:spMk id="4" creationId="{61C1CE0D-67F0-B299-E063-3404248F1817}"/>
          </ac:spMkLst>
        </pc:spChg>
        <pc:spChg chg="mod">
          <ac:chgData name="Ali Hepburn" userId="4e8e14d8-d579-466d-803b-afb427748fed" providerId="ADAL" clId="{4C4F2C16-A1BE-4DD4-A8F0-95A3AC103D19}" dt="2022-10-24T20:42:47.174" v="521" actId="114"/>
          <ac:spMkLst>
            <pc:docMk/>
            <pc:sldMk cId="783458695" sldId="316"/>
            <ac:spMk id="5" creationId="{5493F81A-EDD2-D065-D72F-FD8B06A2E53F}"/>
          </ac:spMkLst>
        </pc:spChg>
      </pc:sldChg>
      <pc:sldChg chg="modSp mod">
        <pc:chgData name="Ali Hepburn" userId="4e8e14d8-d579-466d-803b-afb427748fed" providerId="ADAL" clId="{4C4F2C16-A1BE-4DD4-A8F0-95A3AC103D19}" dt="2022-10-24T20:30:51.691" v="3" actId="20577"/>
        <pc:sldMkLst>
          <pc:docMk/>
          <pc:sldMk cId="1533664525" sldId="317"/>
        </pc:sldMkLst>
        <pc:spChg chg="mod">
          <ac:chgData name="Ali Hepburn" userId="4e8e14d8-d579-466d-803b-afb427748fed" providerId="ADAL" clId="{4C4F2C16-A1BE-4DD4-A8F0-95A3AC103D19}" dt="2022-10-24T20:30:51.691" v="3" actId="20577"/>
          <ac:spMkLst>
            <pc:docMk/>
            <pc:sldMk cId="1533664525" sldId="317"/>
            <ac:spMk id="4" creationId="{61C1CE0D-67F0-B299-E063-3404248F1817}"/>
          </ac:spMkLst>
        </pc:spChg>
      </pc:sldChg>
    </pc:docChg>
  </pc:docChgLst>
  <pc:docChgLst>
    <pc:chgData name="Ali Hepburn" userId="4e8e14d8-d579-466d-803b-afb427748fed" providerId="ADAL" clId="{6D5084E3-69C0-4697-883E-C3389DE47863}"/>
    <pc:docChg chg="undo custSel addSld modSld">
      <pc:chgData name="Ali Hepburn" userId="4e8e14d8-d579-466d-803b-afb427748fed" providerId="ADAL" clId="{6D5084E3-69C0-4697-883E-C3389DE47863}" dt="2022-07-21T22:40:56.696" v="1261" actId="27636"/>
      <pc:docMkLst>
        <pc:docMk/>
      </pc:docMkLst>
      <pc:sldChg chg="modSp mod">
        <pc:chgData name="Ali Hepburn" userId="4e8e14d8-d579-466d-803b-afb427748fed" providerId="ADAL" clId="{6D5084E3-69C0-4697-883E-C3389DE47863}" dt="2022-07-21T22:18:54.239" v="61" actId="20577"/>
        <pc:sldMkLst>
          <pc:docMk/>
          <pc:sldMk cId="728174566" sldId="256"/>
        </pc:sldMkLst>
        <pc:spChg chg="mod">
          <ac:chgData name="Ali Hepburn" userId="4e8e14d8-d579-466d-803b-afb427748fed" providerId="ADAL" clId="{6D5084E3-69C0-4697-883E-C3389DE47863}" dt="2022-07-21T22:18:54.239" v="61" actId="20577"/>
          <ac:spMkLst>
            <pc:docMk/>
            <pc:sldMk cId="728174566" sldId="256"/>
            <ac:spMk id="3" creationId="{50F051FA-2D04-CB9B-D1B4-FD9A1BBBEE71}"/>
          </ac:spMkLst>
        </pc:spChg>
      </pc:sldChg>
      <pc:sldChg chg="addSp delSp modSp new mod modClrScheme chgLayout">
        <pc:chgData name="Ali Hepburn" userId="4e8e14d8-d579-466d-803b-afb427748fed" providerId="ADAL" clId="{6D5084E3-69C0-4697-883E-C3389DE47863}" dt="2022-07-21T22:19:24.004" v="104" actId="20577"/>
        <pc:sldMkLst>
          <pc:docMk/>
          <pc:sldMk cId="1655066257" sldId="257"/>
        </pc:sldMkLst>
        <pc:spChg chg="del mod ord">
          <ac:chgData name="Ali Hepburn" userId="4e8e14d8-d579-466d-803b-afb427748fed" providerId="ADAL" clId="{6D5084E3-69C0-4697-883E-C3389DE47863}" dt="2022-07-21T22:19:16.047" v="63" actId="700"/>
          <ac:spMkLst>
            <pc:docMk/>
            <pc:sldMk cId="1655066257" sldId="257"/>
            <ac:spMk id="2" creationId="{89F2A680-044C-B4BE-34D9-D0CBA2FE4EDF}"/>
          </ac:spMkLst>
        </pc:spChg>
        <pc:spChg chg="del mod ord">
          <ac:chgData name="Ali Hepburn" userId="4e8e14d8-d579-466d-803b-afb427748fed" providerId="ADAL" clId="{6D5084E3-69C0-4697-883E-C3389DE47863}" dt="2022-07-21T22:19:16.047" v="63" actId="700"/>
          <ac:spMkLst>
            <pc:docMk/>
            <pc:sldMk cId="1655066257" sldId="257"/>
            <ac:spMk id="3" creationId="{14EAFFCC-2E89-90B7-4924-25CC35F279AB}"/>
          </ac:spMkLst>
        </pc:spChg>
        <pc:spChg chg="add mod ord">
          <ac:chgData name="Ali Hepburn" userId="4e8e14d8-d579-466d-803b-afb427748fed" providerId="ADAL" clId="{6D5084E3-69C0-4697-883E-C3389DE47863}" dt="2022-07-21T22:19:24.004" v="104" actId="20577"/>
          <ac:spMkLst>
            <pc:docMk/>
            <pc:sldMk cId="1655066257" sldId="257"/>
            <ac:spMk id="4" creationId="{CE929F57-179D-ABA6-95F2-AC6734774C6E}"/>
          </ac:spMkLst>
        </pc:spChg>
        <pc:spChg chg="add mod ord">
          <ac:chgData name="Ali Hepburn" userId="4e8e14d8-d579-466d-803b-afb427748fed" providerId="ADAL" clId="{6D5084E3-69C0-4697-883E-C3389DE47863}" dt="2022-07-21T22:19:16.047" v="63" actId="700"/>
          <ac:spMkLst>
            <pc:docMk/>
            <pc:sldMk cId="1655066257" sldId="257"/>
            <ac:spMk id="5" creationId="{686A9C87-CF3C-BB3D-32FD-D58FDE894283}"/>
          </ac:spMkLst>
        </pc:spChg>
      </pc:sldChg>
      <pc:sldChg chg="addSp delSp modSp new mod modClrScheme chgLayout">
        <pc:chgData name="Ali Hepburn" userId="4e8e14d8-d579-466d-803b-afb427748fed" providerId="ADAL" clId="{6D5084E3-69C0-4697-883E-C3389DE47863}" dt="2022-07-21T22:19:44.008" v="166" actId="27636"/>
        <pc:sldMkLst>
          <pc:docMk/>
          <pc:sldMk cId="584999422" sldId="258"/>
        </pc:sldMkLst>
        <pc:spChg chg="del mod ord">
          <ac:chgData name="Ali Hepburn" userId="4e8e14d8-d579-466d-803b-afb427748fed" providerId="ADAL" clId="{6D5084E3-69C0-4697-883E-C3389DE47863}" dt="2022-07-21T22:19:32.344" v="106" actId="700"/>
          <ac:spMkLst>
            <pc:docMk/>
            <pc:sldMk cId="584999422" sldId="258"/>
            <ac:spMk id="2" creationId="{20E664FB-5BB2-6150-BE48-3E9CB6B83892}"/>
          </ac:spMkLst>
        </pc:spChg>
        <pc:spChg chg="del mod ord">
          <ac:chgData name="Ali Hepburn" userId="4e8e14d8-d579-466d-803b-afb427748fed" providerId="ADAL" clId="{6D5084E3-69C0-4697-883E-C3389DE47863}" dt="2022-07-21T22:19:32.344" v="106" actId="700"/>
          <ac:spMkLst>
            <pc:docMk/>
            <pc:sldMk cId="584999422" sldId="258"/>
            <ac:spMk id="3" creationId="{22A8D4BF-866E-F3EA-8CD4-3CC94E63F62E}"/>
          </ac:spMkLst>
        </pc:spChg>
        <pc:spChg chg="add mod ord">
          <ac:chgData name="Ali Hepburn" userId="4e8e14d8-d579-466d-803b-afb427748fed" providerId="ADAL" clId="{6D5084E3-69C0-4697-883E-C3389DE47863}" dt="2022-07-21T22:19:40.361" v="164" actId="20577"/>
          <ac:spMkLst>
            <pc:docMk/>
            <pc:sldMk cId="584999422" sldId="258"/>
            <ac:spMk id="4" creationId="{77AF7D82-273F-5CF8-FAF1-858A659FBB48}"/>
          </ac:spMkLst>
        </pc:spChg>
        <pc:spChg chg="add mod ord">
          <ac:chgData name="Ali Hepburn" userId="4e8e14d8-d579-466d-803b-afb427748fed" providerId="ADAL" clId="{6D5084E3-69C0-4697-883E-C3389DE47863}" dt="2022-07-21T22:19:44.008" v="166" actId="27636"/>
          <ac:spMkLst>
            <pc:docMk/>
            <pc:sldMk cId="584999422" sldId="258"/>
            <ac:spMk id="5" creationId="{FB4E7BC5-9CDF-B98A-830A-6F22677D5DB0}"/>
          </ac:spMkLst>
        </pc:spChg>
      </pc:sldChg>
      <pc:sldChg chg="modSp new mod">
        <pc:chgData name="Ali Hepburn" userId="4e8e14d8-d579-466d-803b-afb427748fed" providerId="ADAL" clId="{6D5084E3-69C0-4697-883E-C3389DE47863}" dt="2022-07-21T22:20:05.439" v="221"/>
        <pc:sldMkLst>
          <pc:docMk/>
          <pc:sldMk cId="453076385" sldId="259"/>
        </pc:sldMkLst>
        <pc:spChg chg="mod">
          <ac:chgData name="Ali Hepburn" userId="4e8e14d8-d579-466d-803b-afb427748fed" providerId="ADAL" clId="{6D5084E3-69C0-4697-883E-C3389DE47863}" dt="2022-07-21T22:20:01.182" v="220" actId="20577"/>
          <ac:spMkLst>
            <pc:docMk/>
            <pc:sldMk cId="453076385" sldId="259"/>
            <ac:spMk id="2" creationId="{C546BF45-7429-40CE-6344-1DC5BD9F1820}"/>
          </ac:spMkLst>
        </pc:spChg>
        <pc:spChg chg="mod">
          <ac:chgData name="Ali Hepburn" userId="4e8e14d8-d579-466d-803b-afb427748fed" providerId="ADAL" clId="{6D5084E3-69C0-4697-883E-C3389DE47863}" dt="2022-07-21T22:20:05.439" v="221"/>
          <ac:spMkLst>
            <pc:docMk/>
            <pc:sldMk cId="453076385" sldId="259"/>
            <ac:spMk id="3" creationId="{1D84D2E4-64B7-39F1-EE27-C5BD0671CD53}"/>
          </ac:spMkLst>
        </pc:spChg>
      </pc:sldChg>
      <pc:sldChg chg="addSp delSp modSp new mod">
        <pc:chgData name="Ali Hepburn" userId="4e8e14d8-d579-466d-803b-afb427748fed" providerId="ADAL" clId="{6D5084E3-69C0-4697-883E-C3389DE47863}" dt="2022-07-21T22:20:36.206" v="226"/>
        <pc:sldMkLst>
          <pc:docMk/>
          <pc:sldMk cId="3568584855" sldId="260"/>
        </pc:sldMkLst>
        <pc:spChg chg="mod">
          <ac:chgData name="Ali Hepburn" userId="4e8e14d8-d579-466d-803b-afb427748fed" providerId="ADAL" clId="{6D5084E3-69C0-4697-883E-C3389DE47863}" dt="2022-07-21T22:20:36.206" v="226"/>
          <ac:spMkLst>
            <pc:docMk/>
            <pc:sldMk cId="3568584855" sldId="260"/>
            <ac:spMk id="2" creationId="{BA2EAB0D-4FA2-7DDB-F4D5-AEDBE3E1C830}"/>
          </ac:spMkLst>
        </pc:spChg>
        <pc:spChg chg="del">
          <ac:chgData name="Ali Hepburn" userId="4e8e14d8-d579-466d-803b-afb427748fed" providerId="ADAL" clId="{6D5084E3-69C0-4697-883E-C3389DE47863}" dt="2022-07-21T22:20:25.371" v="223" actId="478"/>
          <ac:spMkLst>
            <pc:docMk/>
            <pc:sldMk cId="3568584855" sldId="260"/>
            <ac:spMk id="3" creationId="{DEB0463B-A1BF-6DD2-CA53-39B1E808894C}"/>
          </ac:spMkLst>
        </pc:spChg>
        <pc:spChg chg="add mod">
          <ac:chgData name="Ali Hepburn" userId="4e8e14d8-d579-466d-803b-afb427748fed" providerId="ADAL" clId="{6D5084E3-69C0-4697-883E-C3389DE47863}" dt="2022-07-21T22:20:30.993" v="225" actId="1076"/>
          <ac:spMkLst>
            <pc:docMk/>
            <pc:sldMk cId="3568584855" sldId="260"/>
            <ac:spMk id="4" creationId="{679A4CF1-6E1D-FF03-5108-5A5B3ED4B076}"/>
          </ac:spMkLst>
        </pc:spChg>
        <pc:spChg chg="add mod">
          <ac:chgData name="Ali Hepburn" userId="4e8e14d8-d579-466d-803b-afb427748fed" providerId="ADAL" clId="{6D5084E3-69C0-4697-883E-C3389DE47863}" dt="2022-07-21T22:20:30.993" v="225" actId="1076"/>
          <ac:spMkLst>
            <pc:docMk/>
            <pc:sldMk cId="3568584855" sldId="260"/>
            <ac:spMk id="5" creationId="{462E18FF-15EA-4A58-6422-3CE5F7606138}"/>
          </ac:spMkLst>
        </pc:spChg>
        <pc:spChg chg="add mod">
          <ac:chgData name="Ali Hepburn" userId="4e8e14d8-d579-466d-803b-afb427748fed" providerId="ADAL" clId="{6D5084E3-69C0-4697-883E-C3389DE47863}" dt="2022-07-21T22:20:30.993" v="225" actId="1076"/>
          <ac:spMkLst>
            <pc:docMk/>
            <pc:sldMk cId="3568584855" sldId="260"/>
            <ac:spMk id="6" creationId="{1A724FA7-49E6-A957-47DC-D7111BEF753B}"/>
          </ac:spMkLst>
        </pc:spChg>
        <pc:spChg chg="add mod">
          <ac:chgData name="Ali Hepburn" userId="4e8e14d8-d579-466d-803b-afb427748fed" providerId="ADAL" clId="{6D5084E3-69C0-4697-883E-C3389DE47863}" dt="2022-07-21T22:20:30.993" v="225" actId="1076"/>
          <ac:spMkLst>
            <pc:docMk/>
            <pc:sldMk cId="3568584855" sldId="260"/>
            <ac:spMk id="7" creationId="{D66ADEBD-6DA7-F0E4-109E-C57A24B1C4F9}"/>
          </ac:spMkLst>
        </pc:spChg>
        <pc:spChg chg="add mod">
          <ac:chgData name="Ali Hepburn" userId="4e8e14d8-d579-466d-803b-afb427748fed" providerId="ADAL" clId="{6D5084E3-69C0-4697-883E-C3389DE47863}" dt="2022-07-21T22:20:30.993" v="225" actId="1076"/>
          <ac:spMkLst>
            <pc:docMk/>
            <pc:sldMk cId="3568584855" sldId="260"/>
            <ac:spMk id="8" creationId="{53DBBDDE-9F54-A0CE-164D-9C8F99FA4A33}"/>
          </ac:spMkLst>
        </pc:spChg>
        <pc:spChg chg="add mod">
          <ac:chgData name="Ali Hepburn" userId="4e8e14d8-d579-466d-803b-afb427748fed" providerId="ADAL" clId="{6D5084E3-69C0-4697-883E-C3389DE47863}" dt="2022-07-21T22:20:30.993" v="225" actId="1076"/>
          <ac:spMkLst>
            <pc:docMk/>
            <pc:sldMk cId="3568584855" sldId="260"/>
            <ac:spMk id="9" creationId="{1B5C9C50-282E-8F31-F7AA-F20A37C2A257}"/>
          </ac:spMkLst>
        </pc:spChg>
        <pc:spChg chg="add mod">
          <ac:chgData name="Ali Hepburn" userId="4e8e14d8-d579-466d-803b-afb427748fed" providerId="ADAL" clId="{6D5084E3-69C0-4697-883E-C3389DE47863}" dt="2022-07-21T22:20:30.993" v="225" actId="1076"/>
          <ac:spMkLst>
            <pc:docMk/>
            <pc:sldMk cId="3568584855" sldId="260"/>
            <ac:spMk id="10" creationId="{6869AA56-9DE3-AD11-325B-84C54761D08A}"/>
          </ac:spMkLst>
        </pc:spChg>
      </pc:sldChg>
      <pc:sldChg chg="modSp new mod">
        <pc:chgData name="Ali Hepburn" userId="4e8e14d8-d579-466d-803b-afb427748fed" providerId="ADAL" clId="{6D5084E3-69C0-4697-883E-C3389DE47863}" dt="2022-07-21T22:20:51.251" v="229"/>
        <pc:sldMkLst>
          <pc:docMk/>
          <pc:sldMk cId="1884508293" sldId="261"/>
        </pc:sldMkLst>
        <pc:spChg chg="mod">
          <ac:chgData name="Ali Hepburn" userId="4e8e14d8-d579-466d-803b-afb427748fed" providerId="ADAL" clId="{6D5084E3-69C0-4697-883E-C3389DE47863}" dt="2022-07-21T22:20:46.774" v="228"/>
          <ac:spMkLst>
            <pc:docMk/>
            <pc:sldMk cId="1884508293" sldId="261"/>
            <ac:spMk id="2" creationId="{01471382-1BA2-200F-4E19-28CF4221C73D}"/>
          </ac:spMkLst>
        </pc:spChg>
        <pc:spChg chg="mod">
          <ac:chgData name="Ali Hepburn" userId="4e8e14d8-d579-466d-803b-afb427748fed" providerId="ADAL" clId="{6D5084E3-69C0-4697-883E-C3389DE47863}" dt="2022-07-21T22:20:51.251" v="229"/>
          <ac:spMkLst>
            <pc:docMk/>
            <pc:sldMk cId="1884508293" sldId="261"/>
            <ac:spMk id="3" creationId="{10D7631A-9FD1-544A-A5C5-A1420D83F426}"/>
          </ac:spMkLst>
        </pc:spChg>
      </pc:sldChg>
      <pc:sldChg chg="modSp new mod">
        <pc:chgData name="Ali Hepburn" userId="4e8e14d8-d579-466d-803b-afb427748fed" providerId="ADAL" clId="{6D5084E3-69C0-4697-883E-C3389DE47863}" dt="2022-07-21T22:21:24.498" v="277" actId="20577"/>
        <pc:sldMkLst>
          <pc:docMk/>
          <pc:sldMk cId="1739443195" sldId="262"/>
        </pc:sldMkLst>
        <pc:spChg chg="mod">
          <ac:chgData name="Ali Hepburn" userId="4e8e14d8-d579-466d-803b-afb427748fed" providerId="ADAL" clId="{6D5084E3-69C0-4697-883E-C3389DE47863}" dt="2022-07-21T22:20:58.343" v="246" actId="20577"/>
          <ac:spMkLst>
            <pc:docMk/>
            <pc:sldMk cId="1739443195" sldId="262"/>
            <ac:spMk id="2" creationId="{291CA4D4-B35C-7834-688A-E8521537DE3D}"/>
          </ac:spMkLst>
        </pc:spChg>
        <pc:spChg chg="mod">
          <ac:chgData name="Ali Hepburn" userId="4e8e14d8-d579-466d-803b-afb427748fed" providerId="ADAL" clId="{6D5084E3-69C0-4697-883E-C3389DE47863}" dt="2022-07-21T22:21:24.498" v="277" actId="20577"/>
          <ac:spMkLst>
            <pc:docMk/>
            <pc:sldMk cId="1739443195" sldId="262"/>
            <ac:spMk id="3" creationId="{9C5CC9C9-0ACC-FDAF-5F8A-522DB0527601}"/>
          </ac:spMkLst>
        </pc:spChg>
      </pc:sldChg>
      <pc:sldChg chg="modSp new mod">
        <pc:chgData name="Ali Hepburn" userId="4e8e14d8-d579-466d-803b-afb427748fed" providerId="ADAL" clId="{6D5084E3-69C0-4697-883E-C3389DE47863}" dt="2022-07-21T22:21:45.658" v="342" actId="20577"/>
        <pc:sldMkLst>
          <pc:docMk/>
          <pc:sldMk cId="1699890684" sldId="263"/>
        </pc:sldMkLst>
        <pc:spChg chg="mod">
          <ac:chgData name="Ali Hepburn" userId="4e8e14d8-d579-466d-803b-afb427748fed" providerId="ADAL" clId="{6D5084E3-69C0-4697-883E-C3389DE47863}" dt="2022-07-21T22:21:39.922" v="339" actId="20577"/>
          <ac:spMkLst>
            <pc:docMk/>
            <pc:sldMk cId="1699890684" sldId="263"/>
            <ac:spMk id="2" creationId="{89F35265-F866-B395-C03F-F8F1CF77FE67}"/>
          </ac:spMkLst>
        </pc:spChg>
        <pc:spChg chg="mod">
          <ac:chgData name="Ali Hepburn" userId="4e8e14d8-d579-466d-803b-afb427748fed" providerId="ADAL" clId="{6D5084E3-69C0-4697-883E-C3389DE47863}" dt="2022-07-21T22:21:45.658" v="342" actId="20577"/>
          <ac:spMkLst>
            <pc:docMk/>
            <pc:sldMk cId="1699890684" sldId="263"/>
            <ac:spMk id="3" creationId="{872F62F2-8578-FB2C-8FB6-4D6389964BD7}"/>
          </ac:spMkLst>
        </pc:spChg>
      </pc:sldChg>
      <pc:sldChg chg="modSp new mod">
        <pc:chgData name="Ali Hepburn" userId="4e8e14d8-d579-466d-803b-afb427748fed" providerId="ADAL" clId="{6D5084E3-69C0-4697-883E-C3389DE47863}" dt="2022-07-21T22:22:04.576" v="347"/>
        <pc:sldMkLst>
          <pc:docMk/>
          <pc:sldMk cId="2569273297" sldId="264"/>
        </pc:sldMkLst>
        <pc:spChg chg="mod">
          <ac:chgData name="Ali Hepburn" userId="4e8e14d8-d579-466d-803b-afb427748fed" providerId="ADAL" clId="{6D5084E3-69C0-4697-883E-C3389DE47863}" dt="2022-07-21T22:21:59.918" v="346" actId="6549"/>
          <ac:spMkLst>
            <pc:docMk/>
            <pc:sldMk cId="2569273297" sldId="264"/>
            <ac:spMk id="2" creationId="{91DA69A8-58E9-2943-5F72-C3D97FF754DB}"/>
          </ac:spMkLst>
        </pc:spChg>
        <pc:spChg chg="mod">
          <ac:chgData name="Ali Hepburn" userId="4e8e14d8-d579-466d-803b-afb427748fed" providerId="ADAL" clId="{6D5084E3-69C0-4697-883E-C3389DE47863}" dt="2022-07-21T22:22:04.576" v="347"/>
          <ac:spMkLst>
            <pc:docMk/>
            <pc:sldMk cId="2569273297" sldId="264"/>
            <ac:spMk id="3" creationId="{9CA3571D-37A3-1697-7AC9-7ABA114E5E83}"/>
          </ac:spMkLst>
        </pc:spChg>
      </pc:sldChg>
      <pc:sldChg chg="modSp new mod">
        <pc:chgData name="Ali Hepburn" userId="4e8e14d8-d579-466d-803b-afb427748fed" providerId="ADAL" clId="{6D5084E3-69C0-4697-883E-C3389DE47863}" dt="2022-07-21T22:22:17.060" v="352" actId="5793"/>
        <pc:sldMkLst>
          <pc:docMk/>
          <pc:sldMk cId="4048994805" sldId="265"/>
        </pc:sldMkLst>
        <pc:spChg chg="mod">
          <ac:chgData name="Ali Hepburn" userId="4e8e14d8-d579-466d-803b-afb427748fed" providerId="ADAL" clId="{6D5084E3-69C0-4697-883E-C3389DE47863}" dt="2022-07-21T22:22:12.351" v="349"/>
          <ac:spMkLst>
            <pc:docMk/>
            <pc:sldMk cId="4048994805" sldId="265"/>
            <ac:spMk id="2" creationId="{D59314E2-935D-DC68-A867-806F98E28D7F}"/>
          </ac:spMkLst>
        </pc:spChg>
        <pc:spChg chg="mod">
          <ac:chgData name="Ali Hepburn" userId="4e8e14d8-d579-466d-803b-afb427748fed" providerId="ADAL" clId="{6D5084E3-69C0-4697-883E-C3389DE47863}" dt="2022-07-21T22:22:17.060" v="352" actId="5793"/>
          <ac:spMkLst>
            <pc:docMk/>
            <pc:sldMk cId="4048994805" sldId="265"/>
            <ac:spMk id="3" creationId="{D18AE567-C7E2-1161-2172-12C38D8D0002}"/>
          </ac:spMkLst>
        </pc:spChg>
      </pc:sldChg>
      <pc:sldChg chg="addSp delSp modSp new mod">
        <pc:chgData name="Ali Hepburn" userId="4e8e14d8-d579-466d-803b-afb427748fed" providerId="ADAL" clId="{6D5084E3-69C0-4697-883E-C3389DE47863}" dt="2022-07-21T22:22:33.291" v="360" actId="5793"/>
        <pc:sldMkLst>
          <pc:docMk/>
          <pc:sldMk cId="3974438889" sldId="266"/>
        </pc:sldMkLst>
        <pc:spChg chg="mod">
          <ac:chgData name="Ali Hepburn" userId="4e8e14d8-d579-466d-803b-afb427748fed" providerId="ADAL" clId="{6D5084E3-69C0-4697-883E-C3389DE47863}" dt="2022-07-21T22:22:28.316" v="358"/>
          <ac:spMkLst>
            <pc:docMk/>
            <pc:sldMk cId="3974438889" sldId="266"/>
            <ac:spMk id="2" creationId="{5F986794-4F4D-17A8-303B-75D903BD54CB}"/>
          </ac:spMkLst>
        </pc:spChg>
        <pc:spChg chg="mod">
          <ac:chgData name="Ali Hepburn" userId="4e8e14d8-d579-466d-803b-afb427748fed" providerId="ADAL" clId="{6D5084E3-69C0-4697-883E-C3389DE47863}" dt="2022-07-21T22:22:33.291" v="360" actId="5793"/>
          <ac:spMkLst>
            <pc:docMk/>
            <pc:sldMk cId="3974438889" sldId="266"/>
            <ac:spMk id="3" creationId="{8A31E8F3-B958-9E57-DB41-B20573857911}"/>
          </ac:spMkLst>
        </pc:spChg>
        <pc:spChg chg="add del">
          <ac:chgData name="Ali Hepburn" userId="4e8e14d8-d579-466d-803b-afb427748fed" providerId="ADAL" clId="{6D5084E3-69C0-4697-883E-C3389DE47863}" dt="2022-07-21T22:22:26.681" v="355" actId="22"/>
          <ac:spMkLst>
            <pc:docMk/>
            <pc:sldMk cId="3974438889" sldId="266"/>
            <ac:spMk id="5" creationId="{4AA8D613-0F2E-5BB8-A730-6C3AB72E3349}"/>
          </ac:spMkLst>
        </pc:spChg>
        <pc:spChg chg="add del">
          <ac:chgData name="Ali Hepburn" userId="4e8e14d8-d579-466d-803b-afb427748fed" providerId="ADAL" clId="{6D5084E3-69C0-4697-883E-C3389DE47863}" dt="2022-07-21T22:22:27.830" v="357" actId="22"/>
          <ac:spMkLst>
            <pc:docMk/>
            <pc:sldMk cId="3974438889" sldId="266"/>
            <ac:spMk id="7" creationId="{AEFCD5C9-02F4-C12A-2A5C-252A9B9B86B7}"/>
          </ac:spMkLst>
        </pc:spChg>
      </pc:sldChg>
      <pc:sldChg chg="modSp new mod">
        <pc:chgData name="Ali Hepburn" userId="4e8e14d8-d579-466d-803b-afb427748fed" providerId="ADAL" clId="{6D5084E3-69C0-4697-883E-C3389DE47863}" dt="2022-07-21T22:23:02.097" v="395" actId="403"/>
        <pc:sldMkLst>
          <pc:docMk/>
          <pc:sldMk cId="1939342104" sldId="267"/>
        </pc:sldMkLst>
        <pc:spChg chg="mod">
          <ac:chgData name="Ali Hepburn" userId="4e8e14d8-d579-466d-803b-afb427748fed" providerId="ADAL" clId="{6D5084E3-69C0-4697-883E-C3389DE47863}" dt="2022-07-21T22:22:48.170" v="390" actId="20577"/>
          <ac:spMkLst>
            <pc:docMk/>
            <pc:sldMk cId="1939342104" sldId="267"/>
            <ac:spMk id="2" creationId="{AF22CF52-F513-D1DA-8829-7A62A852DB6A}"/>
          </ac:spMkLst>
        </pc:spChg>
        <pc:spChg chg="mod">
          <ac:chgData name="Ali Hepburn" userId="4e8e14d8-d579-466d-803b-afb427748fed" providerId="ADAL" clId="{6D5084E3-69C0-4697-883E-C3389DE47863}" dt="2022-07-21T22:23:02.097" v="395" actId="403"/>
          <ac:spMkLst>
            <pc:docMk/>
            <pc:sldMk cId="1939342104" sldId="267"/>
            <ac:spMk id="3" creationId="{11467205-F94C-9737-04BE-5E3F76DE98C9}"/>
          </ac:spMkLst>
        </pc:spChg>
      </pc:sldChg>
      <pc:sldChg chg="modSp new mod">
        <pc:chgData name="Ali Hepburn" userId="4e8e14d8-d579-466d-803b-afb427748fed" providerId="ADAL" clId="{6D5084E3-69C0-4697-883E-C3389DE47863}" dt="2022-07-21T22:23:44.572" v="448" actId="403"/>
        <pc:sldMkLst>
          <pc:docMk/>
          <pc:sldMk cId="3711503006" sldId="268"/>
        </pc:sldMkLst>
        <pc:spChg chg="mod">
          <ac:chgData name="Ali Hepburn" userId="4e8e14d8-d579-466d-803b-afb427748fed" providerId="ADAL" clId="{6D5084E3-69C0-4697-883E-C3389DE47863}" dt="2022-07-21T22:23:44.572" v="448" actId="403"/>
          <ac:spMkLst>
            <pc:docMk/>
            <pc:sldMk cId="3711503006" sldId="268"/>
            <ac:spMk id="2" creationId="{A5D8FFD7-EF04-991C-A855-2F1B567DD24F}"/>
          </ac:spMkLst>
        </pc:spChg>
        <pc:spChg chg="mod">
          <ac:chgData name="Ali Hepburn" userId="4e8e14d8-d579-466d-803b-afb427748fed" providerId="ADAL" clId="{6D5084E3-69C0-4697-883E-C3389DE47863}" dt="2022-07-21T22:23:30.053" v="444"/>
          <ac:spMkLst>
            <pc:docMk/>
            <pc:sldMk cId="3711503006" sldId="268"/>
            <ac:spMk id="3" creationId="{A81FA5D3-DE12-56B2-84A8-EE2AC8C32420}"/>
          </ac:spMkLst>
        </pc:spChg>
      </pc:sldChg>
      <pc:sldChg chg="modSp new mod">
        <pc:chgData name="Ali Hepburn" userId="4e8e14d8-d579-466d-803b-afb427748fed" providerId="ADAL" clId="{6D5084E3-69C0-4697-883E-C3389DE47863}" dt="2022-07-21T22:24:00.612" v="483"/>
        <pc:sldMkLst>
          <pc:docMk/>
          <pc:sldMk cId="622642200" sldId="269"/>
        </pc:sldMkLst>
        <pc:spChg chg="mod">
          <ac:chgData name="Ali Hepburn" userId="4e8e14d8-d579-466d-803b-afb427748fed" providerId="ADAL" clId="{6D5084E3-69C0-4697-883E-C3389DE47863}" dt="2022-07-21T22:23:54.192" v="482" actId="20577"/>
          <ac:spMkLst>
            <pc:docMk/>
            <pc:sldMk cId="622642200" sldId="269"/>
            <ac:spMk id="2" creationId="{5E992E97-CCF4-3F40-6E1E-75765A5A8568}"/>
          </ac:spMkLst>
        </pc:spChg>
        <pc:spChg chg="mod">
          <ac:chgData name="Ali Hepburn" userId="4e8e14d8-d579-466d-803b-afb427748fed" providerId="ADAL" clId="{6D5084E3-69C0-4697-883E-C3389DE47863}" dt="2022-07-21T22:24:00.612" v="483"/>
          <ac:spMkLst>
            <pc:docMk/>
            <pc:sldMk cId="622642200" sldId="269"/>
            <ac:spMk id="3" creationId="{7533A7A7-0749-7B23-3183-95B0DA0631AC}"/>
          </ac:spMkLst>
        </pc:spChg>
      </pc:sldChg>
      <pc:sldChg chg="modSp new mod">
        <pc:chgData name="Ali Hepburn" userId="4e8e14d8-d579-466d-803b-afb427748fed" providerId="ADAL" clId="{6D5084E3-69C0-4697-883E-C3389DE47863}" dt="2022-07-21T22:24:12.569" v="500" actId="27636"/>
        <pc:sldMkLst>
          <pc:docMk/>
          <pc:sldMk cId="3429027755" sldId="270"/>
        </pc:sldMkLst>
        <pc:spChg chg="mod">
          <ac:chgData name="Ali Hepburn" userId="4e8e14d8-d579-466d-803b-afb427748fed" providerId="ADAL" clId="{6D5084E3-69C0-4697-883E-C3389DE47863}" dt="2022-07-21T22:24:08.611" v="498" actId="20577"/>
          <ac:spMkLst>
            <pc:docMk/>
            <pc:sldMk cId="3429027755" sldId="270"/>
            <ac:spMk id="2" creationId="{20C53FAB-4612-5C9A-F439-192E26FAA171}"/>
          </ac:spMkLst>
        </pc:spChg>
        <pc:spChg chg="mod">
          <ac:chgData name="Ali Hepburn" userId="4e8e14d8-d579-466d-803b-afb427748fed" providerId="ADAL" clId="{6D5084E3-69C0-4697-883E-C3389DE47863}" dt="2022-07-21T22:24:12.569" v="500" actId="27636"/>
          <ac:spMkLst>
            <pc:docMk/>
            <pc:sldMk cId="3429027755" sldId="270"/>
            <ac:spMk id="3" creationId="{1811582B-20C8-23F5-C9E8-6ACAD8EF76DE}"/>
          </ac:spMkLst>
        </pc:spChg>
      </pc:sldChg>
      <pc:sldChg chg="addSp delSp modSp new mod">
        <pc:chgData name="Ali Hepburn" userId="4e8e14d8-d579-466d-803b-afb427748fed" providerId="ADAL" clId="{6D5084E3-69C0-4697-883E-C3389DE47863}" dt="2022-07-21T22:24:59.227" v="526" actId="122"/>
        <pc:sldMkLst>
          <pc:docMk/>
          <pc:sldMk cId="411507283" sldId="271"/>
        </pc:sldMkLst>
        <pc:spChg chg="mod">
          <ac:chgData name="Ali Hepburn" userId="4e8e14d8-d579-466d-803b-afb427748fed" providerId="ADAL" clId="{6D5084E3-69C0-4697-883E-C3389DE47863}" dt="2022-07-21T22:24:32.285" v="517" actId="20577"/>
          <ac:spMkLst>
            <pc:docMk/>
            <pc:sldMk cId="411507283" sldId="271"/>
            <ac:spMk id="2" creationId="{D9A2151F-1B46-A000-638E-37C00C651967}"/>
          </ac:spMkLst>
        </pc:spChg>
        <pc:spChg chg="del">
          <ac:chgData name="Ali Hepburn" userId="4e8e14d8-d579-466d-803b-afb427748fed" providerId="ADAL" clId="{6D5084E3-69C0-4697-883E-C3389DE47863}" dt="2022-07-21T22:24:40.390" v="518" actId="478"/>
          <ac:spMkLst>
            <pc:docMk/>
            <pc:sldMk cId="411507283" sldId="271"/>
            <ac:spMk id="3" creationId="{AD3378ED-E28D-49DC-3A41-4C6CB4E0629D}"/>
          </ac:spMkLst>
        </pc:spChg>
        <pc:spChg chg="add mod">
          <ac:chgData name="Ali Hepburn" userId="4e8e14d8-d579-466d-803b-afb427748fed" providerId="ADAL" clId="{6D5084E3-69C0-4697-883E-C3389DE47863}" dt="2022-07-21T22:24:59.227" v="526" actId="122"/>
          <ac:spMkLst>
            <pc:docMk/>
            <pc:sldMk cId="411507283" sldId="271"/>
            <ac:spMk id="5" creationId="{D96897CC-89B1-873A-5FF4-72CC684233A7}"/>
          </ac:spMkLst>
        </pc:spChg>
        <pc:graphicFrameChg chg="add mod modGraphic">
          <ac:chgData name="Ali Hepburn" userId="4e8e14d8-d579-466d-803b-afb427748fed" providerId="ADAL" clId="{6D5084E3-69C0-4697-883E-C3389DE47863}" dt="2022-07-21T22:24:47.910" v="522" actId="403"/>
          <ac:graphicFrameMkLst>
            <pc:docMk/>
            <pc:sldMk cId="411507283" sldId="271"/>
            <ac:graphicFrameMk id="4" creationId="{936DAC49-6191-9F65-4E9F-26D527AE33C5}"/>
          </ac:graphicFrameMkLst>
        </pc:graphicFrameChg>
      </pc:sldChg>
      <pc:sldChg chg="addSp delSp modSp new mod">
        <pc:chgData name="Ali Hepburn" userId="4e8e14d8-d579-466d-803b-afb427748fed" providerId="ADAL" clId="{6D5084E3-69C0-4697-883E-C3389DE47863}" dt="2022-07-21T22:25:27.620" v="541" actId="1076"/>
        <pc:sldMkLst>
          <pc:docMk/>
          <pc:sldMk cId="3668886466" sldId="272"/>
        </pc:sldMkLst>
        <pc:spChg chg="mod">
          <ac:chgData name="Ali Hepburn" userId="4e8e14d8-d579-466d-803b-afb427748fed" providerId="ADAL" clId="{6D5084E3-69C0-4697-883E-C3389DE47863}" dt="2022-07-21T22:25:10.121" v="537" actId="20577"/>
          <ac:spMkLst>
            <pc:docMk/>
            <pc:sldMk cId="3668886466" sldId="272"/>
            <ac:spMk id="2" creationId="{99454E9B-0EF6-C545-3F88-3D7F91E2C2F4}"/>
          </ac:spMkLst>
        </pc:spChg>
        <pc:spChg chg="del">
          <ac:chgData name="Ali Hepburn" userId="4e8e14d8-d579-466d-803b-afb427748fed" providerId="ADAL" clId="{6D5084E3-69C0-4697-883E-C3389DE47863}" dt="2022-07-21T22:25:14.255" v="538" actId="478"/>
          <ac:spMkLst>
            <pc:docMk/>
            <pc:sldMk cId="3668886466" sldId="272"/>
            <ac:spMk id="3" creationId="{898F31A8-B701-7548-488A-8E2CBAB78983}"/>
          </ac:spMkLst>
        </pc:spChg>
        <pc:picChg chg="add mod">
          <ac:chgData name="Ali Hepburn" userId="4e8e14d8-d579-466d-803b-afb427748fed" providerId="ADAL" clId="{6D5084E3-69C0-4697-883E-C3389DE47863}" dt="2022-07-21T22:25:27.620" v="541" actId="1076"/>
          <ac:picMkLst>
            <pc:docMk/>
            <pc:sldMk cId="3668886466" sldId="272"/>
            <ac:picMk id="4" creationId="{9D84D12A-C4E8-5F33-5763-97B9F3CAC52D}"/>
          </ac:picMkLst>
        </pc:picChg>
      </pc:sldChg>
      <pc:sldChg chg="addSp modSp new mod modAnim">
        <pc:chgData name="Ali Hepburn" userId="4e8e14d8-d579-466d-803b-afb427748fed" providerId="ADAL" clId="{6D5084E3-69C0-4697-883E-C3389DE47863}" dt="2022-07-21T22:26:22.493" v="596" actId="1076"/>
        <pc:sldMkLst>
          <pc:docMk/>
          <pc:sldMk cId="1629848899" sldId="273"/>
        </pc:sldMkLst>
        <pc:spChg chg="mod">
          <ac:chgData name="Ali Hepburn" userId="4e8e14d8-d579-466d-803b-afb427748fed" providerId="ADAL" clId="{6D5084E3-69C0-4697-883E-C3389DE47863}" dt="2022-07-21T22:25:55.840" v="592" actId="5793"/>
          <ac:spMkLst>
            <pc:docMk/>
            <pc:sldMk cId="1629848899" sldId="273"/>
            <ac:spMk id="2" creationId="{DD251455-F1DE-E63F-E1BF-653E6A4D0FC7}"/>
          </ac:spMkLst>
        </pc:spChg>
        <pc:spChg chg="mod">
          <ac:chgData name="Ali Hepburn" userId="4e8e14d8-d579-466d-803b-afb427748fed" providerId="ADAL" clId="{6D5084E3-69C0-4697-883E-C3389DE47863}" dt="2022-07-21T22:26:04.685" v="594" actId="14100"/>
          <ac:spMkLst>
            <pc:docMk/>
            <pc:sldMk cId="1629848899" sldId="273"/>
            <ac:spMk id="3" creationId="{7E456CE3-E0FA-5731-8407-9F264166E966}"/>
          </ac:spMkLst>
        </pc:spChg>
        <pc:spChg chg="add mod">
          <ac:chgData name="Ali Hepburn" userId="4e8e14d8-d579-466d-803b-afb427748fed" providerId="ADAL" clId="{6D5084E3-69C0-4697-883E-C3389DE47863}" dt="2022-07-21T22:26:22.493" v="596" actId="1076"/>
          <ac:spMkLst>
            <pc:docMk/>
            <pc:sldMk cId="1629848899" sldId="273"/>
            <ac:spMk id="6" creationId="{BFE6BBE7-71F6-6768-2DC3-AD1D216BC66B}"/>
          </ac:spMkLst>
        </pc:spChg>
        <pc:picChg chg="add mod">
          <ac:chgData name="Ali Hepburn" userId="4e8e14d8-d579-466d-803b-afb427748fed" providerId="ADAL" clId="{6D5084E3-69C0-4697-883E-C3389DE47863}" dt="2022-07-21T22:26:22.493" v="596" actId="1076"/>
          <ac:picMkLst>
            <pc:docMk/>
            <pc:sldMk cId="1629848899" sldId="273"/>
            <ac:picMk id="4" creationId="{E17864DE-6A18-EF7A-FFCA-910A0989218C}"/>
          </ac:picMkLst>
        </pc:picChg>
        <pc:picChg chg="add mod">
          <ac:chgData name="Ali Hepburn" userId="4e8e14d8-d579-466d-803b-afb427748fed" providerId="ADAL" clId="{6D5084E3-69C0-4697-883E-C3389DE47863}" dt="2022-07-21T22:26:22.493" v="596" actId="1076"/>
          <ac:picMkLst>
            <pc:docMk/>
            <pc:sldMk cId="1629848899" sldId="273"/>
            <ac:picMk id="5" creationId="{7A8893F0-1973-4A26-AC55-32CAFFD8F1BE}"/>
          </ac:picMkLst>
        </pc:picChg>
      </pc:sldChg>
      <pc:sldChg chg="addSp delSp modSp new mod">
        <pc:chgData name="Ali Hepburn" userId="4e8e14d8-d579-466d-803b-afb427748fed" providerId="ADAL" clId="{6D5084E3-69C0-4697-883E-C3389DE47863}" dt="2022-07-21T22:27:09.538" v="609" actId="2711"/>
        <pc:sldMkLst>
          <pc:docMk/>
          <pc:sldMk cId="641772719" sldId="274"/>
        </pc:sldMkLst>
        <pc:spChg chg="mod">
          <ac:chgData name="Ali Hepburn" userId="4e8e14d8-d579-466d-803b-afb427748fed" providerId="ADAL" clId="{6D5084E3-69C0-4697-883E-C3389DE47863}" dt="2022-07-21T22:26:33.932" v="602" actId="20577"/>
          <ac:spMkLst>
            <pc:docMk/>
            <pc:sldMk cId="641772719" sldId="274"/>
            <ac:spMk id="2" creationId="{1897A9E6-DE62-6207-0829-1D5C9B101BCF}"/>
          </ac:spMkLst>
        </pc:spChg>
        <pc:spChg chg="del">
          <ac:chgData name="Ali Hepburn" userId="4e8e14d8-d579-466d-803b-afb427748fed" providerId="ADAL" clId="{6D5084E3-69C0-4697-883E-C3389DE47863}" dt="2022-07-21T22:26:48.219" v="603" actId="478"/>
          <ac:spMkLst>
            <pc:docMk/>
            <pc:sldMk cId="641772719" sldId="274"/>
            <ac:spMk id="3" creationId="{F1B17ED9-B184-750A-264B-6A07C95F3D76}"/>
          </ac:spMkLst>
        </pc:spChg>
        <pc:spChg chg="add mod">
          <ac:chgData name="Ali Hepburn" userId="4e8e14d8-d579-466d-803b-afb427748fed" providerId="ADAL" clId="{6D5084E3-69C0-4697-883E-C3389DE47863}" dt="2022-07-21T22:27:09.538" v="609" actId="2711"/>
          <ac:spMkLst>
            <pc:docMk/>
            <pc:sldMk cId="641772719" sldId="274"/>
            <ac:spMk id="6" creationId="{E2DABA04-5399-27C2-70A5-81B0CED9DC7F}"/>
          </ac:spMkLst>
        </pc:spChg>
        <pc:picChg chg="add mod">
          <ac:chgData name="Ali Hepburn" userId="4e8e14d8-d579-466d-803b-afb427748fed" providerId="ADAL" clId="{6D5084E3-69C0-4697-883E-C3389DE47863}" dt="2022-07-21T22:26:59.997" v="607" actId="1076"/>
          <ac:picMkLst>
            <pc:docMk/>
            <pc:sldMk cId="641772719" sldId="274"/>
            <ac:picMk id="4" creationId="{F391F2EB-AE00-4893-EB63-640452A53674}"/>
          </ac:picMkLst>
        </pc:picChg>
        <pc:picChg chg="add mod">
          <ac:chgData name="Ali Hepburn" userId="4e8e14d8-d579-466d-803b-afb427748fed" providerId="ADAL" clId="{6D5084E3-69C0-4697-883E-C3389DE47863}" dt="2022-07-21T22:26:54.100" v="606" actId="1076"/>
          <ac:picMkLst>
            <pc:docMk/>
            <pc:sldMk cId="641772719" sldId="274"/>
            <ac:picMk id="5" creationId="{F6260FB4-8301-BD1A-C1D0-6D0E06B40095}"/>
          </ac:picMkLst>
        </pc:picChg>
      </pc:sldChg>
      <pc:sldChg chg="addSp delSp modSp new mod">
        <pc:chgData name="Ali Hepburn" userId="4e8e14d8-d579-466d-803b-afb427748fed" providerId="ADAL" clId="{6D5084E3-69C0-4697-883E-C3389DE47863}" dt="2022-07-21T22:27:41.329" v="634" actId="1076"/>
        <pc:sldMkLst>
          <pc:docMk/>
          <pc:sldMk cId="2110659713" sldId="275"/>
        </pc:sldMkLst>
        <pc:spChg chg="mod">
          <ac:chgData name="Ali Hepburn" userId="4e8e14d8-d579-466d-803b-afb427748fed" providerId="ADAL" clId="{6D5084E3-69C0-4697-883E-C3389DE47863}" dt="2022-07-21T22:27:32.074" v="629" actId="20577"/>
          <ac:spMkLst>
            <pc:docMk/>
            <pc:sldMk cId="2110659713" sldId="275"/>
            <ac:spMk id="2" creationId="{0DD666E9-6E0F-F36D-269C-A4173EF7A3A3}"/>
          </ac:spMkLst>
        </pc:spChg>
        <pc:spChg chg="del">
          <ac:chgData name="Ali Hepburn" userId="4e8e14d8-d579-466d-803b-afb427748fed" providerId="ADAL" clId="{6D5084E3-69C0-4697-883E-C3389DE47863}" dt="2022-07-21T22:27:34.512" v="630" actId="478"/>
          <ac:spMkLst>
            <pc:docMk/>
            <pc:sldMk cId="2110659713" sldId="275"/>
            <ac:spMk id="3" creationId="{41206BE9-4A4F-991C-1605-7AFE21441154}"/>
          </ac:spMkLst>
        </pc:spChg>
        <pc:picChg chg="add mod">
          <ac:chgData name="Ali Hepburn" userId="4e8e14d8-d579-466d-803b-afb427748fed" providerId="ADAL" clId="{6D5084E3-69C0-4697-883E-C3389DE47863}" dt="2022-07-21T22:27:41.329" v="634" actId="1076"/>
          <ac:picMkLst>
            <pc:docMk/>
            <pc:sldMk cId="2110659713" sldId="275"/>
            <ac:picMk id="4" creationId="{0E8DAA81-48B7-6CE7-E408-C4C75D630B79}"/>
          </ac:picMkLst>
        </pc:picChg>
      </pc:sldChg>
      <pc:sldChg chg="addSp delSp modSp new mod">
        <pc:chgData name="Ali Hepburn" userId="4e8e14d8-d579-466d-803b-afb427748fed" providerId="ADAL" clId="{6D5084E3-69C0-4697-883E-C3389DE47863}" dt="2022-07-21T22:28:06.861" v="651" actId="1076"/>
        <pc:sldMkLst>
          <pc:docMk/>
          <pc:sldMk cId="1946691381" sldId="276"/>
        </pc:sldMkLst>
        <pc:spChg chg="mod">
          <ac:chgData name="Ali Hepburn" userId="4e8e14d8-d579-466d-803b-afb427748fed" providerId="ADAL" clId="{6D5084E3-69C0-4697-883E-C3389DE47863}" dt="2022-07-21T22:27:55.114" v="648" actId="20577"/>
          <ac:spMkLst>
            <pc:docMk/>
            <pc:sldMk cId="1946691381" sldId="276"/>
            <ac:spMk id="2" creationId="{101AF3A5-58D0-924E-A50F-B75151393B8A}"/>
          </ac:spMkLst>
        </pc:spChg>
        <pc:spChg chg="del">
          <ac:chgData name="Ali Hepburn" userId="4e8e14d8-d579-466d-803b-afb427748fed" providerId="ADAL" clId="{6D5084E3-69C0-4697-883E-C3389DE47863}" dt="2022-07-21T22:28:01.184" v="649" actId="478"/>
          <ac:spMkLst>
            <pc:docMk/>
            <pc:sldMk cId="1946691381" sldId="276"/>
            <ac:spMk id="3" creationId="{E6889602-038A-1055-0D57-342A57AEF58F}"/>
          </ac:spMkLst>
        </pc:spChg>
        <pc:spChg chg="add mod">
          <ac:chgData name="Ali Hepburn" userId="4e8e14d8-d579-466d-803b-afb427748fed" providerId="ADAL" clId="{6D5084E3-69C0-4697-883E-C3389DE47863}" dt="2022-07-21T22:28:06.861" v="651" actId="1076"/>
          <ac:spMkLst>
            <pc:docMk/>
            <pc:sldMk cId="1946691381" sldId="276"/>
            <ac:spMk id="5" creationId="{78AE96EA-C35A-C787-6140-D1C371B6F2AD}"/>
          </ac:spMkLst>
        </pc:spChg>
        <pc:picChg chg="add mod">
          <ac:chgData name="Ali Hepburn" userId="4e8e14d8-d579-466d-803b-afb427748fed" providerId="ADAL" clId="{6D5084E3-69C0-4697-883E-C3389DE47863}" dt="2022-07-21T22:28:06.861" v="651" actId="1076"/>
          <ac:picMkLst>
            <pc:docMk/>
            <pc:sldMk cId="1946691381" sldId="276"/>
            <ac:picMk id="4" creationId="{586B760D-A944-303F-C564-AF4C9D8754A5}"/>
          </ac:picMkLst>
        </pc:picChg>
      </pc:sldChg>
      <pc:sldChg chg="modSp new mod">
        <pc:chgData name="Ali Hepburn" userId="4e8e14d8-d579-466d-803b-afb427748fed" providerId="ADAL" clId="{6D5084E3-69C0-4697-883E-C3389DE47863}" dt="2022-07-21T22:28:26.255" v="669" actId="20577"/>
        <pc:sldMkLst>
          <pc:docMk/>
          <pc:sldMk cId="4037664132" sldId="277"/>
        </pc:sldMkLst>
        <pc:spChg chg="mod">
          <ac:chgData name="Ali Hepburn" userId="4e8e14d8-d579-466d-803b-afb427748fed" providerId="ADAL" clId="{6D5084E3-69C0-4697-883E-C3389DE47863}" dt="2022-07-21T22:28:20.576" v="666" actId="20577"/>
          <ac:spMkLst>
            <pc:docMk/>
            <pc:sldMk cId="4037664132" sldId="277"/>
            <ac:spMk id="2" creationId="{DB80508C-9092-8ACC-CA82-35A82C5F3C93}"/>
          </ac:spMkLst>
        </pc:spChg>
        <pc:spChg chg="mod">
          <ac:chgData name="Ali Hepburn" userId="4e8e14d8-d579-466d-803b-afb427748fed" providerId="ADAL" clId="{6D5084E3-69C0-4697-883E-C3389DE47863}" dt="2022-07-21T22:28:26.255" v="669" actId="20577"/>
          <ac:spMkLst>
            <pc:docMk/>
            <pc:sldMk cId="4037664132" sldId="277"/>
            <ac:spMk id="3" creationId="{5D0B5755-7157-1FA6-DD18-1B09014FEA41}"/>
          </ac:spMkLst>
        </pc:spChg>
      </pc:sldChg>
      <pc:sldChg chg="modSp new mod">
        <pc:chgData name="Ali Hepburn" userId="4e8e14d8-d579-466d-803b-afb427748fed" providerId="ADAL" clId="{6D5084E3-69C0-4697-883E-C3389DE47863}" dt="2022-07-21T22:28:41.353" v="701"/>
        <pc:sldMkLst>
          <pc:docMk/>
          <pc:sldMk cId="855758287" sldId="278"/>
        </pc:sldMkLst>
        <pc:spChg chg="mod">
          <ac:chgData name="Ali Hepburn" userId="4e8e14d8-d579-466d-803b-afb427748fed" providerId="ADAL" clId="{6D5084E3-69C0-4697-883E-C3389DE47863}" dt="2022-07-21T22:28:38.489" v="700" actId="20577"/>
          <ac:spMkLst>
            <pc:docMk/>
            <pc:sldMk cId="855758287" sldId="278"/>
            <ac:spMk id="2" creationId="{1D501FAB-0F71-B99C-E481-1228A3D7AC32}"/>
          </ac:spMkLst>
        </pc:spChg>
        <pc:spChg chg="mod">
          <ac:chgData name="Ali Hepburn" userId="4e8e14d8-d579-466d-803b-afb427748fed" providerId="ADAL" clId="{6D5084E3-69C0-4697-883E-C3389DE47863}" dt="2022-07-21T22:28:41.353" v="701"/>
          <ac:spMkLst>
            <pc:docMk/>
            <pc:sldMk cId="855758287" sldId="278"/>
            <ac:spMk id="3" creationId="{946CBF11-0DA5-EDF9-8BAD-6D5DCB9DC993}"/>
          </ac:spMkLst>
        </pc:spChg>
      </pc:sldChg>
      <pc:sldChg chg="modSp new mod">
        <pc:chgData name="Ali Hepburn" userId="4e8e14d8-d579-466d-803b-afb427748fed" providerId="ADAL" clId="{6D5084E3-69C0-4697-883E-C3389DE47863}" dt="2022-07-21T22:28:54.736" v="712" actId="20577"/>
        <pc:sldMkLst>
          <pc:docMk/>
          <pc:sldMk cId="2338077492" sldId="279"/>
        </pc:sldMkLst>
        <pc:spChg chg="mod">
          <ac:chgData name="Ali Hepburn" userId="4e8e14d8-d579-466d-803b-afb427748fed" providerId="ADAL" clId="{6D5084E3-69C0-4697-883E-C3389DE47863}" dt="2022-07-21T22:28:54.736" v="712" actId="20577"/>
          <ac:spMkLst>
            <pc:docMk/>
            <pc:sldMk cId="2338077492" sldId="279"/>
            <ac:spMk id="2" creationId="{117ECA27-0839-9C1C-5D32-DBDC72F3AD50}"/>
          </ac:spMkLst>
        </pc:spChg>
        <pc:spChg chg="mod">
          <ac:chgData name="Ali Hepburn" userId="4e8e14d8-d579-466d-803b-afb427748fed" providerId="ADAL" clId="{6D5084E3-69C0-4697-883E-C3389DE47863}" dt="2022-07-21T22:28:52.324" v="705" actId="27636"/>
          <ac:spMkLst>
            <pc:docMk/>
            <pc:sldMk cId="2338077492" sldId="279"/>
            <ac:spMk id="3" creationId="{D16BE808-BEFC-04D4-8ED7-6A28721E8F43}"/>
          </ac:spMkLst>
        </pc:spChg>
      </pc:sldChg>
      <pc:sldChg chg="addSp delSp modSp new mod modClrScheme chgLayout">
        <pc:chgData name="Ali Hepburn" userId="4e8e14d8-d579-466d-803b-afb427748fed" providerId="ADAL" clId="{6D5084E3-69C0-4697-883E-C3389DE47863}" dt="2022-07-21T22:30:10.974" v="822" actId="20577"/>
        <pc:sldMkLst>
          <pc:docMk/>
          <pc:sldMk cId="1553106315" sldId="280"/>
        </pc:sldMkLst>
        <pc:spChg chg="del mod ord">
          <ac:chgData name="Ali Hepburn" userId="4e8e14d8-d579-466d-803b-afb427748fed" providerId="ADAL" clId="{6D5084E3-69C0-4697-883E-C3389DE47863}" dt="2022-07-21T22:29:00.244" v="714" actId="700"/>
          <ac:spMkLst>
            <pc:docMk/>
            <pc:sldMk cId="1553106315" sldId="280"/>
            <ac:spMk id="2" creationId="{55747B8D-1DF4-393D-507C-FD975B7E1712}"/>
          </ac:spMkLst>
        </pc:spChg>
        <pc:spChg chg="del mod ord">
          <ac:chgData name="Ali Hepburn" userId="4e8e14d8-d579-466d-803b-afb427748fed" providerId="ADAL" clId="{6D5084E3-69C0-4697-883E-C3389DE47863}" dt="2022-07-21T22:29:00.244" v="714" actId="700"/>
          <ac:spMkLst>
            <pc:docMk/>
            <pc:sldMk cId="1553106315" sldId="280"/>
            <ac:spMk id="3" creationId="{C7664E9D-32FD-8F7E-B14F-9AFED0D8D3B3}"/>
          </ac:spMkLst>
        </pc:spChg>
        <pc:spChg chg="add mod ord">
          <ac:chgData name="Ali Hepburn" userId="4e8e14d8-d579-466d-803b-afb427748fed" providerId="ADAL" clId="{6D5084E3-69C0-4697-883E-C3389DE47863}" dt="2022-07-21T22:30:10.974" v="822" actId="20577"/>
          <ac:spMkLst>
            <pc:docMk/>
            <pc:sldMk cId="1553106315" sldId="280"/>
            <ac:spMk id="4" creationId="{9C78D333-E02A-5F8D-52C9-21F5EF0059A5}"/>
          </ac:spMkLst>
        </pc:spChg>
        <pc:spChg chg="add mod ord">
          <ac:chgData name="Ali Hepburn" userId="4e8e14d8-d579-466d-803b-afb427748fed" providerId="ADAL" clId="{6D5084E3-69C0-4697-883E-C3389DE47863}" dt="2022-07-21T22:29:00.244" v="714" actId="700"/>
          <ac:spMkLst>
            <pc:docMk/>
            <pc:sldMk cId="1553106315" sldId="280"/>
            <ac:spMk id="5" creationId="{2AC7EF31-2279-C37E-8ACA-3F21EEB25E1F}"/>
          </ac:spMkLst>
        </pc:spChg>
      </pc:sldChg>
      <pc:sldChg chg="addSp delSp modSp new mod modClrScheme chgLayout">
        <pc:chgData name="Ali Hepburn" userId="4e8e14d8-d579-466d-803b-afb427748fed" providerId="ADAL" clId="{6D5084E3-69C0-4697-883E-C3389DE47863}" dt="2022-07-21T22:30:25.327" v="826" actId="27636"/>
        <pc:sldMkLst>
          <pc:docMk/>
          <pc:sldMk cId="1458910056" sldId="281"/>
        </pc:sldMkLst>
        <pc:spChg chg="del mod ord">
          <ac:chgData name="Ali Hepburn" userId="4e8e14d8-d579-466d-803b-afb427748fed" providerId="ADAL" clId="{6D5084E3-69C0-4697-883E-C3389DE47863}" dt="2022-07-21T22:29:37.893" v="717" actId="700"/>
          <ac:spMkLst>
            <pc:docMk/>
            <pc:sldMk cId="1458910056" sldId="281"/>
            <ac:spMk id="2" creationId="{35268775-C823-7EB4-48D5-F300AFED6337}"/>
          </ac:spMkLst>
        </pc:spChg>
        <pc:spChg chg="del mod ord">
          <ac:chgData name="Ali Hepburn" userId="4e8e14d8-d579-466d-803b-afb427748fed" providerId="ADAL" clId="{6D5084E3-69C0-4697-883E-C3389DE47863}" dt="2022-07-21T22:29:37.893" v="717" actId="700"/>
          <ac:spMkLst>
            <pc:docMk/>
            <pc:sldMk cId="1458910056" sldId="281"/>
            <ac:spMk id="3" creationId="{C1541655-468B-6E16-8BDA-D7D651252E6B}"/>
          </ac:spMkLst>
        </pc:spChg>
        <pc:spChg chg="add mod ord">
          <ac:chgData name="Ali Hepburn" userId="4e8e14d8-d579-466d-803b-afb427748fed" providerId="ADAL" clId="{6D5084E3-69C0-4697-883E-C3389DE47863}" dt="2022-07-21T22:29:57.612" v="814" actId="20577"/>
          <ac:spMkLst>
            <pc:docMk/>
            <pc:sldMk cId="1458910056" sldId="281"/>
            <ac:spMk id="4" creationId="{990969EE-76B6-6E6C-3F74-48CA85D75F5C}"/>
          </ac:spMkLst>
        </pc:spChg>
        <pc:spChg chg="add mod ord">
          <ac:chgData name="Ali Hepburn" userId="4e8e14d8-d579-466d-803b-afb427748fed" providerId="ADAL" clId="{6D5084E3-69C0-4697-883E-C3389DE47863}" dt="2022-07-21T22:30:25.327" v="826" actId="27636"/>
          <ac:spMkLst>
            <pc:docMk/>
            <pc:sldMk cId="1458910056" sldId="281"/>
            <ac:spMk id="5" creationId="{3D3DE11B-BE7E-0594-7249-781017C6E000}"/>
          </ac:spMkLst>
        </pc:spChg>
      </pc:sldChg>
      <pc:sldChg chg="modSp new mod">
        <pc:chgData name="Ali Hepburn" userId="4e8e14d8-d579-466d-803b-afb427748fed" providerId="ADAL" clId="{6D5084E3-69C0-4697-883E-C3389DE47863}" dt="2022-07-21T22:30:42.710" v="861"/>
        <pc:sldMkLst>
          <pc:docMk/>
          <pc:sldMk cId="563796216" sldId="282"/>
        </pc:sldMkLst>
        <pc:spChg chg="mod">
          <ac:chgData name="Ali Hepburn" userId="4e8e14d8-d579-466d-803b-afb427748fed" providerId="ADAL" clId="{6D5084E3-69C0-4697-883E-C3389DE47863}" dt="2022-07-21T22:30:39.276" v="860" actId="20577"/>
          <ac:spMkLst>
            <pc:docMk/>
            <pc:sldMk cId="563796216" sldId="282"/>
            <ac:spMk id="2" creationId="{D9A5761A-6D43-E02E-6F1E-DC3ED492FE46}"/>
          </ac:spMkLst>
        </pc:spChg>
        <pc:spChg chg="mod">
          <ac:chgData name="Ali Hepburn" userId="4e8e14d8-d579-466d-803b-afb427748fed" providerId="ADAL" clId="{6D5084E3-69C0-4697-883E-C3389DE47863}" dt="2022-07-21T22:30:42.710" v="861"/>
          <ac:spMkLst>
            <pc:docMk/>
            <pc:sldMk cId="563796216" sldId="282"/>
            <ac:spMk id="3" creationId="{DC50B073-B70C-EBD9-334C-9A24693C26C9}"/>
          </ac:spMkLst>
        </pc:spChg>
      </pc:sldChg>
      <pc:sldChg chg="modSp new mod">
        <pc:chgData name="Ali Hepburn" userId="4e8e14d8-d579-466d-803b-afb427748fed" providerId="ADAL" clId="{6D5084E3-69C0-4697-883E-C3389DE47863}" dt="2022-07-21T22:30:55.614" v="904"/>
        <pc:sldMkLst>
          <pc:docMk/>
          <pc:sldMk cId="2581722097" sldId="283"/>
        </pc:sldMkLst>
        <pc:spChg chg="mod">
          <ac:chgData name="Ali Hepburn" userId="4e8e14d8-d579-466d-803b-afb427748fed" providerId="ADAL" clId="{6D5084E3-69C0-4697-883E-C3389DE47863}" dt="2022-07-21T22:30:51.383" v="903" actId="20577"/>
          <ac:spMkLst>
            <pc:docMk/>
            <pc:sldMk cId="2581722097" sldId="283"/>
            <ac:spMk id="2" creationId="{D86C2B8D-BE3E-C242-E8CA-426F7008F4E9}"/>
          </ac:spMkLst>
        </pc:spChg>
        <pc:spChg chg="mod">
          <ac:chgData name="Ali Hepburn" userId="4e8e14d8-d579-466d-803b-afb427748fed" providerId="ADAL" clId="{6D5084E3-69C0-4697-883E-C3389DE47863}" dt="2022-07-21T22:30:55.614" v="904"/>
          <ac:spMkLst>
            <pc:docMk/>
            <pc:sldMk cId="2581722097" sldId="283"/>
            <ac:spMk id="3" creationId="{EFCA54DD-F35E-AC45-4B3A-41A9DB64BBFE}"/>
          </ac:spMkLst>
        </pc:spChg>
      </pc:sldChg>
      <pc:sldChg chg="modSp new mod">
        <pc:chgData name="Ali Hepburn" userId="4e8e14d8-d579-466d-803b-afb427748fed" providerId="ADAL" clId="{6D5084E3-69C0-4697-883E-C3389DE47863}" dt="2022-07-21T22:33:04.388" v="954" actId="404"/>
        <pc:sldMkLst>
          <pc:docMk/>
          <pc:sldMk cId="262416201" sldId="284"/>
        </pc:sldMkLst>
        <pc:spChg chg="mod">
          <ac:chgData name="Ali Hepburn" userId="4e8e14d8-d579-466d-803b-afb427748fed" providerId="ADAL" clId="{6D5084E3-69C0-4697-883E-C3389DE47863}" dt="2022-07-21T22:33:04.388" v="954" actId="404"/>
          <ac:spMkLst>
            <pc:docMk/>
            <pc:sldMk cId="262416201" sldId="284"/>
            <ac:spMk id="2" creationId="{28DEC032-DBDF-45D0-0C52-1369E34DD3B1}"/>
          </ac:spMkLst>
        </pc:spChg>
        <pc:spChg chg="mod">
          <ac:chgData name="Ali Hepburn" userId="4e8e14d8-d579-466d-803b-afb427748fed" providerId="ADAL" clId="{6D5084E3-69C0-4697-883E-C3389DE47863}" dt="2022-07-21T22:31:13.362" v="907"/>
          <ac:spMkLst>
            <pc:docMk/>
            <pc:sldMk cId="262416201" sldId="284"/>
            <ac:spMk id="3" creationId="{31934528-F4BC-2D43-7500-55A4518B63C0}"/>
          </ac:spMkLst>
        </pc:spChg>
      </pc:sldChg>
      <pc:sldChg chg="modSp new mod">
        <pc:chgData name="Ali Hepburn" userId="4e8e14d8-d579-466d-803b-afb427748fed" providerId="ADAL" clId="{6D5084E3-69C0-4697-883E-C3389DE47863}" dt="2022-07-21T22:32:52.312" v="941" actId="20577"/>
        <pc:sldMkLst>
          <pc:docMk/>
          <pc:sldMk cId="3142291232" sldId="285"/>
        </pc:sldMkLst>
        <pc:spChg chg="mod">
          <ac:chgData name="Ali Hepburn" userId="4e8e14d8-d579-466d-803b-afb427748fed" providerId="ADAL" clId="{6D5084E3-69C0-4697-883E-C3389DE47863}" dt="2022-07-21T22:32:52.312" v="941" actId="20577"/>
          <ac:spMkLst>
            <pc:docMk/>
            <pc:sldMk cId="3142291232" sldId="285"/>
            <ac:spMk id="2" creationId="{501296DF-144A-A5A8-CAD0-934973AA6533}"/>
          </ac:spMkLst>
        </pc:spChg>
        <pc:spChg chg="mod">
          <ac:chgData name="Ali Hepburn" userId="4e8e14d8-d579-466d-803b-afb427748fed" providerId="ADAL" clId="{6D5084E3-69C0-4697-883E-C3389DE47863}" dt="2022-07-21T22:31:24.957" v="910"/>
          <ac:spMkLst>
            <pc:docMk/>
            <pc:sldMk cId="3142291232" sldId="285"/>
            <ac:spMk id="3" creationId="{87894F5B-FEEC-14A1-9935-16FD89BD1AE9}"/>
          </ac:spMkLst>
        </pc:spChg>
      </pc:sldChg>
      <pc:sldChg chg="addSp delSp modSp new mod modAnim">
        <pc:chgData name="Ali Hepburn" userId="4e8e14d8-d579-466d-803b-afb427748fed" providerId="ADAL" clId="{6D5084E3-69C0-4697-883E-C3389DE47863}" dt="2022-07-21T22:32:20.508" v="926" actId="1076"/>
        <pc:sldMkLst>
          <pc:docMk/>
          <pc:sldMk cId="2550749776" sldId="286"/>
        </pc:sldMkLst>
        <pc:spChg chg="mod">
          <ac:chgData name="Ali Hepburn" userId="4e8e14d8-d579-466d-803b-afb427748fed" providerId="ADAL" clId="{6D5084E3-69C0-4697-883E-C3389DE47863}" dt="2022-07-21T22:31:45.425" v="916" actId="5793"/>
          <ac:spMkLst>
            <pc:docMk/>
            <pc:sldMk cId="2550749776" sldId="286"/>
            <ac:spMk id="2" creationId="{00FB79FD-3FD8-E720-90C1-18C06D690821}"/>
          </ac:spMkLst>
        </pc:spChg>
        <pc:spChg chg="del">
          <ac:chgData name="Ali Hepburn" userId="4e8e14d8-d579-466d-803b-afb427748fed" providerId="ADAL" clId="{6D5084E3-69C0-4697-883E-C3389DE47863}" dt="2022-07-21T22:31:53.773" v="917" actId="478"/>
          <ac:spMkLst>
            <pc:docMk/>
            <pc:sldMk cId="2550749776" sldId="286"/>
            <ac:spMk id="3" creationId="{E7322766-9424-C47A-D177-0CB4822702CD}"/>
          </ac:spMkLst>
        </pc:spChg>
        <pc:spChg chg="add mod">
          <ac:chgData name="Ali Hepburn" userId="4e8e14d8-d579-466d-803b-afb427748fed" providerId="ADAL" clId="{6D5084E3-69C0-4697-883E-C3389DE47863}" dt="2022-07-21T22:32:13.120" v="925" actId="14100"/>
          <ac:spMkLst>
            <pc:docMk/>
            <pc:sldMk cId="2550749776" sldId="286"/>
            <ac:spMk id="6" creationId="{A154E0CB-ECFC-91F3-90F1-4CE519A97E1D}"/>
          </ac:spMkLst>
        </pc:spChg>
        <pc:spChg chg="add mod">
          <ac:chgData name="Ali Hepburn" userId="4e8e14d8-d579-466d-803b-afb427748fed" providerId="ADAL" clId="{6D5084E3-69C0-4697-883E-C3389DE47863}" dt="2022-07-21T22:32:20.508" v="926" actId="1076"/>
          <ac:spMkLst>
            <pc:docMk/>
            <pc:sldMk cId="2550749776" sldId="286"/>
            <ac:spMk id="7" creationId="{1110C0D0-255D-9265-70A9-A874FF354B5A}"/>
          </ac:spMkLst>
        </pc:spChg>
        <pc:spChg chg="add mod">
          <ac:chgData name="Ali Hepburn" userId="4e8e14d8-d579-466d-803b-afb427748fed" providerId="ADAL" clId="{6D5084E3-69C0-4697-883E-C3389DE47863}" dt="2022-07-21T22:32:06.082" v="923" actId="1076"/>
          <ac:spMkLst>
            <pc:docMk/>
            <pc:sldMk cId="2550749776" sldId="286"/>
            <ac:spMk id="8" creationId="{0B4EE704-76AE-02BC-68E7-005F63F71311}"/>
          </ac:spMkLst>
        </pc:spChg>
        <pc:picChg chg="add mod">
          <ac:chgData name="Ali Hepburn" userId="4e8e14d8-d579-466d-803b-afb427748fed" providerId="ADAL" clId="{6D5084E3-69C0-4697-883E-C3389DE47863}" dt="2022-07-21T22:32:06.082" v="923" actId="1076"/>
          <ac:picMkLst>
            <pc:docMk/>
            <pc:sldMk cId="2550749776" sldId="286"/>
            <ac:picMk id="4" creationId="{B325BB92-5D5E-7599-D899-F418951B0E7B}"/>
          </ac:picMkLst>
        </pc:picChg>
        <pc:picChg chg="add mod">
          <ac:chgData name="Ali Hepburn" userId="4e8e14d8-d579-466d-803b-afb427748fed" providerId="ADAL" clId="{6D5084E3-69C0-4697-883E-C3389DE47863}" dt="2022-07-21T22:32:06.082" v="923" actId="1076"/>
          <ac:picMkLst>
            <pc:docMk/>
            <pc:sldMk cId="2550749776" sldId="286"/>
            <ac:picMk id="5" creationId="{80C2A735-302A-4046-1E9E-153BA23752B5}"/>
          </ac:picMkLst>
        </pc:picChg>
      </pc:sldChg>
      <pc:sldChg chg="addSp delSp modSp new mod modAnim">
        <pc:chgData name="Ali Hepburn" userId="4e8e14d8-d579-466d-803b-afb427748fed" providerId="ADAL" clId="{6D5084E3-69C0-4697-883E-C3389DE47863}" dt="2022-07-21T22:33:27.861" v="971"/>
        <pc:sldMkLst>
          <pc:docMk/>
          <pc:sldMk cId="726705880" sldId="287"/>
        </pc:sldMkLst>
        <pc:spChg chg="mod">
          <ac:chgData name="Ali Hepburn" userId="4e8e14d8-d579-466d-803b-afb427748fed" providerId="ADAL" clId="{6D5084E3-69C0-4697-883E-C3389DE47863}" dt="2022-07-21T22:33:23.466" v="970" actId="404"/>
          <ac:spMkLst>
            <pc:docMk/>
            <pc:sldMk cId="726705880" sldId="287"/>
            <ac:spMk id="2" creationId="{80C184F6-59E3-8E03-282D-4B72DFA69DF8}"/>
          </ac:spMkLst>
        </pc:spChg>
        <pc:spChg chg="mod">
          <ac:chgData name="Ali Hepburn" userId="4e8e14d8-d579-466d-803b-afb427748fed" providerId="ADAL" clId="{6D5084E3-69C0-4697-883E-C3389DE47863}" dt="2022-07-21T22:33:27.861" v="971"/>
          <ac:spMkLst>
            <pc:docMk/>
            <pc:sldMk cId="726705880" sldId="287"/>
            <ac:spMk id="3" creationId="{9692FB1B-4EA4-1CB9-DBD8-D2B388A24203}"/>
          </ac:spMkLst>
        </pc:spChg>
        <pc:spChg chg="add del mod">
          <ac:chgData name="Ali Hepburn" userId="4e8e14d8-d579-466d-803b-afb427748fed" providerId="ADAL" clId="{6D5084E3-69C0-4697-883E-C3389DE47863}" dt="2022-07-21T22:32:35.145" v="929"/>
          <ac:spMkLst>
            <pc:docMk/>
            <pc:sldMk cId="726705880" sldId="287"/>
            <ac:spMk id="6" creationId="{0CA53A36-1FB6-28BF-9A60-B5D3FCF42568}"/>
          </ac:spMkLst>
        </pc:spChg>
        <pc:spChg chg="add del mod">
          <ac:chgData name="Ali Hepburn" userId="4e8e14d8-d579-466d-803b-afb427748fed" providerId="ADAL" clId="{6D5084E3-69C0-4697-883E-C3389DE47863}" dt="2022-07-21T22:32:35.145" v="929"/>
          <ac:spMkLst>
            <pc:docMk/>
            <pc:sldMk cId="726705880" sldId="287"/>
            <ac:spMk id="7" creationId="{CA6AA80F-D9EB-95CC-FDAB-DFE1B2B7A9C1}"/>
          </ac:spMkLst>
        </pc:spChg>
        <pc:spChg chg="add del mod">
          <ac:chgData name="Ali Hepburn" userId="4e8e14d8-d579-466d-803b-afb427748fed" providerId="ADAL" clId="{6D5084E3-69C0-4697-883E-C3389DE47863}" dt="2022-07-21T22:32:35.145" v="929"/>
          <ac:spMkLst>
            <pc:docMk/>
            <pc:sldMk cId="726705880" sldId="287"/>
            <ac:spMk id="8" creationId="{1669409E-244D-46C4-C41C-36FD325CC267}"/>
          </ac:spMkLst>
        </pc:spChg>
        <pc:picChg chg="add del mod">
          <ac:chgData name="Ali Hepburn" userId="4e8e14d8-d579-466d-803b-afb427748fed" providerId="ADAL" clId="{6D5084E3-69C0-4697-883E-C3389DE47863}" dt="2022-07-21T22:32:35.145" v="929"/>
          <ac:picMkLst>
            <pc:docMk/>
            <pc:sldMk cId="726705880" sldId="287"/>
            <ac:picMk id="4" creationId="{A0232162-89FA-9A16-A017-E088228E0F07}"/>
          </ac:picMkLst>
        </pc:picChg>
        <pc:picChg chg="add del mod">
          <ac:chgData name="Ali Hepburn" userId="4e8e14d8-d579-466d-803b-afb427748fed" providerId="ADAL" clId="{6D5084E3-69C0-4697-883E-C3389DE47863}" dt="2022-07-21T22:32:35.145" v="929"/>
          <ac:picMkLst>
            <pc:docMk/>
            <pc:sldMk cId="726705880" sldId="287"/>
            <ac:picMk id="5" creationId="{6F561264-1712-2F3C-9130-ACA903F7F8AA}"/>
          </ac:picMkLst>
        </pc:picChg>
      </pc:sldChg>
      <pc:sldChg chg="addSp delSp modSp new mod modAnim">
        <pc:chgData name="Ali Hepburn" userId="4e8e14d8-d579-466d-803b-afb427748fed" providerId="ADAL" clId="{6D5084E3-69C0-4697-883E-C3389DE47863}" dt="2022-07-21T22:34:26.634" v="990" actId="1076"/>
        <pc:sldMkLst>
          <pc:docMk/>
          <pc:sldMk cId="3470154885" sldId="288"/>
        </pc:sldMkLst>
        <pc:spChg chg="mod">
          <ac:chgData name="Ali Hepburn" userId="4e8e14d8-d579-466d-803b-afb427748fed" providerId="ADAL" clId="{6D5084E3-69C0-4697-883E-C3389DE47863}" dt="2022-07-21T22:33:40.769" v="973"/>
          <ac:spMkLst>
            <pc:docMk/>
            <pc:sldMk cId="3470154885" sldId="288"/>
            <ac:spMk id="2" creationId="{A0D6B6F6-478E-95A6-30CB-3256B901F4DF}"/>
          </ac:spMkLst>
        </pc:spChg>
        <pc:spChg chg="mod">
          <ac:chgData name="Ali Hepburn" userId="4e8e14d8-d579-466d-803b-afb427748fed" providerId="ADAL" clId="{6D5084E3-69C0-4697-883E-C3389DE47863}" dt="2022-07-21T22:33:52.289" v="978" actId="5793"/>
          <ac:spMkLst>
            <pc:docMk/>
            <pc:sldMk cId="3470154885" sldId="288"/>
            <ac:spMk id="3" creationId="{25F63231-C84C-10D2-1235-7A2AB11207A9}"/>
          </ac:spMkLst>
        </pc:spChg>
        <pc:spChg chg="add mod topLvl">
          <ac:chgData name="Ali Hepburn" userId="4e8e14d8-d579-466d-803b-afb427748fed" providerId="ADAL" clId="{6D5084E3-69C0-4697-883E-C3389DE47863}" dt="2022-07-21T22:34:26.634" v="990" actId="1076"/>
          <ac:spMkLst>
            <pc:docMk/>
            <pc:sldMk cId="3470154885" sldId="288"/>
            <ac:spMk id="5" creationId="{84661F2A-C87E-90DE-B394-EE142F7DC478}"/>
          </ac:spMkLst>
        </pc:spChg>
        <pc:grpChg chg="add del mod">
          <ac:chgData name="Ali Hepburn" userId="4e8e14d8-d579-466d-803b-afb427748fed" providerId="ADAL" clId="{6D5084E3-69C0-4697-883E-C3389DE47863}" dt="2022-07-21T22:34:18.738" v="988" actId="165"/>
          <ac:grpSpMkLst>
            <pc:docMk/>
            <pc:sldMk cId="3470154885" sldId="288"/>
            <ac:grpSpMk id="6" creationId="{EC4007E7-9D48-C286-AC7F-D70432DEBC10}"/>
          </ac:grpSpMkLst>
        </pc:grpChg>
        <pc:picChg chg="add mod topLvl">
          <ac:chgData name="Ali Hepburn" userId="4e8e14d8-d579-466d-803b-afb427748fed" providerId="ADAL" clId="{6D5084E3-69C0-4697-883E-C3389DE47863}" dt="2022-07-21T22:34:18.738" v="988" actId="165"/>
          <ac:picMkLst>
            <pc:docMk/>
            <pc:sldMk cId="3470154885" sldId="288"/>
            <ac:picMk id="4" creationId="{93EC44F4-47C4-9C71-7306-F3D442FEC42D}"/>
          </ac:picMkLst>
        </pc:picChg>
      </pc:sldChg>
      <pc:sldChg chg="modSp new mod">
        <pc:chgData name="Ali Hepburn" userId="4e8e14d8-d579-466d-803b-afb427748fed" providerId="ADAL" clId="{6D5084E3-69C0-4697-883E-C3389DE47863}" dt="2022-07-21T22:34:53.219" v="1010"/>
        <pc:sldMkLst>
          <pc:docMk/>
          <pc:sldMk cId="3369093739" sldId="289"/>
        </pc:sldMkLst>
        <pc:spChg chg="mod">
          <ac:chgData name="Ali Hepburn" userId="4e8e14d8-d579-466d-803b-afb427748fed" providerId="ADAL" clId="{6D5084E3-69C0-4697-883E-C3389DE47863}" dt="2022-07-21T22:34:49.423" v="1009" actId="404"/>
          <ac:spMkLst>
            <pc:docMk/>
            <pc:sldMk cId="3369093739" sldId="289"/>
            <ac:spMk id="2" creationId="{B1B30969-0175-3BE6-96D4-2A101FF2E5D7}"/>
          </ac:spMkLst>
        </pc:spChg>
        <pc:spChg chg="mod">
          <ac:chgData name="Ali Hepburn" userId="4e8e14d8-d579-466d-803b-afb427748fed" providerId="ADAL" clId="{6D5084E3-69C0-4697-883E-C3389DE47863}" dt="2022-07-21T22:34:53.219" v="1010"/>
          <ac:spMkLst>
            <pc:docMk/>
            <pc:sldMk cId="3369093739" sldId="289"/>
            <ac:spMk id="3" creationId="{F95FAAE0-CAB7-16EF-228B-A610BA6A5CAC}"/>
          </ac:spMkLst>
        </pc:spChg>
      </pc:sldChg>
      <pc:sldChg chg="modSp new mod">
        <pc:chgData name="Ali Hepburn" userId="4e8e14d8-d579-466d-803b-afb427748fed" providerId="ADAL" clId="{6D5084E3-69C0-4697-883E-C3389DE47863}" dt="2022-07-21T22:35:21.132" v="1022"/>
        <pc:sldMkLst>
          <pc:docMk/>
          <pc:sldMk cId="612069934" sldId="290"/>
        </pc:sldMkLst>
        <pc:spChg chg="mod">
          <ac:chgData name="Ali Hepburn" userId="4e8e14d8-d579-466d-803b-afb427748fed" providerId="ADAL" clId="{6D5084E3-69C0-4697-883E-C3389DE47863}" dt="2022-07-21T22:35:16.669" v="1021" actId="20577"/>
          <ac:spMkLst>
            <pc:docMk/>
            <pc:sldMk cId="612069934" sldId="290"/>
            <ac:spMk id="2" creationId="{0A00361E-0D62-3C76-44E8-2AB8DDF4EE5F}"/>
          </ac:spMkLst>
        </pc:spChg>
        <pc:spChg chg="mod">
          <ac:chgData name="Ali Hepburn" userId="4e8e14d8-d579-466d-803b-afb427748fed" providerId="ADAL" clId="{6D5084E3-69C0-4697-883E-C3389DE47863}" dt="2022-07-21T22:35:21.132" v="1022"/>
          <ac:spMkLst>
            <pc:docMk/>
            <pc:sldMk cId="612069934" sldId="290"/>
            <ac:spMk id="3" creationId="{A345B579-BE6E-8DC5-B7CD-711677A8EE8A}"/>
          </ac:spMkLst>
        </pc:spChg>
      </pc:sldChg>
      <pc:sldChg chg="addSp modSp new mod">
        <pc:chgData name="Ali Hepburn" userId="4e8e14d8-d579-466d-803b-afb427748fed" providerId="ADAL" clId="{6D5084E3-69C0-4697-883E-C3389DE47863}" dt="2022-07-21T22:36:08.579" v="1084" actId="1076"/>
        <pc:sldMkLst>
          <pc:docMk/>
          <pc:sldMk cId="2633943247" sldId="291"/>
        </pc:sldMkLst>
        <pc:spChg chg="mod">
          <ac:chgData name="Ali Hepburn" userId="4e8e14d8-d579-466d-803b-afb427748fed" providerId="ADAL" clId="{6D5084E3-69C0-4697-883E-C3389DE47863}" dt="2022-07-21T22:35:34.746" v="1064" actId="20577"/>
          <ac:spMkLst>
            <pc:docMk/>
            <pc:sldMk cId="2633943247" sldId="291"/>
            <ac:spMk id="2" creationId="{8DA320F0-B492-A946-30C0-2DC78B417380}"/>
          </ac:spMkLst>
        </pc:spChg>
        <pc:spChg chg="mod">
          <ac:chgData name="Ali Hepburn" userId="4e8e14d8-d579-466d-803b-afb427748fed" providerId="ADAL" clId="{6D5084E3-69C0-4697-883E-C3389DE47863}" dt="2022-07-21T22:35:58.633" v="1083" actId="1076"/>
          <ac:spMkLst>
            <pc:docMk/>
            <pc:sldMk cId="2633943247" sldId="291"/>
            <ac:spMk id="3" creationId="{037651DB-2255-D938-C110-D31EB2466BA3}"/>
          </ac:spMkLst>
        </pc:spChg>
        <pc:picChg chg="add mod">
          <ac:chgData name="Ali Hepburn" userId="4e8e14d8-d579-466d-803b-afb427748fed" providerId="ADAL" clId="{6D5084E3-69C0-4697-883E-C3389DE47863}" dt="2022-07-21T22:36:08.579" v="1084" actId="1076"/>
          <ac:picMkLst>
            <pc:docMk/>
            <pc:sldMk cId="2633943247" sldId="291"/>
            <ac:picMk id="4" creationId="{4C1D9E82-0508-9404-970C-62BBE9053EC2}"/>
          </ac:picMkLst>
        </pc:picChg>
      </pc:sldChg>
      <pc:sldChg chg="modSp new mod">
        <pc:chgData name="Ali Hepburn" userId="4e8e14d8-d579-466d-803b-afb427748fed" providerId="ADAL" clId="{6D5084E3-69C0-4697-883E-C3389DE47863}" dt="2022-07-21T22:36:23.935" v="1087"/>
        <pc:sldMkLst>
          <pc:docMk/>
          <pc:sldMk cId="2572236322" sldId="292"/>
        </pc:sldMkLst>
        <pc:spChg chg="mod">
          <ac:chgData name="Ali Hepburn" userId="4e8e14d8-d579-466d-803b-afb427748fed" providerId="ADAL" clId="{6D5084E3-69C0-4697-883E-C3389DE47863}" dt="2022-07-21T22:36:19.169" v="1086"/>
          <ac:spMkLst>
            <pc:docMk/>
            <pc:sldMk cId="2572236322" sldId="292"/>
            <ac:spMk id="2" creationId="{768C0FD0-EAB4-8183-F369-6F76F3105ABF}"/>
          </ac:spMkLst>
        </pc:spChg>
        <pc:spChg chg="mod">
          <ac:chgData name="Ali Hepburn" userId="4e8e14d8-d579-466d-803b-afb427748fed" providerId="ADAL" clId="{6D5084E3-69C0-4697-883E-C3389DE47863}" dt="2022-07-21T22:36:23.935" v="1087"/>
          <ac:spMkLst>
            <pc:docMk/>
            <pc:sldMk cId="2572236322" sldId="292"/>
            <ac:spMk id="3" creationId="{2CF16FF1-8267-1B1E-2AB4-1A5A43D886FB}"/>
          </ac:spMkLst>
        </pc:spChg>
      </pc:sldChg>
      <pc:sldChg chg="addSp delSp modSp new mod">
        <pc:chgData name="Ali Hepburn" userId="4e8e14d8-d579-466d-803b-afb427748fed" providerId="ADAL" clId="{6D5084E3-69C0-4697-883E-C3389DE47863}" dt="2022-07-21T22:36:55.440" v="1106" actId="20577"/>
        <pc:sldMkLst>
          <pc:docMk/>
          <pc:sldMk cId="173582417" sldId="293"/>
        </pc:sldMkLst>
        <pc:spChg chg="mod">
          <ac:chgData name="Ali Hepburn" userId="4e8e14d8-d579-466d-803b-afb427748fed" providerId="ADAL" clId="{6D5084E3-69C0-4697-883E-C3389DE47863}" dt="2022-07-21T22:36:39.550" v="1089"/>
          <ac:spMkLst>
            <pc:docMk/>
            <pc:sldMk cId="173582417" sldId="293"/>
            <ac:spMk id="2" creationId="{F8B1F408-0F91-A7D8-9496-0CA56DC9383A}"/>
          </ac:spMkLst>
        </pc:spChg>
        <pc:spChg chg="mod">
          <ac:chgData name="Ali Hepburn" userId="4e8e14d8-d579-466d-803b-afb427748fed" providerId="ADAL" clId="{6D5084E3-69C0-4697-883E-C3389DE47863}" dt="2022-07-21T22:36:55.440" v="1106" actId="20577"/>
          <ac:spMkLst>
            <pc:docMk/>
            <pc:sldMk cId="173582417" sldId="293"/>
            <ac:spMk id="3" creationId="{5B4EB7F0-760A-456B-28A1-A74BC9808AD8}"/>
          </ac:spMkLst>
        </pc:spChg>
        <pc:spChg chg="add del">
          <ac:chgData name="Ali Hepburn" userId="4e8e14d8-d579-466d-803b-afb427748fed" providerId="ADAL" clId="{6D5084E3-69C0-4697-883E-C3389DE47863}" dt="2022-07-21T22:36:51.318" v="1104" actId="22"/>
          <ac:spMkLst>
            <pc:docMk/>
            <pc:sldMk cId="173582417" sldId="293"/>
            <ac:spMk id="5" creationId="{3E1E9F6A-ABE7-18CA-03AF-C591869E8CD9}"/>
          </ac:spMkLst>
        </pc:spChg>
      </pc:sldChg>
      <pc:sldChg chg="modSp new mod">
        <pc:chgData name="Ali Hepburn" userId="4e8e14d8-d579-466d-803b-afb427748fed" providerId="ADAL" clId="{6D5084E3-69C0-4697-883E-C3389DE47863}" dt="2022-07-21T22:37:11.063" v="1109"/>
        <pc:sldMkLst>
          <pc:docMk/>
          <pc:sldMk cId="3246516622" sldId="294"/>
        </pc:sldMkLst>
        <pc:spChg chg="mod">
          <ac:chgData name="Ali Hepburn" userId="4e8e14d8-d579-466d-803b-afb427748fed" providerId="ADAL" clId="{6D5084E3-69C0-4697-883E-C3389DE47863}" dt="2022-07-21T22:37:07.667" v="1108"/>
          <ac:spMkLst>
            <pc:docMk/>
            <pc:sldMk cId="3246516622" sldId="294"/>
            <ac:spMk id="2" creationId="{C4113CA9-2AE2-A531-789F-A0BEA55732DE}"/>
          </ac:spMkLst>
        </pc:spChg>
        <pc:spChg chg="mod">
          <ac:chgData name="Ali Hepburn" userId="4e8e14d8-d579-466d-803b-afb427748fed" providerId="ADAL" clId="{6D5084E3-69C0-4697-883E-C3389DE47863}" dt="2022-07-21T22:37:11.063" v="1109"/>
          <ac:spMkLst>
            <pc:docMk/>
            <pc:sldMk cId="3246516622" sldId="294"/>
            <ac:spMk id="3" creationId="{0E188E90-2680-FB22-8994-E788D4E06844}"/>
          </ac:spMkLst>
        </pc:spChg>
      </pc:sldChg>
      <pc:sldChg chg="modSp new mod">
        <pc:chgData name="Ali Hepburn" userId="4e8e14d8-d579-466d-803b-afb427748fed" providerId="ADAL" clId="{6D5084E3-69C0-4697-883E-C3389DE47863}" dt="2022-07-21T22:37:24.192" v="1112"/>
        <pc:sldMkLst>
          <pc:docMk/>
          <pc:sldMk cId="1569337095" sldId="295"/>
        </pc:sldMkLst>
        <pc:spChg chg="mod">
          <ac:chgData name="Ali Hepburn" userId="4e8e14d8-d579-466d-803b-afb427748fed" providerId="ADAL" clId="{6D5084E3-69C0-4697-883E-C3389DE47863}" dt="2022-07-21T22:37:20.251" v="1111"/>
          <ac:spMkLst>
            <pc:docMk/>
            <pc:sldMk cId="1569337095" sldId="295"/>
            <ac:spMk id="2" creationId="{54E38153-158B-E81B-73F3-9EF5129C14E6}"/>
          </ac:spMkLst>
        </pc:spChg>
        <pc:spChg chg="mod">
          <ac:chgData name="Ali Hepburn" userId="4e8e14d8-d579-466d-803b-afb427748fed" providerId="ADAL" clId="{6D5084E3-69C0-4697-883E-C3389DE47863}" dt="2022-07-21T22:37:24.192" v="1112"/>
          <ac:spMkLst>
            <pc:docMk/>
            <pc:sldMk cId="1569337095" sldId="295"/>
            <ac:spMk id="3" creationId="{E684E886-4EDB-D51C-55A0-1C8905327D93}"/>
          </ac:spMkLst>
        </pc:spChg>
      </pc:sldChg>
      <pc:sldChg chg="modSp new mod">
        <pc:chgData name="Ali Hepburn" userId="4e8e14d8-d579-466d-803b-afb427748fed" providerId="ADAL" clId="{6D5084E3-69C0-4697-883E-C3389DE47863}" dt="2022-07-21T22:37:36.817" v="1115"/>
        <pc:sldMkLst>
          <pc:docMk/>
          <pc:sldMk cId="2910788993" sldId="296"/>
        </pc:sldMkLst>
        <pc:spChg chg="mod">
          <ac:chgData name="Ali Hepburn" userId="4e8e14d8-d579-466d-803b-afb427748fed" providerId="ADAL" clId="{6D5084E3-69C0-4697-883E-C3389DE47863}" dt="2022-07-21T22:37:32.986" v="1114"/>
          <ac:spMkLst>
            <pc:docMk/>
            <pc:sldMk cId="2910788993" sldId="296"/>
            <ac:spMk id="2" creationId="{BB48B4FC-6EBE-AF44-2F85-4EDBDE8C1A6C}"/>
          </ac:spMkLst>
        </pc:spChg>
        <pc:spChg chg="mod">
          <ac:chgData name="Ali Hepburn" userId="4e8e14d8-d579-466d-803b-afb427748fed" providerId="ADAL" clId="{6D5084E3-69C0-4697-883E-C3389DE47863}" dt="2022-07-21T22:37:36.817" v="1115"/>
          <ac:spMkLst>
            <pc:docMk/>
            <pc:sldMk cId="2910788993" sldId="296"/>
            <ac:spMk id="3" creationId="{7AFC452B-7A2E-69C5-8261-EAAA26D68FB4}"/>
          </ac:spMkLst>
        </pc:spChg>
      </pc:sldChg>
      <pc:sldChg chg="addSp delSp modSp new mod">
        <pc:chgData name="Ali Hepburn" userId="4e8e14d8-d579-466d-803b-afb427748fed" providerId="ADAL" clId="{6D5084E3-69C0-4697-883E-C3389DE47863}" dt="2022-07-21T22:38:38.225" v="1145" actId="20577"/>
        <pc:sldMkLst>
          <pc:docMk/>
          <pc:sldMk cId="2164585916" sldId="297"/>
        </pc:sldMkLst>
        <pc:spChg chg="del">
          <ac:chgData name="Ali Hepburn" userId="4e8e14d8-d579-466d-803b-afb427748fed" providerId="ADAL" clId="{6D5084E3-69C0-4697-883E-C3389DE47863}" dt="2022-07-21T22:37:51.532" v="1117" actId="478"/>
          <ac:spMkLst>
            <pc:docMk/>
            <pc:sldMk cId="2164585916" sldId="297"/>
            <ac:spMk id="2" creationId="{621513EC-166D-A041-11D4-E981E2A3EC6E}"/>
          </ac:spMkLst>
        </pc:spChg>
        <pc:spChg chg="del">
          <ac:chgData name="Ali Hepburn" userId="4e8e14d8-d579-466d-803b-afb427748fed" providerId="ADAL" clId="{6D5084E3-69C0-4697-883E-C3389DE47863}" dt="2022-07-21T22:37:53.394" v="1118" actId="478"/>
          <ac:spMkLst>
            <pc:docMk/>
            <pc:sldMk cId="2164585916" sldId="297"/>
            <ac:spMk id="3" creationId="{069E15E2-451D-71B7-F724-CFF48BC3AAFB}"/>
          </ac:spMkLst>
        </pc:spChg>
        <pc:spChg chg="add mod">
          <ac:chgData name="Ali Hepburn" userId="4e8e14d8-d579-466d-803b-afb427748fed" providerId="ADAL" clId="{6D5084E3-69C0-4697-883E-C3389DE47863}" dt="2022-07-21T22:38:25.552" v="1131" actId="20577"/>
          <ac:spMkLst>
            <pc:docMk/>
            <pc:sldMk cId="2164585916" sldId="297"/>
            <ac:spMk id="5" creationId="{C5C39AA4-4CBF-30C2-503D-8D48E3A63B2B}"/>
          </ac:spMkLst>
        </pc:spChg>
        <pc:spChg chg="add mod">
          <ac:chgData name="Ali Hepburn" userId="4e8e14d8-d579-466d-803b-afb427748fed" providerId="ADAL" clId="{6D5084E3-69C0-4697-883E-C3389DE47863}" dt="2022-07-21T22:38:38.225" v="1145" actId="20577"/>
          <ac:spMkLst>
            <pc:docMk/>
            <pc:sldMk cId="2164585916" sldId="297"/>
            <ac:spMk id="6" creationId="{6B9E8241-3025-5549-C268-AC0BEB57A87E}"/>
          </ac:spMkLst>
        </pc:spChg>
        <pc:picChg chg="add mod">
          <ac:chgData name="Ali Hepburn" userId="4e8e14d8-d579-466d-803b-afb427748fed" providerId="ADAL" clId="{6D5084E3-69C0-4697-883E-C3389DE47863}" dt="2022-07-21T22:37:56.411" v="1120" actId="1076"/>
          <ac:picMkLst>
            <pc:docMk/>
            <pc:sldMk cId="2164585916" sldId="297"/>
            <ac:picMk id="4" creationId="{07CFE080-A65D-CAE7-9ADA-1B507D7629C6}"/>
          </ac:picMkLst>
        </pc:picChg>
      </pc:sldChg>
      <pc:sldChg chg="modSp new mod">
        <pc:chgData name="Ali Hepburn" userId="4e8e14d8-d579-466d-803b-afb427748fed" providerId="ADAL" clId="{6D5084E3-69C0-4697-883E-C3389DE47863}" dt="2022-07-21T22:38:55.740" v="1148"/>
        <pc:sldMkLst>
          <pc:docMk/>
          <pc:sldMk cId="1510705963" sldId="298"/>
        </pc:sldMkLst>
        <pc:spChg chg="mod">
          <ac:chgData name="Ali Hepburn" userId="4e8e14d8-d579-466d-803b-afb427748fed" providerId="ADAL" clId="{6D5084E3-69C0-4697-883E-C3389DE47863}" dt="2022-07-21T22:38:51.716" v="1147"/>
          <ac:spMkLst>
            <pc:docMk/>
            <pc:sldMk cId="1510705963" sldId="298"/>
            <ac:spMk id="2" creationId="{A143E84F-9ACB-6102-0526-0D9463F5EF52}"/>
          </ac:spMkLst>
        </pc:spChg>
        <pc:spChg chg="mod">
          <ac:chgData name="Ali Hepburn" userId="4e8e14d8-d579-466d-803b-afb427748fed" providerId="ADAL" clId="{6D5084E3-69C0-4697-883E-C3389DE47863}" dt="2022-07-21T22:38:55.740" v="1148"/>
          <ac:spMkLst>
            <pc:docMk/>
            <pc:sldMk cId="1510705963" sldId="298"/>
            <ac:spMk id="3" creationId="{074894EF-E403-2178-451C-DC62B257B46B}"/>
          </ac:spMkLst>
        </pc:spChg>
      </pc:sldChg>
      <pc:sldChg chg="addSp delSp modSp new mod">
        <pc:chgData name="Ali Hepburn" userId="4e8e14d8-d579-466d-803b-afb427748fed" providerId="ADAL" clId="{6D5084E3-69C0-4697-883E-C3389DE47863}" dt="2022-07-21T22:39:53.242" v="1178" actId="1076"/>
        <pc:sldMkLst>
          <pc:docMk/>
          <pc:sldMk cId="378907538" sldId="299"/>
        </pc:sldMkLst>
        <pc:spChg chg="del">
          <ac:chgData name="Ali Hepburn" userId="4e8e14d8-d579-466d-803b-afb427748fed" providerId="ADAL" clId="{6D5084E3-69C0-4697-883E-C3389DE47863}" dt="2022-07-21T22:39:11.144" v="1151" actId="478"/>
          <ac:spMkLst>
            <pc:docMk/>
            <pc:sldMk cId="378907538" sldId="299"/>
            <ac:spMk id="2" creationId="{FC18AF84-69F1-5C16-F8FA-1B9570AAE17B}"/>
          </ac:spMkLst>
        </pc:spChg>
        <pc:spChg chg="del">
          <ac:chgData name="Ali Hepburn" userId="4e8e14d8-d579-466d-803b-afb427748fed" providerId="ADAL" clId="{6D5084E3-69C0-4697-883E-C3389DE47863}" dt="2022-07-21T22:39:09.535" v="1150" actId="478"/>
          <ac:spMkLst>
            <pc:docMk/>
            <pc:sldMk cId="378907538" sldId="299"/>
            <ac:spMk id="3" creationId="{0DD853E6-7826-74D5-4820-5B3CD9FDAF8D}"/>
          </ac:spMkLst>
        </pc:spChg>
        <pc:spChg chg="add mod">
          <ac:chgData name="Ali Hepburn" userId="4e8e14d8-d579-466d-803b-afb427748fed" providerId="ADAL" clId="{6D5084E3-69C0-4697-883E-C3389DE47863}" dt="2022-07-21T22:39:23.456" v="1156" actId="2711"/>
          <ac:spMkLst>
            <pc:docMk/>
            <pc:sldMk cId="378907538" sldId="299"/>
            <ac:spMk id="5" creationId="{19A769D2-172F-E4A2-E332-DB7390084944}"/>
          </ac:spMkLst>
        </pc:spChg>
        <pc:spChg chg="add mod">
          <ac:chgData name="Ali Hepburn" userId="4e8e14d8-d579-466d-803b-afb427748fed" providerId="ADAL" clId="{6D5084E3-69C0-4697-883E-C3389DE47863}" dt="2022-07-21T22:39:53.242" v="1178" actId="1076"/>
          <ac:spMkLst>
            <pc:docMk/>
            <pc:sldMk cId="378907538" sldId="299"/>
            <ac:spMk id="6" creationId="{27C70558-8539-441F-F6A0-B28261671250}"/>
          </ac:spMkLst>
        </pc:spChg>
        <pc:picChg chg="add mod">
          <ac:chgData name="Ali Hepburn" userId="4e8e14d8-d579-466d-803b-afb427748fed" providerId="ADAL" clId="{6D5084E3-69C0-4697-883E-C3389DE47863}" dt="2022-07-21T22:39:15.785" v="1153" actId="1076"/>
          <ac:picMkLst>
            <pc:docMk/>
            <pc:sldMk cId="378907538" sldId="299"/>
            <ac:picMk id="4" creationId="{CD61E40C-DF75-1778-F369-C3000B409AC9}"/>
          </ac:picMkLst>
        </pc:picChg>
      </pc:sldChg>
      <pc:sldChg chg="modSp new mod">
        <pc:chgData name="Ali Hepburn" userId="4e8e14d8-d579-466d-803b-afb427748fed" providerId="ADAL" clId="{6D5084E3-69C0-4697-883E-C3389DE47863}" dt="2022-07-21T22:40:16.183" v="1197" actId="20577"/>
        <pc:sldMkLst>
          <pc:docMk/>
          <pc:sldMk cId="2795972477" sldId="300"/>
        </pc:sldMkLst>
        <pc:spChg chg="mod">
          <ac:chgData name="Ali Hepburn" userId="4e8e14d8-d579-466d-803b-afb427748fed" providerId="ADAL" clId="{6D5084E3-69C0-4697-883E-C3389DE47863}" dt="2022-07-21T22:40:04.377" v="1182" actId="20577"/>
          <ac:spMkLst>
            <pc:docMk/>
            <pc:sldMk cId="2795972477" sldId="300"/>
            <ac:spMk id="2" creationId="{B376AB5D-8336-8EA5-A0AA-DBDF0AC4A555}"/>
          </ac:spMkLst>
        </pc:spChg>
        <pc:spChg chg="mod">
          <ac:chgData name="Ali Hepburn" userId="4e8e14d8-d579-466d-803b-afb427748fed" providerId="ADAL" clId="{6D5084E3-69C0-4697-883E-C3389DE47863}" dt="2022-07-21T22:40:16.183" v="1197" actId="20577"/>
          <ac:spMkLst>
            <pc:docMk/>
            <pc:sldMk cId="2795972477" sldId="300"/>
            <ac:spMk id="3" creationId="{ECED897A-84B6-843E-74C4-F11B6B85F730}"/>
          </ac:spMkLst>
        </pc:spChg>
      </pc:sldChg>
      <pc:sldChg chg="modSp new mod">
        <pc:chgData name="Ali Hepburn" userId="4e8e14d8-d579-466d-803b-afb427748fed" providerId="ADAL" clId="{6D5084E3-69C0-4697-883E-C3389DE47863}" dt="2022-07-21T22:40:35.547" v="1246"/>
        <pc:sldMkLst>
          <pc:docMk/>
          <pc:sldMk cId="1935676167" sldId="301"/>
        </pc:sldMkLst>
        <pc:spChg chg="mod">
          <ac:chgData name="Ali Hepburn" userId="4e8e14d8-d579-466d-803b-afb427748fed" providerId="ADAL" clId="{6D5084E3-69C0-4697-883E-C3389DE47863}" dt="2022-07-21T22:40:29.771" v="1245" actId="20577"/>
          <ac:spMkLst>
            <pc:docMk/>
            <pc:sldMk cId="1935676167" sldId="301"/>
            <ac:spMk id="2" creationId="{721615D1-EE47-E0CA-66A3-BA270E333498}"/>
          </ac:spMkLst>
        </pc:spChg>
        <pc:spChg chg="mod">
          <ac:chgData name="Ali Hepburn" userId="4e8e14d8-d579-466d-803b-afb427748fed" providerId="ADAL" clId="{6D5084E3-69C0-4697-883E-C3389DE47863}" dt="2022-07-21T22:40:35.547" v="1246"/>
          <ac:spMkLst>
            <pc:docMk/>
            <pc:sldMk cId="1935676167" sldId="301"/>
            <ac:spMk id="3" creationId="{38A5B1F4-628D-A62A-AAF3-D5F89EA3830A}"/>
          </ac:spMkLst>
        </pc:spChg>
      </pc:sldChg>
      <pc:sldChg chg="modSp new mod">
        <pc:chgData name="Ali Hepburn" userId="4e8e14d8-d579-466d-803b-afb427748fed" providerId="ADAL" clId="{6D5084E3-69C0-4697-883E-C3389DE47863}" dt="2022-07-21T22:40:56.696" v="1261" actId="27636"/>
        <pc:sldMkLst>
          <pc:docMk/>
          <pc:sldMk cId="3715697784" sldId="302"/>
        </pc:sldMkLst>
        <pc:spChg chg="mod">
          <ac:chgData name="Ali Hepburn" userId="4e8e14d8-d579-466d-803b-afb427748fed" providerId="ADAL" clId="{6D5084E3-69C0-4697-883E-C3389DE47863}" dt="2022-07-21T22:40:48.447" v="1258" actId="20577"/>
          <ac:spMkLst>
            <pc:docMk/>
            <pc:sldMk cId="3715697784" sldId="302"/>
            <ac:spMk id="2" creationId="{EBE41CED-3D31-06D1-5DAD-E2858CA76DA4}"/>
          </ac:spMkLst>
        </pc:spChg>
        <pc:spChg chg="mod">
          <ac:chgData name="Ali Hepburn" userId="4e8e14d8-d579-466d-803b-afb427748fed" providerId="ADAL" clId="{6D5084E3-69C0-4697-883E-C3389DE47863}" dt="2022-07-21T22:40:56.696" v="1261" actId="27636"/>
          <ac:spMkLst>
            <pc:docMk/>
            <pc:sldMk cId="3715697784" sldId="302"/>
            <ac:spMk id="3" creationId="{C58E05D5-AAD4-D557-5DED-57CD5D595BB7}"/>
          </ac:spMkLst>
        </pc:spChg>
      </pc:sldChg>
    </pc:docChg>
  </pc:docChgLst>
  <pc:docChgLst>
    <pc:chgData name="Ali Hepburn" userId="4e8e14d8-d579-466d-803b-afb427748fed" providerId="ADAL" clId="{D6D9FCA4-2B27-46FB-885D-00C82EB33931}"/>
    <pc:docChg chg="custSel delSld modSld">
      <pc:chgData name="Ali Hepburn" userId="4e8e14d8-d579-466d-803b-afb427748fed" providerId="ADAL" clId="{D6D9FCA4-2B27-46FB-885D-00C82EB33931}" dt="2022-10-23T15:15:46.602" v="11" actId="47"/>
      <pc:docMkLst>
        <pc:docMk/>
      </pc:docMkLst>
      <pc:sldChg chg="modSp del mod">
        <pc:chgData name="Ali Hepburn" userId="4e8e14d8-d579-466d-803b-afb427748fed" providerId="ADAL" clId="{D6D9FCA4-2B27-46FB-885D-00C82EB33931}" dt="2022-10-23T15:15:46.602" v="11" actId="47"/>
        <pc:sldMkLst>
          <pc:docMk/>
          <pc:sldMk cId="728174566" sldId="256"/>
        </pc:sldMkLst>
        <pc:spChg chg="mod">
          <ac:chgData name="Ali Hepburn" userId="4e8e14d8-d579-466d-803b-afb427748fed" providerId="ADAL" clId="{D6D9FCA4-2B27-46FB-885D-00C82EB33931}" dt="2022-10-23T15:10:46.235" v="6" actId="21"/>
          <ac:spMkLst>
            <pc:docMk/>
            <pc:sldMk cId="728174566" sldId="256"/>
            <ac:spMk id="3" creationId="{50F051FA-2D04-CB9B-D1B4-FD9A1BBBEE71}"/>
          </ac:spMkLst>
        </pc:spChg>
      </pc:sldChg>
      <pc:sldChg chg="modSp mod">
        <pc:chgData name="Ali Hepburn" userId="4e8e14d8-d579-466d-803b-afb427748fed" providerId="ADAL" clId="{D6D9FCA4-2B27-46FB-885D-00C82EB33931}" dt="2022-10-23T15:10:56.075" v="10" actId="20577"/>
        <pc:sldMkLst>
          <pc:docMk/>
          <pc:sldMk cId="2002770558" sldId="304"/>
        </pc:sldMkLst>
        <pc:spChg chg="mod">
          <ac:chgData name="Ali Hepburn" userId="4e8e14d8-d579-466d-803b-afb427748fed" providerId="ADAL" clId="{D6D9FCA4-2B27-46FB-885D-00C82EB33931}" dt="2022-10-23T15:10:56.075" v="10" actId="20577"/>
          <ac:spMkLst>
            <pc:docMk/>
            <pc:sldMk cId="2002770558" sldId="304"/>
            <ac:spMk id="3" creationId="{50F051FA-2D04-CB9B-D1B4-FD9A1BBBEE7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2F978A-21D3-4015-B3BA-9CB781BDF051}" type="doc">
      <dgm:prSet loTypeId="urn:microsoft.com/office/officeart/2005/8/layout/hList1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4E78AB8E-B6D4-4D20-ABD7-0B35E3D9F283}">
      <dgm:prSet phldrT="[Text]"/>
      <dgm:spPr/>
      <dgm:t>
        <a:bodyPr/>
        <a:lstStyle/>
        <a:p>
          <a:r>
            <a:rPr lang="de-DE" altLang="en-US" dirty="0">
              <a:ea typeface="ＭＳ Ｐゴシック" panose="020B0600070205080204" pitchFamily="34" charset="-128"/>
            </a:rPr>
            <a:t>Rights of shareholders</a:t>
          </a:r>
          <a:endParaRPr lang="en-GB" dirty="0"/>
        </a:p>
      </dgm:t>
    </dgm:pt>
    <dgm:pt modelId="{54C7FC7F-023F-421F-B577-7B30D31E6CFE}" type="parTrans" cxnId="{97E393B2-3560-4C8C-A039-A8BDFE40C7B1}">
      <dgm:prSet/>
      <dgm:spPr/>
      <dgm:t>
        <a:bodyPr/>
        <a:lstStyle/>
        <a:p>
          <a:endParaRPr lang="en-GB"/>
        </a:p>
      </dgm:t>
    </dgm:pt>
    <dgm:pt modelId="{61593E28-DECC-4CC5-ABF7-70CE2ADE0816}" type="sibTrans" cxnId="{97E393B2-3560-4C8C-A039-A8BDFE40C7B1}">
      <dgm:prSet/>
      <dgm:spPr/>
      <dgm:t>
        <a:bodyPr/>
        <a:lstStyle/>
        <a:p>
          <a:endParaRPr lang="en-GB"/>
        </a:p>
      </dgm:t>
    </dgm:pt>
    <dgm:pt modelId="{1D601F57-F131-4B13-B994-A23C37D13BBC}">
      <dgm:prSet/>
      <dgm:spPr/>
      <dgm:t>
        <a:bodyPr/>
        <a:lstStyle/>
        <a:p>
          <a:r>
            <a:rPr lang="en-GB" altLang="en-US">
              <a:ea typeface="ＭＳ Ｐゴシック" panose="020B0600070205080204" pitchFamily="34" charset="-128"/>
            </a:rPr>
            <a:t>The right to sell their stock</a:t>
          </a:r>
          <a:endParaRPr lang="en-GB" altLang="en-US" dirty="0">
            <a:ea typeface="ＭＳ Ｐゴシック" panose="020B0600070205080204" pitchFamily="34" charset="-128"/>
          </a:endParaRPr>
        </a:p>
      </dgm:t>
    </dgm:pt>
    <dgm:pt modelId="{B9E53506-E6C9-46B8-9B08-89A471AA722B}" type="parTrans" cxnId="{412BC048-1F18-4B67-86C7-4476CC64EE18}">
      <dgm:prSet/>
      <dgm:spPr/>
      <dgm:t>
        <a:bodyPr/>
        <a:lstStyle/>
        <a:p>
          <a:endParaRPr lang="en-GB"/>
        </a:p>
      </dgm:t>
    </dgm:pt>
    <dgm:pt modelId="{A924A6B7-97A1-4B97-A6F0-BBA07B4BE31C}" type="sibTrans" cxnId="{412BC048-1F18-4B67-86C7-4476CC64EE18}">
      <dgm:prSet/>
      <dgm:spPr/>
      <dgm:t>
        <a:bodyPr/>
        <a:lstStyle/>
        <a:p>
          <a:endParaRPr lang="en-GB"/>
        </a:p>
      </dgm:t>
    </dgm:pt>
    <dgm:pt modelId="{C41FF8BE-1BE6-4368-AC40-2F5AD0BCEB80}">
      <dgm:prSet/>
      <dgm:spPr/>
      <dgm:t>
        <a:bodyPr/>
        <a:lstStyle/>
        <a:p>
          <a:r>
            <a:rPr lang="en-GB" altLang="en-US">
              <a:ea typeface="ＭＳ Ｐゴシック" panose="020B0600070205080204" pitchFamily="34" charset="-128"/>
            </a:rPr>
            <a:t>The right to vote in the general meeting</a:t>
          </a:r>
          <a:endParaRPr lang="en-GB" altLang="en-US" dirty="0">
            <a:ea typeface="ＭＳ Ｐゴシック" panose="020B0600070205080204" pitchFamily="34" charset="-128"/>
          </a:endParaRPr>
        </a:p>
      </dgm:t>
    </dgm:pt>
    <dgm:pt modelId="{590F782D-9AAC-4EAC-B0A1-35CA385AB014}" type="parTrans" cxnId="{123AB129-FE7B-4CA3-ACED-4EDE36DC1D9E}">
      <dgm:prSet/>
      <dgm:spPr/>
      <dgm:t>
        <a:bodyPr/>
        <a:lstStyle/>
        <a:p>
          <a:endParaRPr lang="en-GB"/>
        </a:p>
      </dgm:t>
    </dgm:pt>
    <dgm:pt modelId="{5438C3E7-EDB2-48D7-840C-62978AC397F8}" type="sibTrans" cxnId="{123AB129-FE7B-4CA3-ACED-4EDE36DC1D9E}">
      <dgm:prSet/>
      <dgm:spPr/>
      <dgm:t>
        <a:bodyPr/>
        <a:lstStyle/>
        <a:p>
          <a:endParaRPr lang="en-GB"/>
        </a:p>
      </dgm:t>
    </dgm:pt>
    <dgm:pt modelId="{B013DAE1-8ED9-4A48-9E72-5A977E8C8DE2}">
      <dgm:prSet/>
      <dgm:spPr/>
      <dgm:t>
        <a:bodyPr/>
        <a:lstStyle/>
        <a:p>
          <a:r>
            <a:rPr lang="en-GB" altLang="en-US">
              <a:ea typeface="ＭＳ Ｐゴシック" panose="020B0600070205080204" pitchFamily="34" charset="-128"/>
            </a:rPr>
            <a:t>The right to certain information about the company</a:t>
          </a:r>
          <a:endParaRPr lang="en-GB" altLang="en-US" dirty="0">
            <a:ea typeface="ＭＳ Ｐゴシック" panose="020B0600070205080204" pitchFamily="34" charset="-128"/>
          </a:endParaRPr>
        </a:p>
      </dgm:t>
    </dgm:pt>
    <dgm:pt modelId="{EE7807EE-2B12-47A7-91FC-83D1D007A423}" type="parTrans" cxnId="{4281CCFE-9547-4FD8-872D-D000A2D8FAF5}">
      <dgm:prSet/>
      <dgm:spPr/>
      <dgm:t>
        <a:bodyPr/>
        <a:lstStyle/>
        <a:p>
          <a:endParaRPr lang="en-GB"/>
        </a:p>
      </dgm:t>
    </dgm:pt>
    <dgm:pt modelId="{9EB36B34-71AD-408F-83E2-7C5D184BBA50}" type="sibTrans" cxnId="{4281CCFE-9547-4FD8-872D-D000A2D8FAF5}">
      <dgm:prSet/>
      <dgm:spPr/>
      <dgm:t>
        <a:bodyPr/>
        <a:lstStyle/>
        <a:p>
          <a:endParaRPr lang="en-GB"/>
        </a:p>
      </dgm:t>
    </dgm:pt>
    <dgm:pt modelId="{2EA391D2-7A0D-4DAC-9DF5-08F72FEB73C6}">
      <dgm:prSet/>
      <dgm:spPr/>
      <dgm:t>
        <a:bodyPr/>
        <a:lstStyle/>
        <a:p>
          <a:r>
            <a:rPr lang="en-GB" altLang="en-US">
              <a:ea typeface="ＭＳ Ｐゴシック" panose="020B0600070205080204" pitchFamily="34" charset="-128"/>
            </a:rPr>
            <a:t>The right to sue the managers for (alleged) misconduct</a:t>
          </a:r>
          <a:endParaRPr lang="en-GB" altLang="en-US" dirty="0">
            <a:ea typeface="ＭＳ Ｐゴシック" panose="020B0600070205080204" pitchFamily="34" charset="-128"/>
          </a:endParaRPr>
        </a:p>
      </dgm:t>
    </dgm:pt>
    <dgm:pt modelId="{D140A6FA-457F-4AF5-9618-9C2E3224D302}" type="parTrans" cxnId="{52E819F4-7511-48B3-B8AA-18F0963950D7}">
      <dgm:prSet/>
      <dgm:spPr/>
      <dgm:t>
        <a:bodyPr/>
        <a:lstStyle/>
        <a:p>
          <a:endParaRPr lang="en-GB"/>
        </a:p>
      </dgm:t>
    </dgm:pt>
    <dgm:pt modelId="{4731DBC7-4CA5-484B-8E25-C0A1BAB0EBA1}" type="sibTrans" cxnId="{52E819F4-7511-48B3-B8AA-18F0963950D7}">
      <dgm:prSet/>
      <dgm:spPr/>
      <dgm:t>
        <a:bodyPr/>
        <a:lstStyle/>
        <a:p>
          <a:endParaRPr lang="en-GB"/>
        </a:p>
      </dgm:t>
    </dgm:pt>
    <dgm:pt modelId="{CC3EA67F-54AB-426C-A5CF-1B1B251D485D}">
      <dgm:prSet/>
      <dgm:spPr/>
      <dgm:t>
        <a:bodyPr/>
        <a:lstStyle/>
        <a:p>
          <a:r>
            <a:rPr lang="en-GB" altLang="en-US">
              <a:ea typeface="ＭＳ Ｐゴシック" panose="020B0600070205080204" pitchFamily="34" charset="-128"/>
            </a:rPr>
            <a:t>Certain residual rights in case of the corporation’s liquidation</a:t>
          </a:r>
          <a:endParaRPr lang="en-GB" altLang="en-US" dirty="0">
            <a:ea typeface="ＭＳ Ｐゴシック" panose="020B0600070205080204" pitchFamily="34" charset="-128"/>
          </a:endParaRPr>
        </a:p>
      </dgm:t>
    </dgm:pt>
    <dgm:pt modelId="{F21A8492-C571-4557-9DBE-F39A5799F3C1}" type="parTrans" cxnId="{1CF0DDA1-8FD4-4AD3-B25E-49F8C9DC3B35}">
      <dgm:prSet/>
      <dgm:spPr/>
      <dgm:t>
        <a:bodyPr/>
        <a:lstStyle/>
        <a:p>
          <a:endParaRPr lang="en-GB"/>
        </a:p>
      </dgm:t>
    </dgm:pt>
    <dgm:pt modelId="{0004E651-E608-455A-895C-99E3DCE119E7}" type="sibTrans" cxnId="{1CF0DDA1-8FD4-4AD3-B25E-49F8C9DC3B35}">
      <dgm:prSet/>
      <dgm:spPr/>
      <dgm:t>
        <a:bodyPr/>
        <a:lstStyle/>
        <a:p>
          <a:endParaRPr lang="en-GB"/>
        </a:p>
      </dgm:t>
    </dgm:pt>
    <dgm:pt modelId="{F6B3959E-FBFF-41AD-BA4F-5DAE07190C4C}">
      <dgm:prSet/>
      <dgm:spPr/>
      <dgm:t>
        <a:bodyPr/>
        <a:lstStyle/>
        <a:p>
          <a:r>
            <a:rPr lang="de-DE" altLang="en-US">
              <a:ea typeface="ＭＳ Ｐゴシック" panose="020B0600070205080204" pitchFamily="34" charset="-128"/>
            </a:rPr>
            <a:t>Duties of managers</a:t>
          </a:r>
          <a:endParaRPr lang="de-DE" altLang="en-US" dirty="0">
            <a:ea typeface="ＭＳ Ｐゴシック" panose="020B0600070205080204" pitchFamily="34" charset="-128"/>
          </a:endParaRPr>
        </a:p>
      </dgm:t>
    </dgm:pt>
    <dgm:pt modelId="{DADFF385-CCBB-4BBD-B58B-64AE8D2AC973}" type="parTrans" cxnId="{21A87A8A-827F-4209-A9F7-9A6250BF256C}">
      <dgm:prSet/>
      <dgm:spPr/>
      <dgm:t>
        <a:bodyPr/>
        <a:lstStyle/>
        <a:p>
          <a:endParaRPr lang="en-GB"/>
        </a:p>
      </dgm:t>
    </dgm:pt>
    <dgm:pt modelId="{7C67581F-0141-4B7E-AA1D-EE939C99397D}" type="sibTrans" cxnId="{21A87A8A-827F-4209-A9F7-9A6250BF256C}">
      <dgm:prSet/>
      <dgm:spPr/>
      <dgm:t>
        <a:bodyPr/>
        <a:lstStyle/>
        <a:p>
          <a:endParaRPr lang="en-GB"/>
        </a:p>
      </dgm:t>
    </dgm:pt>
    <dgm:pt modelId="{41E64440-64E8-4025-B743-9D5FAAA98BC0}">
      <dgm:prSet/>
      <dgm:spPr/>
      <dgm:t>
        <a:bodyPr/>
        <a:lstStyle/>
        <a:p>
          <a:r>
            <a:rPr lang="en-GB" altLang="en-US">
              <a:ea typeface="ＭＳ Ｐゴシック" panose="020B0600070205080204" pitchFamily="34" charset="-128"/>
            </a:rPr>
            <a:t>Duty to act for the benefit of the company </a:t>
          </a:r>
          <a:endParaRPr lang="en-GB" altLang="en-US" dirty="0">
            <a:ea typeface="ＭＳ Ｐゴシック" panose="020B0600070205080204" pitchFamily="34" charset="-128"/>
          </a:endParaRPr>
        </a:p>
      </dgm:t>
    </dgm:pt>
    <dgm:pt modelId="{54ED4271-6A2D-4873-B8AD-58F1287B810F}" type="parTrans" cxnId="{FE74B809-B98A-448D-AE4C-6C1CC9834F94}">
      <dgm:prSet/>
      <dgm:spPr/>
      <dgm:t>
        <a:bodyPr/>
        <a:lstStyle/>
        <a:p>
          <a:endParaRPr lang="en-GB"/>
        </a:p>
      </dgm:t>
    </dgm:pt>
    <dgm:pt modelId="{39E85F03-EEC9-4C3D-9129-0A5EB30C8D2A}" type="sibTrans" cxnId="{FE74B809-B98A-448D-AE4C-6C1CC9834F94}">
      <dgm:prSet/>
      <dgm:spPr/>
      <dgm:t>
        <a:bodyPr/>
        <a:lstStyle/>
        <a:p>
          <a:endParaRPr lang="en-GB"/>
        </a:p>
      </dgm:t>
    </dgm:pt>
    <dgm:pt modelId="{13E885F2-5BCA-4234-BEAC-C72AED2470FE}">
      <dgm:prSet/>
      <dgm:spPr/>
      <dgm:t>
        <a:bodyPr/>
        <a:lstStyle/>
        <a:p>
          <a:r>
            <a:rPr lang="en-GB" altLang="en-US" dirty="0">
              <a:ea typeface="ＭＳ Ｐゴシック" panose="020B0600070205080204" pitchFamily="34" charset="-128"/>
            </a:rPr>
            <a:t>Duty of care and skill </a:t>
          </a:r>
        </a:p>
      </dgm:t>
    </dgm:pt>
    <dgm:pt modelId="{CCC1A4AD-12BD-45BB-BDA0-512BDC058A2A}" type="parTrans" cxnId="{545E23E5-9FE9-4D9E-8F27-605E2F02E5A9}">
      <dgm:prSet/>
      <dgm:spPr/>
      <dgm:t>
        <a:bodyPr/>
        <a:lstStyle/>
        <a:p>
          <a:endParaRPr lang="en-GB"/>
        </a:p>
      </dgm:t>
    </dgm:pt>
    <dgm:pt modelId="{0727D0C3-F584-45EC-9543-D5F2A6284A21}" type="sibTrans" cxnId="{545E23E5-9FE9-4D9E-8F27-605E2F02E5A9}">
      <dgm:prSet/>
      <dgm:spPr/>
      <dgm:t>
        <a:bodyPr/>
        <a:lstStyle/>
        <a:p>
          <a:endParaRPr lang="en-GB"/>
        </a:p>
      </dgm:t>
    </dgm:pt>
    <dgm:pt modelId="{6CDC731C-3A5B-4BE4-B37A-D112ED8CC147}">
      <dgm:prSet/>
      <dgm:spPr/>
      <dgm:t>
        <a:bodyPr/>
        <a:lstStyle/>
        <a:p>
          <a:r>
            <a:rPr lang="en-GB" altLang="en-US">
              <a:ea typeface="ＭＳ Ｐゴシック" panose="020B0600070205080204" pitchFamily="34" charset="-128"/>
            </a:rPr>
            <a:t>Duty of diligence </a:t>
          </a:r>
          <a:endParaRPr lang="en-GB" altLang="en-US" dirty="0">
            <a:ea typeface="ＭＳ Ｐゴシック" panose="020B0600070205080204" pitchFamily="34" charset="-128"/>
          </a:endParaRPr>
        </a:p>
      </dgm:t>
    </dgm:pt>
    <dgm:pt modelId="{EA45E43D-2AC6-4ECC-9CB4-F8AB2CA43A0C}" type="parTrans" cxnId="{B34D7BD4-E2A8-4522-A87B-FA57C83AAE11}">
      <dgm:prSet/>
      <dgm:spPr/>
      <dgm:t>
        <a:bodyPr/>
        <a:lstStyle/>
        <a:p>
          <a:endParaRPr lang="en-GB"/>
        </a:p>
      </dgm:t>
    </dgm:pt>
    <dgm:pt modelId="{4E8791A5-BD59-4B14-AB0B-D65C778EFFD6}" type="sibTrans" cxnId="{B34D7BD4-E2A8-4522-A87B-FA57C83AAE11}">
      <dgm:prSet/>
      <dgm:spPr/>
      <dgm:t>
        <a:bodyPr/>
        <a:lstStyle/>
        <a:p>
          <a:endParaRPr lang="en-GB"/>
        </a:p>
      </dgm:t>
    </dgm:pt>
    <dgm:pt modelId="{079F15A1-ADD7-429F-A6FF-FC0F3243BD0D}" type="pres">
      <dgm:prSet presAssocID="{E72F978A-21D3-4015-B3BA-9CB781BDF051}" presName="Name0" presStyleCnt="0">
        <dgm:presLayoutVars>
          <dgm:dir/>
          <dgm:animLvl val="lvl"/>
          <dgm:resizeHandles val="exact"/>
        </dgm:presLayoutVars>
      </dgm:prSet>
      <dgm:spPr/>
    </dgm:pt>
    <dgm:pt modelId="{2A825B53-8351-4669-B141-C19EE6820ACD}" type="pres">
      <dgm:prSet presAssocID="{4E78AB8E-B6D4-4D20-ABD7-0B35E3D9F283}" presName="composite" presStyleCnt="0"/>
      <dgm:spPr/>
    </dgm:pt>
    <dgm:pt modelId="{5200474B-938C-4E60-A3C7-40BE4B07C565}" type="pres">
      <dgm:prSet presAssocID="{4E78AB8E-B6D4-4D20-ABD7-0B35E3D9F283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E7ECAC54-A4E9-476A-BE8E-3A312FCB4AB4}" type="pres">
      <dgm:prSet presAssocID="{4E78AB8E-B6D4-4D20-ABD7-0B35E3D9F283}" presName="desTx" presStyleLbl="alignAccFollowNode1" presStyleIdx="0" presStyleCnt="2">
        <dgm:presLayoutVars>
          <dgm:bulletEnabled val="1"/>
        </dgm:presLayoutVars>
      </dgm:prSet>
      <dgm:spPr/>
    </dgm:pt>
    <dgm:pt modelId="{632F300E-48FD-4979-B320-144B3F23192D}" type="pres">
      <dgm:prSet presAssocID="{61593E28-DECC-4CC5-ABF7-70CE2ADE0816}" presName="space" presStyleCnt="0"/>
      <dgm:spPr/>
    </dgm:pt>
    <dgm:pt modelId="{D4431049-6025-4823-8B26-235C52A1A4CB}" type="pres">
      <dgm:prSet presAssocID="{F6B3959E-FBFF-41AD-BA4F-5DAE07190C4C}" presName="composite" presStyleCnt="0"/>
      <dgm:spPr/>
    </dgm:pt>
    <dgm:pt modelId="{B96C22FD-514A-4C20-9B1C-D35D8B65F32D}" type="pres">
      <dgm:prSet presAssocID="{F6B3959E-FBFF-41AD-BA4F-5DAE07190C4C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CEC55F51-C5D0-45A8-89A7-71B7A77F4A7B}" type="pres">
      <dgm:prSet presAssocID="{F6B3959E-FBFF-41AD-BA4F-5DAE07190C4C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FE74B809-B98A-448D-AE4C-6C1CC9834F94}" srcId="{F6B3959E-FBFF-41AD-BA4F-5DAE07190C4C}" destId="{41E64440-64E8-4025-B743-9D5FAAA98BC0}" srcOrd="0" destOrd="0" parTransId="{54ED4271-6A2D-4873-B8AD-58F1287B810F}" sibTransId="{39E85F03-EEC9-4C3D-9129-0A5EB30C8D2A}"/>
    <dgm:cxn modelId="{36A95817-53B7-4BAA-AD3F-EE0FF7B204B8}" type="presOf" srcId="{1D601F57-F131-4B13-B994-A23C37D13BBC}" destId="{E7ECAC54-A4E9-476A-BE8E-3A312FCB4AB4}" srcOrd="0" destOrd="0" presId="urn:microsoft.com/office/officeart/2005/8/layout/hList1"/>
    <dgm:cxn modelId="{63B82F1E-F5B4-48B3-8471-B40F9A203A07}" type="presOf" srcId="{CC3EA67F-54AB-426C-A5CF-1B1B251D485D}" destId="{E7ECAC54-A4E9-476A-BE8E-3A312FCB4AB4}" srcOrd="0" destOrd="4" presId="urn:microsoft.com/office/officeart/2005/8/layout/hList1"/>
    <dgm:cxn modelId="{123AB129-FE7B-4CA3-ACED-4EDE36DC1D9E}" srcId="{4E78AB8E-B6D4-4D20-ABD7-0B35E3D9F283}" destId="{C41FF8BE-1BE6-4368-AC40-2F5AD0BCEB80}" srcOrd="1" destOrd="0" parTransId="{590F782D-9AAC-4EAC-B0A1-35CA385AB014}" sibTransId="{5438C3E7-EDB2-48D7-840C-62978AC397F8}"/>
    <dgm:cxn modelId="{3A9C9433-EE29-4D34-A01D-6FEE6C90324A}" type="presOf" srcId="{41E64440-64E8-4025-B743-9D5FAAA98BC0}" destId="{CEC55F51-C5D0-45A8-89A7-71B7A77F4A7B}" srcOrd="0" destOrd="0" presId="urn:microsoft.com/office/officeart/2005/8/layout/hList1"/>
    <dgm:cxn modelId="{412BC048-1F18-4B67-86C7-4476CC64EE18}" srcId="{4E78AB8E-B6D4-4D20-ABD7-0B35E3D9F283}" destId="{1D601F57-F131-4B13-B994-A23C37D13BBC}" srcOrd="0" destOrd="0" parTransId="{B9E53506-E6C9-46B8-9B08-89A471AA722B}" sibTransId="{A924A6B7-97A1-4B97-A6F0-BBA07B4BE31C}"/>
    <dgm:cxn modelId="{9EFE9766-6051-4DC8-8D6C-1E153889C46A}" type="presOf" srcId="{F6B3959E-FBFF-41AD-BA4F-5DAE07190C4C}" destId="{B96C22FD-514A-4C20-9B1C-D35D8B65F32D}" srcOrd="0" destOrd="0" presId="urn:microsoft.com/office/officeart/2005/8/layout/hList1"/>
    <dgm:cxn modelId="{5D82337D-8D2A-4CC8-8366-84CCA3FE63F8}" type="presOf" srcId="{E72F978A-21D3-4015-B3BA-9CB781BDF051}" destId="{079F15A1-ADD7-429F-A6FF-FC0F3243BD0D}" srcOrd="0" destOrd="0" presId="urn:microsoft.com/office/officeart/2005/8/layout/hList1"/>
    <dgm:cxn modelId="{21A87A8A-827F-4209-A9F7-9A6250BF256C}" srcId="{E72F978A-21D3-4015-B3BA-9CB781BDF051}" destId="{F6B3959E-FBFF-41AD-BA4F-5DAE07190C4C}" srcOrd="1" destOrd="0" parTransId="{DADFF385-CCBB-4BBD-B58B-64AE8D2AC973}" sibTransId="{7C67581F-0141-4B7E-AA1D-EE939C99397D}"/>
    <dgm:cxn modelId="{4FC95393-3DA4-4BB6-9FED-4FD2FEB9AF6F}" type="presOf" srcId="{6CDC731C-3A5B-4BE4-B37A-D112ED8CC147}" destId="{CEC55F51-C5D0-45A8-89A7-71B7A77F4A7B}" srcOrd="0" destOrd="2" presId="urn:microsoft.com/office/officeart/2005/8/layout/hList1"/>
    <dgm:cxn modelId="{1CF0DDA1-8FD4-4AD3-B25E-49F8C9DC3B35}" srcId="{4E78AB8E-B6D4-4D20-ABD7-0B35E3D9F283}" destId="{CC3EA67F-54AB-426C-A5CF-1B1B251D485D}" srcOrd="4" destOrd="0" parTransId="{F21A8492-C571-4557-9DBE-F39A5799F3C1}" sibTransId="{0004E651-E608-455A-895C-99E3DCE119E7}"/>
    <dgm:cxn modelId="{AAFD13AE-8D97-4888-8B39-93AA33061644}" type="presOf" srcId="{4E78AB8E-B6D4-4D20-ABD7-0B35E3D9F283}" destId="{5200474B-938C-4E60-A3C7-40BE4B07C565}" srcOrd="0" destOrd="0" presId="urn:microsoft.com/office/officeart/2005/8/layout/hList1"/>
    <dgm:cxn modelId="{97E393B2-3560-4C8C-A039-A8BDFE40C7B1}" srcId="{E72F978A-21D3-4015-B3BA-9CB781BDF051}" destId="{4E78AB8E-B6D4-4D20-ABD7-0B35E3D9F283}" srcOrd="0" destOrd="0" parTransId="{54C7FC7F-023F-421F-B577-7B30D31E6CFE}" sibTransId="{61593E28-DECC-4CC5-ABF7-70CE2ADE0816}"/>
    <dgm:cxn modelId="{4484D8CE-B97B-47BA-A9ED-14C6D8498120}" type="presOf" srcId="{13E885F2-5BCA-4234-BEAC-C72AED2470FE}" destId="{CEC55F51-C5D0-45A8-89A7-71B7A77F4A7B}" srcOrd="0" destOrd="1" presId="urn:microsoft.com/office/officeart/2005/8/layout/hList1"/>
    <dgm:cxn modelId="{0BA84BD2-F6BA-4601-8685-A5D7380E88C4}" type="presOf" srcId="{C41FF8BE-1BE6-4368-AC40-2F5AD0BCEB80}" destId="{E7ECAC54-A4E9-476A-BE8E-3A312FCB4AB4}" srcOrd="0" destOrd="1" presId="urn:microsoft.com/office/officeart/2005/8/layout/hList1"/>
    <dgm:cxn modelId="{B34D7BD4-E2A8-4522-A87B-FA57C83AAE11}" srcId="{F6B3959E-FBFF-41AD-BA4F-5DAE07190C4C}" destId="{6CDC731C-3A5B-4BE4-B37A-D112ED8CC147}" srcOrd="2" destOrd="0" parTransId="{EA45E43D-2AC6-4ECC-9CB4-F8AB2CA43A0C}" sibTransId="{4E8791A5-BD59-4B14-AB0B-D65C778EFFD6}"/>
    <dgm:cxn modelId="{545E23E5-9FE9-4D9E-8F27-605E2F02E5A9}" srcId="{F6B3959E-FBFF-41AD-BA4F-5DAE07190C4C}" destId="{13E885F2-5BCA-4234-BEAC-C72AED2470FE}" srcOrd="1" destOrd="0" parTransId="{CCC1A4AD-12BD-45BB-BDA0-512BDC058A2A}" sibTransId="{0727D0C3-F584-45EC-9543-D5F2A6284A21}"/>
    <dgm:cxn modelId="{C20112E9-8E89-44F4-8427-093373C4ACF8}" type="presOf" srcId="{2EA391D2-7A0D-4DAC-9DF5-08F72FEB73C6}" destId="{E7ECAC54-A4E9-476A-BE8E-3A312FCB4AB4}" srcOrd="0" destOrd="3" presId="urn:microsoft.com/office/officeart/2005/8/layout/hList1"/>
    <dgm:cxn modelId="{21AC96F2-8BA5-41A4-A676-3258F003AED8}" type="presOf" srcId="{B013DAE1-8ED9-4A48-9E72-5A977E8C8DE2}" destId="{E7ECAC54-A4E9-476A-BE8E-3A312FCB4AB4}" srcOrd="0" destOrd="2" presId="urn:microsoft.com/office/officeart/2005/8/layout/hList1"/>
    <dgm:cxn modelId="{52E819F4-7511-48B3-B8AA-18F0963950D7}" srcId="{4E78AB8E-B6D4-4D20-ABD7-0B35E3D9F283}" destId="{2EA391D2-7A0D-4DAC-9DF5-08F72FEB73C6}" srcOrd="3" destOrd="0" parTransId="{D140A6FA-457F-4AF5-9618-9C2E3224D302}" sibTransId="{4731DBC7-4CA5-484B-8E25-C0A1BAB0EBA1}"/>
    <dgm:cxn modelId="{4281CCFE-9547-4FD8-872D-D000A2D8FAF5}" srcId="{4E78AB8E-B6D4-4D20-ABD7-0B35E3D9F283}" destId="{B013DAE1-8ED9-4A48-9E72-5A977E8C8DE2}" srcOrd="2" destOrd="0" parTransId="{EE7807EE-2B12-47A7-91FC-83D1D007A423}" sibTransId="{9EB36B34-71AD-408F-83E2-7C5D184BBA50}"/>
    <dgm:cxn modelId="{73C4C27B-9452-433B-A884-C6E56FFFEF9B}" type="presParOf" srcId="{079F15A1-ADD7-429F-A6FF-FC0F3243BD0D}" destId="{2A825B53-8351-4669-B141-C19EE6820ACD}" srcOrd="0" destOrd="0" presId="urn:microsoft.com/office/officeart/2005/8/layout/hList1"/>
    <dgm:cxn modelId="{FB2642BF-5BF1-4A9C-B5FC-39512269255F}" type="presParOf" srcId="{2A825B53-8351-4669-B141-C19EE6820ACD}" destId="{5200474B-938C-4E60-A3C7-40BE4B07C565}" srcOrd="0" destOrd="0" presId="urn:microsoft.com/office/officeart/2005/8/layout/hList1"/>
    <dgm:cxn modelId="{E5CBCC1D-AF7F-42DA-A719-440423BE8358}" type="presParOf" srcId="{2A825B53-8351-4669-B141-C19EE6820ACD}" destId="{E7ECAC54-A4E9-476A-BE8E-3A312FCB4AB4}" srcOrd="1" destOrd="0" presId="urn:microsoft.com/office/officeart/2005/8/layout/hList1"/>
    <dgm:cxn modelId="{F292C102-55F6-4842-945C-A4BB9D2A6A90}" type="presParOf" srcId="{079F15A1-ADD7-429F-A6FF-FC0F3243BD0D}" destId="{632F300E-48FD-4979-B320-144B3F23192D}" srcOrd="1" destOrd="0" presId="urn:microsoft.com/office/officeart/2005/8/layout/hList1"/>
    <dgm:cxn modelId="{367F6B23-F1AC-4C4C-A020-1C31F4D1BA8E}" type="presParOf" srcId="{079F15A1-ADD7-429F-A6FF-FC0F3243BD0D}" destId="{D4431049-6025-4823-8B26-235C52A1A4CB}" srcOrd="2" destOrd="0" presId="urn:microsoft.com/office/officeart/2005/8/layout/hList1"/>
    <dgm:cxn modelId="{C083776C-D4E1-41D6-84B3-E3F62F8CD729}" type="presParOf" srcId="{D4431049-6025-4823-8B26-235C52A1A4CB}" destId="{B96C22FD-514A-4C20-9B1C-D35D8B65F32D}" srcOrd="0" destOrd="0" presId="urn:microsoft.com/office/officeart/2005/8/layout/hList1"/>
    <dgm:cxn modelId="{DACEA579-CBB2-493D-BCA5-8182A711354E}" type="presParOf" srcId="{D4431049-6025-4823-8B26-235C52A1A4CB}" destId="{CEC55F51-C5D0-45A8-89A7-71B7A77F4A7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D3974B-D707-4D9B-9B9E-2FEFDBB16A8A}" type="doc">
      <dgm:prSet loTypeId="urn:diagrams.loki3.com/BracketList" loCatId="officeonlin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6D52213B-ED0F-441D-B0DE-6F70B0DB6928}">
      <dgm:prSet phldrT="[Text]"/>
      <dgm:spPr/>
      <dgm:t>
        <a:bodyPr/>
        <a:lstStyle/>
        <a:p>
          <a:r>
            <a:rPr lang="en-GB" altLang="en-US" dirty="0">
              <a:ea typeface="ＭＳ Ｐゴシック" panose="020B0600070205080204" pitchFamily="34" charset="-128"/>
            </a:rPr>
            <a:t>Executive accountability and control</a:t>
          </a:r>
          <a:endParaRPr lang="en-GB" dirty="0"/>
        </a:p>
      </dgm:t>
    </dgm:pt>
    <dgm:pt modelId="{457322B6-2951-4016-AAA3-46CF2D380E0F}" type="parTrans" cxnId="{A2528D3A-3242-4BA0-AE41-91395EEC362C}">
      <dgm:prSet/>
      <dgm:spPr/>
      <dgm:t>
        <a:bodyPr/>
        <a:lstStyle/>
        <a:p>
          <a:endParaRPr lang="en-GB"/>
        </a:p>
      </dgm:t>
    </dgm:pt>
    <dgm:pt modelId="{6C07C2A7-2731-4164-A142-0C139C00C434}" type="sibTrans" cxnId="{A2528D3A-3242-4BA0-AE41-91395EEC362C}">
      <dgm:prSet/>
      <dgm:spPr/>
      <dgm:t>
        <a:bodyPr/>
        <a:lstStyle/>
        <a:p>
          <a:endParaRPr lang="en-GB"/>
        </a:p>
      </dgm:t>
    </dgm:pt>
    <dgm:pt modelId="{C68E9FE7-B3C8-469A-BD98-9CD256489BD8}">
      <dgm:prSet/>
      <dgm:spPr/>
      <dgm:t>
        <a:bodyPr/>
        <a:lstStyle/>
        <a:p>
          <a:r>
            <a:rPr lang="en-GB" altLang="en-US" dirty="0">
              <a:ea typeface="ＭＳ Ｐゴシック" panose="020B0600070205080204" pitchFamily="34" charset="-128"/>
            </a:rPr>
            <a:t>Effective CG depends on executive accountability</a:t>
          </a:r>
        </a:p>
      </dgm:t>
    </dgm:pt>
    <dgm:pt modelId="{1F4B9329-6CE1-4F0A-BACB-16EEF1D654B2}" type="parTrans" cxnId="{8A9F4992-00AB-43F3-BAD5-0F55573E847B}">
      <dgm:prSet/>
      <dgm:spPr/>
      <dgm:t>
        <a:bodyPr/>
        <a:lstStyle/>
        <a:p>
          <a:endParaRPr lang="en-GB"/>
        </a:p>
      </dgm:t>
    </dgm:pt>
    <dgm:pt modelId="{F4E28745-212F-4D42-874C-EEF8A540AF14}" type="sibTrans" cxnId="{8A9F4992-00AB-43F3-BAD5-0F55573E847B}">
      <dgm:prSet/>
      <dgm:spPr/>
      <dgm:t>
        <a:bodyPr/>
        <a:lstStyle/>
        <a:p>
          <a:endParaRPr lang="en-GB"/>
        </a:p>
      </dgm:t>
    </dgm:pt>
    <dgm:pt modelId="{7F9357EE-3D27-4A40-AFC6-042559F74E04}">
      <dgm:prSet/>
      <dgm:spPr/>
      <dgm:t>
        <a:bodyPr/>
        <a:lstStyle/>
        <a:p>
          <a:r>
            <a:rPr lang="en-GB" altLang="en-US">
              <a:ea typeface="ＭＳ Ｐゴシック" panose="020B0600070205080204" pitchFamily="34" charset="-128"/>
            </a:rPr>
            <a:t>Executive remuneration</a:t>
          </a:r>
          <a:endParaRPr lang="en-GB" altLang="en-US" dirty="0">
            <a:ea typeface="ＭＳ Ｐゴシック" panose="020B0600070205080204" pitchFamily="34" charset="-128"/>
          </a:endParaRPr>
        </a:p>
      </dgm:t>
    </dgm:pt>
    <dgm:pt modelId="{ADFEE8EA-FB9B-4234-B285-429F73DC85E8}" type="parTrans" cxnId="{20E75E43-5F1A-4FB9-ADAC-FCD9CFF9555C}">
      <dgm:prSet/>
      <dgm:spPr/>
      <dgm:t>
        <a:bodyPr/>
        <a:lstStyle/>
        <a:p>
          <a:endParaRPr lang="en-GB"/>
        </a:p>
      </dgm:t>
    </dgm:pt>
    <dgm:pt modelId="{C1E4B684-12B2-4C97-A519-99C658C9C0E2}" type="sibTrans" cxnId="{20E75E43-5F1A-4FB9-ADAC-FCD9CFF9555C}">
      <dgm:prSet/>
      <dgm:spPr/>
      <dgm:t>
        <a:bodyPr/>
        <a:lstStyle/>
        <a:p>
          <a:endParaRPr lang="en-GB"/>
        </a:p>
      </dgm:t>
    </dgm:pt>
    <dgm:pt modelId="{C6DF2E10-06D6-4A2C-8F4C-CE6583052F99}">
      <dgm:prSet/>
      <dgm:spPr/>
      <dgm:t>
        <a:bodyPr/>
        <a:lstStyle/>
        <a:p>
          <a:r>
            <a:rPr lang="en-GB" altLang="en-US" dirty="0">
              <a:ea typeface="ＭＳ Ｐゴシック" panose="020B0600070205080204" pitchFamily="34" charset="-128"/>
            </a:rPr>
            <a:t>Performance-related pay leads to large salaries that cause unrest within corporations. (E.g. Average CEO salary in US was $15.6 million in 2016, 270 times more than the average salary.)</a:t>
          </a:r>
        </a:p>
      </dgm:t>
    </dgm:pt>
    <dgm:pt modelId="{83F9CB4A-8EA6-4B4C-BBB2-A9967E1E461F}" type="parTrans" cxnId="{8D0613B1-EF45-49AB-9315-2FE248321B50}">
      <dgm:prSet/>
      <dgm:spPr/>
      <dgm:t>
        <a:bodyPr/>
        <a:lstStyle/>
        <a:p>
          <a:endParaRPr lang="en-GB"/>
        </a:p>
      </dgm:t>
    </dgm:pt>
    <dgm:pt modelId="{3E466A6A-C39F-4D98-A44F-E91842286E47}" type="sibTrans" cxnId="{8D0613B1-EF45-49AB-9315-2FE248321B50}">
      <dgm:prSet/>
      <dgm:spPr/>
      <dgm:t>
        <a:bodyPr/>
        <a:lstStyle/>
        <a:p>
          <a:endParaRPr lang="en-GB"/>
        </a:p>
      </dgm:t>
    </dgm:pt>
    <dgm:pt modelId="{5AEC64C7-7430-4798-954A-C11D20B09130}">
      <dgm:prSet/>
      <dgm:spPr/>
      <dgm:t>
        <a:bodyPr/>
        <a:lstStyle/>
        <a:p>
          <a:r>
            <a:rPr lang="en-GB" altLang="en-US" dirty="0">
              <a:ea typeface="ＭＳ Ｐゴシック" panose="020B0600070205080204" pitchFamily="34" charset="-128"/>
            </a:rPr>
            <a:t>Influence of globalisation on executive pay leads to significant increases. </a:t>
          </a:r>
        </a:p>
      </dgm:t>
    </dgm:pt>
    <dgm:pt modelId="{E41524A1-2300-4D5A-B91B-6696FC737B04}" type="parTrans" cxnId="{D1B632F1-40E8-4A01-84B9-0C3E977B91D6}">
      <dgm:prSet/>
      <dgm:spPr/>
      <dgm:t>
        <a:bodyPr/>
        <a:lstStyle/>
        <a:p>
          <a:endParaRPr lang="en-GB"/>
        </a:p>
      </dgm:t>
    </dgm:pt>
    <dgm:pt modelId="{33A254AD-1E60-4945-9E7B-016FE871C8B1}" type="sibTrans" cxnId="{D1B632F1-40E8-4A01-84B9-0C3E977B91D6}">
      <dgm:prSet/>
      <dgm:spPr/>
      <dgm:t>
        <a:bodyPr/>
        <a:lstStyle/>
        <a:p>
          <a:endParaRPr lang="en-GB"/>
        </a:p>
      </dgm:t>
    </dgm:pt>
    <dgm:pt modelId="{853FBE86-0C25-4961-B0AA-D69B59853D66}">
      <dgm:prSet/>
      <dgm:spPr/>
      <dgm:t>
        <a:bodyPr/>
        <a:lstStyle/>
        <a:p>
          <a:r>
            <a:rPr lang="en-GB" altLang="en-US">
              <a:ea typeface="ＭＳ Ｐゴシック" panose="020B0600070205080204" pitchFamily="34" charset="-128"/>
            </a:rPr>
            <a:t>Mergers and acquisitions</a:t>
          </a:r>
          <a:endParaRPr lang="en-GB" altLang="en-US" dirty="0">
            <a:ea typeface="ＭＳ Ｐゴシック" panose="020B0600070205080204" pitchFamily="34" charset="-128"/>
          </a:endParaRPr>
        </a:p>
      </dgm:t>
    </dgm:pt>
    <dgm:pt modelId="{2581B9AF-9954-47AA-8FC2-B840EC97F391}" type="parTrans" cxnId="{B1301BDF-BED9-41C5-B961-1982C3398528}">
      <dgm:prSet/>
      <dgm:spPr/>
      <dgm:t>
        <a:bodyPr/>
        <a:lstStyle/>
        <a:p>
          <a:endParaRPr lang="en-GB"/>
        </a:p>
      </dgm:t>
    </dgm:pt>
    <dgm:pt modelId="{27C66BA3-0ADA-4EDF-BD17-5D70410C28B0}" type="sibTrans" cxnId="{B1301BDF-BED9-41C5-B961-1982C3398528}">
      <dgm:prSet/>
      <dgm:spPr/>
      <dgm:t>
        <a:bodyPr/>
        <a:lstStyle/>
        <a:p>
          <a:endParaRPr lang="en-GB"/>
        </a:p>
      </dgm:t>
    </dgm:pt>
    <dgm:pt modelId="{4F1834EC-F972-453C-9DEC-61DBCC62A14B}">
      <dgm:prSet/>
      <dgm:spPr/>
      <dgm:t>
        <a:bodyPr/>
        <a:lstStyle/>
        <a:p>
          <a:r>
            <a:rPr lang="en-GB" altLang="en-US" dirty="0">
              <a:ea typeface="ＭＳ Ｐゴシック" panose="020B0600070205080204" pitchFamily="34" charset="-128"/>
            </a:rPr>
            <a:t>Hostile takeovers</a:t>
          </a:r>
        </a:p>
      </dgm:t>
    </dgm:pt>
    <dgm:pt modelId="{8836AC41-A033-4EF0-ABF9-58020E8796BE}" type="parTrans" cxnId="{480AE935-C539-45EE-9B27-6399832ABC77}">
      <dgm:prSet/>
      <dgm:spPr/>
      <dgm:t>
        <a:bodyPr/>
        <a:lstStyle/>
        <a:p>
          <a:endParaRPr lang="en-GB"/>
        </a:p>
      </dgm:t>
    </dgm:pt>
    <dgm:pt modelId="{8B8BAA8D-5292-40B2-9918-1A8A8E6BC87E}" type="sibTrans" cxnId="{480AE935-C539-45EE-9B27-6399832ABC77}">
      <dgm:prSet/>
      <dgm:spPr/>
      <dgm:t>
        <a:bodyPr/>
        <a:lstStyle/>
        <a:p>
          <a:endParaRPr lang="en-GB"/>
        </a:p>
      </dgm:t>
    </dgm:pt>
    <dgm:pt modelId="{F60DF39D-5082-43BA-9544-37F2006A831B}">
      <dgm:prSet/>
      <dgm:spPr/>
      <dgm:t>
        <a:bodyPr/>
        <a:lstStyle/>
        <a:p>
          <a:r>
            <a:rPr lang="en-GB" altLang="en-US" dirty="0">
              <a:ea typeface="ＭＳ Ｐゴシック" panose="020B0600070205080204" pitchFamily="34" charset="-128"/>
            </a:rPr>
            <a:t>Executive directors vs. (supervisory) non-executive officers</a:t>
          </a:r>
        </a:p>
      </dgm:t>
    </dgm:pt>
    <dgm:pt modelId="{EEB41293-40B6-4466-9D3A-45E033097E28}" type="parTrans" cxnId="{481370A3-B09B-46DA-B417-C995DFBC7CEB}">
      <dgm:prSet/>
      <dgm:spPr/>
      <dgm:t>
        <a:bodyPr/>
        <a:lstStyle/>
        <a:p>
          <a:endParaRPr lang="en-GB"/>
        </a:p>
      </dgm:t>
    </dgm:pt>
    <dgm:pt modelId="{0A758BD2-2582-43E2-B898-A76841B58F8A}" type="sibTrans" cxnId="{481370A3-B09B-46DA-B417-C995DFBC7CEB}">
      <dgm:prSet/>
      <dgm:spPr/>
      <dgm:t>
        <a:bodyPr/>
        <a:lstStyle/>
        <a:p>
          <a:endParaRPr lang="en-GB"/>
        </a:p>
      </dgm:t>
    </dgm:pt>
    <dgm:pt modelId="{F402A9E9-6AAB-4383-8612-3CBA42D9FBB2}">
      <dgm:prSet/>
      <dgm:spPr/>
      <dgm:t>
        <a:bodyPr/>
        <a:lstStyle/>
        <a:p>
          <a:r>
            <a:rPr lang="en-GB" altLang="en-US" dirty="0">
              <a:ea typeface="ＭＳ Ｐゴシック" panose="020B0600070205080204" pitchFamily="34" charset="-128"/>
            </a:rPr>
            <a:t>Diversity</a:t>
          </a:r>
        </a:p>
      </dgm:t>
    </dgm:pt>
    <dgm:pt modelId="{992737FC-68B7-4DE4-A15E-5659EE84C0DB}" type="parTrans" cxnId="{B3B6A033-B28F-43A2-9072-918E93C5730D}">
      <dgm:prSet/>
      <dgm:spPr/>
      <dgm:t>
        <a:bodyPr/>
        <a:lstStyle/>
        <a:p>
          <a:endParaRPr lang="en-GB"/>
        </a:p>
      </dgm:t>
    </dgm:pt>
    <dgm:pt modelId="{7E101868-DD72-46B6-987E-57345EE3C07B}" type="sibTrans" cxnId="{B3B6A033-B28F-43A2-9072-918E93C5730D}">
      <dgm:prSet/>
      <dgm:spPr/>
      <dgm:t>
        <a:bodyPr/>
        <a:lstStyle/>
        <a:p>
          <a:endParaRPr lang="en-GB"/>
        </a:p>
      </dgm:t>
    </dgm:pt>
    <dgm:pt modelId="{28B1EF37-85E2-4EDD-97D7-BDEEDF549C34}">
      <dgm:prSet/>
      <dgm:spPr/>
      <dgm:t>
        <a:bodyPr/>
        <a:lstStyle/>
        <a:p>
          <a:r>
            <a:rPr lang="en-GB" altLang="en-US" dirty="0">
              <a:ea typeface="ＭＳ Ｐゴシック" panose="020B0600070205080204" pitchFamily="34" charset="-128"/>
            </a:rPr>
            <a:t>Diverse boards (backgrounds, ages, gender, ethnicity, sexual orientation, etc.) correlate with positive financial performance.</a:t>
          </a:r>
        </a:p>
      </dgm:t>
    </dgm:pt>
    <dgm:pt modelId="{7E0371BC-AD06-4CE8-B4F5-D5F91893DA0D}" type="parTrans" cxnId="{FA2FDDD4-7EA0-4C2D-993F-99837EB08D6E}">
      <dgm:prSet/>
      <dgm:spPr/>
      <dgm:t>
        <a:bodyPr/>
        <a:lstStyle/>
        <a:p>
          <a:endParaRPr lang="en-GB"/>
        </a:p>
      </dgm:t>
    </dgm:pt>
    <dgm:pt modelId="{9579F2ED-ED0F-4F0C-9C42-2377BAE458C6}" type="sibTrans" cxnId="{FA2FDDD4-7EA0-4C2D-993F-99837EB08D6E}">
      <dgm:prSet/>
      <dgm:spPr/>
      <dgm:t>
        <a:bodyPr/>
        <a:lstStyle/>
        <a:p>
          <a:endParaRPr lang="en-GB"/>
        </a:p>
      </dgm:t>
    </dgm:pt>
    <dgm:pt modelId="{3B548601-EC24-4AF1-ACAA-36D7236B1893}">
      <dgm:prSet/>
      <dgm:spPr/>
      <dgm:t>
        <a:bodyPr/>
        <a:lstStyle/>
        <a:p>
          <a:r>
            <a:rPr lang="en-GB" altLang="en-US" dirty="0">
              <a:ea typeface="ＭＳ Ｐゴシック" panose="020B0600070205080204" pitchFamily="34" charset="-128"/>
            </a:rPr>
            <a:t>Acquisitions at the expense of other </a:t>
          </a:r>
          <a:r>
            <a:rPr lang="en-GB" altLang="en-US" dirty="0" err="1">
              <a:ea typeface="ＭＳ Ｐゴシック" panose="020B0600070205080204" pitchFamily="34" charset="-128"/>
            </a:rPr>
            <a:t>stakeholdrs</a:t>
          </a:r>
          <a:endParaRPr lang="en-GB" altLang="en-US" dirty="0">
            <a:ea typeface="ＭＳ Ｐゴシック" panose="020B0600070205080204" pitchFamily="34" charset="-128"/>
          </a:endParaRPr>
        </a:p>
      </dgm:t>
    </dgm:pt>
    <dgm:pt modelId="{3FAC4EC5-9FE8-411A-B292-1EC078B2AF98}" type="parTrans" cxnId="{BAB412E9-CB0D-4F22-8780-BF8CE15C919C}">
      <dgm:prSet/>
      <dgm:spPr/>
      <dgm:t>
        <a:bodyPr/>
        <a:lstStyle/>
        <a:p>
          <a:endParaRPr lang="en-GB"/>
        </a:p>
      </dgm:t>
    </dgm:pt>
    <dgm:pt modelId="{DB890DCD-BBCD-4B0D-8065-256914574E85}" type="sibTrans" cxnId="{BAB412E9-CB0D-4F22-8780-BF8CE15C919C}">
      <dgm:prSet/>
      <dgm:spPr/>
      <dgm:t>
        <a:bodyPr/>
        <a:lstStyle/>
        <a:p>
          <a:endParaRPr lang="en-GB"/>
        </a:p>
      </dgm:t>
    </dgm:pt>
    <dgm:pt modelId="{EB96E597-8BB5-4BB3-BB1B-A4391F479E58}" type="pres">
      <dgm:prSet presAssocID="{C8D3974B-D707-4D9B-9B9E-2FEFDBB16A8A}" presName="Name0" presStyleCnt="0">
        <dgm:presLayoutVars>
          <dgm:dir/>
          <dgm:animLvl val="lvl"/>
          <dgm:resizeHandles val="exact"/>
        </dgm:presLayoutVars>
      </dgm:prSet>
      <dgm:spPr/>
    </dgm:pt>
    <dgm:pt modelId="{8E826ABB-3F18-4A90-B989-952501CADB4E}" type="pres">
      <dgm:prSet presAssocID="{6D52213B-ED0F-441D-B0DE-6F70B0DB6928}" presName="linNode" presStyleCnt="0"/>
      <dgm:spPr/>
    </dgm:pt>
    <dgm:pt modelId="{30BA9B9A-C845-4561-9F5F-C5EF9872A425}" type="pres">
      <dgm:prSet presAssocID="{6D52213B-ED0F-441D-B0DE-6F70B0DB6928}" presName="parTx" presStyleLbl="revTx" presStyleIdx="0" presStyleCnt="4">
        <dgm:presLayoutVars>
          <dgm:chMax val="1"/>
          <dgm:bulletEnabled val="1"/>
        </dgm:presLayoutVars>
      </dgm:prSet>
      <dgm:spPr/>
    </dgm:pt>
    <dgm:pt modelId="{113F2D4E-5ED8-4EA4-A997-BF9F387D834E}" type="pres">
      <dgm:prSet presAssocID="{6D52213B-ED0F-441D-B0DE-6F70B0DB6928}" presName="bracket" presStyleLbl="parChTrans1D1" presStyleIdx="0" presStyleCnt="4"/>
      <dgm:spPr/>
    </dgm:pt>
    <dgm:pt modelId="{02298DC7-C1E0-4118-A415-4E9AF60F625C}" type="pres">
      <dgm:prSet presAssocID="{6D52213B-ED0F-441D-B0DE-6F70B0DB6928}" presName="spH" presStyleCnt="0"/>
      <dgm:spPr/>
    </dgm:pt>
    <dgm:pt modelId="{C2F93E0E-CF77-4B4C-86DE-B924E7655E30}" type="pres">
      <dgm:prSet presAssocID="{6D52213B-ED0F-441D-B0DE-6F70B0DB6928}" presName="desTx" presStyleLbl="node1" presStyleIdx="0" presStyleCnt="4">
        <dgm:presLayoutVars>
          <dgm:bulletEnabled val="1"/>
        </dgm:presLayoutVars>
      </dgm:prSet>
      <dgm:spPr/>
    </dgm:pt>
    <dgm:pt modelId="{895C6A76-6389-4296-A324-3C4B0A2AB72B}" type="pres">
      <dgm:prSet presAssocID="{6C07C2A7-2731-4164-A142-0C139C00C434}" presName="spV" presStyleCnt="0"/>
      <dgm:spPr/>
    </dgm:pt>
    <dgm:pt modelId="{7F5CF52C-1F80-44D7-8BA7-92B31239E9DE}" type="pres">
      <dgm:prSet presAssocID="{7F9357EE-3D27-4A40-AFC6-042559F74E04}" presName="linNode" presStyleCnt="0"/>
      <dgm:spPr/>
    </dgm:pt>
    <dgm:pt modelId="{F4CD3A42-1E62-4C95-8476-44A483F07EE1}" type="pres">
      <dgm:prSet presAssocID="{7F9357EE-3D27-4A40-AFC6-042559F74E04}" presName="parTx" presStyleLbl="revTx" presStyleIdx="1" presStyleCnt="4">
        <dgm:presLayoutVars>
          <dgm:chMax val="1"/>
          <dgm:bulletEnabled val="1"/>
        </dgm:presLayoutVars>
      </dgm:prSet>
      <dgm:spPr/>
    </dgm:pt>
    <dgm:pt modelId="{1CE4C19E-EAD6-4C54-AB89-FBD6AD85FA43}" type="pres">
      <dgm:prSet presAssocID="{7F9357EE-3D27-4A40-AFC6-042559F74E04}" presName="bracket" presStyleLbl="parChTrans1D1" presStyleIdx="1" presStyleCnt="4"/>
      <dgm:spPr/>
    </dgm:pt>
    <dgm:pt modelId="{035FEAD4-EA1F-450F-908A-FF8504755752}" type="pres">
      <dgm:prSet presAssocID="{7F9357EE-3D27-4A40-AFC6-042559F74E04}" presName="spH" presStyleCnt="0"/>
      <dgm:spPr/>
    </dgm:pt>
    <dgm:pt modelId="{3795CEB8-3EC1-4708-83FB-A044985B68D6}" type="pres">
      <dgm:prSet presAssocID="{7F9357EE-3D27-4A40-AFC6-042559F74E04}" presName="desTx" presStyleLbl="node1" presStyleIdx="1" presStyleCnt="4">
        <dgm:presLayoutVars>
          <dgm:bulletEnabled val="1"/>
        </dgm:presLayoutVars>
      </dgm:prSet>
      <dgm:spPr/>
    </dgm:pt>
    <dgm:pt modelId="{D0880E6D-512D-4817-A872-2E76851A48DD}" type="pres">
      <dgm:prSet presAssocID="{C1E4B684-12B2-4C97-A519-99C658C9C0E2}" presName="spV" presStyleCnt="0"/>
      <dgm:spPr/>
    </dgm:pt>
    <dgm:pt modelId="{10FF8644-7D35-4319-9026-874C77175600}" type="pres">
      <dgm:prSet presAssocID="{F402A9E9-6AAB-4383-8612-3CBA42D9FBB2}" presName="linNode" presStyleCnt="0"/>
      <dgm:spPr/>
    </dgm:pt>
    <dgm:pt modelId="{6CF972FF-CECA-4F80-93E1-2BE0C8721C34}" type="pres">
      <dgm:prSet presAssocID="{F402A9E9-6AAB-4383-8612-3CBA42D9FBB2}" presName="parTx" presStyleLbl="revTx" presStyleIdx="2" presStyleCnt="4">
        <dgm:presLayoutVars>
          <dgm:chMax val="1"/>
          <dgm:bulletEnabled val="1"/>
        </dgm:presLayoutVars>
      </dgm:prSet>
      <dgm:spPr/>
    </dgm:pt>
    <dgm:pt modelId="{BB0CC753-BEE7-40D2-90AD-B262ABD77BFD}" type="pres">
      <dgm:prSet presAssocID="{F402A9E9-6AAB-4383-8612-3CBA42D9FBB2}" presName="bracket" presStyleLbl="parChTrans1D1" presStyleIdx="2" presStyleCnt="4"/>
      <dgm:spPr/>
    </dgm:pt>
    <dgm:pt modelId="{82D1B36A-0785-4081-9EA8-8D292300B7E6}" type="pres">
      <dgm:prSet presAssocID="{F402A9E9-6AAB-4383-8612-3CBA42D9FBB2}" presName="spH" presStyleCnt="0"/>
      <dgm:spPr/>
    </dgm:pt>
    <dgm:pt modelId="{916CF82D-7770-4D46-A636-A1CB8D1B2E67}" type="pres">
      <dgm:prSet presAssocID="{F402A9E9-6AAB-4383-8612-3CBA42D9FBB2}" presName="desTx" presStyleLbl="node1" presStyleIdx="2" presStyleCnt="4">
        <dgm:presLayoutVars>
          <dgm:bulletEnabled val="1"/>
        </dgm:presLayoutVars>
      </dgm:prSet>
      <dgm:spPr/>
    </dgm:pt>
    <dgm:pt modelId="{F02BAF79-C4BC-45CC-9AC3-E841D6985F98}" type="pres">
      <dgm:prSet presAssocID="{7E101868-DD72-46B6-987E-57345EE3C07B}" presName="spV" presStyleCnt="0"/>
      <dgm:spPr/>
    </dgm:pt>
    <dgm:pt modelId="{5732E7C9-A3A2-4AF4-B283-77EB44450307}" type="pres">
      <dgm:prSet presAssocID="{853FBE86-0C25-4961-B0AA-D69B59853D66}" presName="linNode" presStyleCnt="0"/>
      <dgm:spPr/>
    </dgm:pt>
    <dgm:pt modelId="{44FDDD83-24C4-4B33-9333-12A26A29C3E6}" type="pres">
      <dgm:prSet presAssocID="{853FBE86-0C25-4961-B0AA-D69B59853D66}" presName="parTx" presStyleLbl="revTx" presStyleIdx="3" presStyleCnt="4">
        <dgm:presLayoutVars>
          <dgm:chMax val="1"/>
          <dgm:bulletEnabled val="1"/>
        </dgm:presLayoutVars>
      </dgm:prSet>
      <dgm:spPr/>
    </dgm:pt>
    <dgm:pt modelId="{4F0F158D-2FEE-4AA0-9D5D-38523C30900A}" type="pres">
      <dgm:prSet presAssocID="{853FBE86-0C25-4961-B0AA-D69B59853D66}" presName="bracket" presStyleLbl="parChTrans1D1" presStyleIdx="3" presStyleCnt="4"/>
      <dgm:spPr/>
    </dgm:pt>
    <dgm:pt modelId="{896A5E9E-BFD2-4DDB-8C5A-D11C6756BB38}" type="pres">
      <dgm:prSet presAssocID="{853FBE86-0C25-4961-B0AA-D69B59853D66}" presName="spH" presStyleCnt="0"/>
      <dgm:spPr/>
    </dgm:pt>
    <dgm:pt modelId="{7401345A-A0C7-4DC0-9035-F69F5F3EC6E5}" type="pres">
      <dgm:prSet presAssocID="{853FBE86-0C25-4961-B0AA-D69B59853D66}" presName="desTx" presStyleLbl="node1" presStyleIdx="3" presStyleCnt="4">
        <dgm:presLayoutVars>
          <dgm:bulletEnabled val="1"/>
        </dgm:presLayoutVars>
      </dgm:prSet>
      <dgm:spPr/>
    </dgm:pt>
  </dgm:ptLst>
  <dgm:cxnLst>
    <dgm:cxn modelId="{7664B801-3B2D-4F0B-8272-A3DB905A6F9F}" type="presOf" srcId="{F402A9E9-6AAB-4383-8612-3CBA42D9FBB2}" destId="{6CF972FF-CECA-4F80-93E1-2BE0C8721C34}" srcOrd="0" destOrd="0" presId="urn:diagrams.loki3.com/BracketList"/>
    <dgm:cxn modelId="{67407205-C2F6-42E0-B7A7-F38F7E4FD84E}" type="presOf" srcId="{6D52213B-ED0F-441D-B0DE-6F70B0DB6928}" destId="{30BA9B9A-C845-4561-9F5F-C5EF9872A425}" srcOrd="0" destOrd="0" presId="urn:diagrams.loki3.com/BracketList"/>
    <dgm:cxn modelId="{BE79B011-F81E-4F6A-A20E-1DED58AABDDD}" type="presOf" srcId="{5AEC64C7-7430-4798-954A-C11D20B09130}" destId="{3795CEB8-3EC1-4708-83FB-A044985B68D6}" srcOrd="0" destOrd="1" presId="urn:diagrams.loki3.com/BracketList"/>
    <dgm:cxn modelId="{93900C1B-6CC2-4D2A-8845-EF36257C54F6}" type="presOf" srcId="{C8D3974B-D707-4D9B-9B9E-2FEFDBB16A8A}" destId="{EB96E597-8BB5-4BB3-BB1B-A4391F479E58}" srcOrd="0" destOrd="0" presId="urn:diagrams.loki3.com/BracketList"/>
    <dgm:cxn modelId="{09686525-2FB7-4B2B-98DF-C5AE2734B7D7}" type="presOf" srcId="{7F9357EE-3D27-4A40-AFC6-042559F74E04}" destId="{F4CD3A42-1E62-4C95-8476-44A483F07EE1}" srcOrd="0" destOrd="0" presId="urn:diagrams.loki3.com/BracketList"/>
    <dgm:cxn modelId="{2C9AC731-D2DE-48A6-8716-CE203F7D77F3}" type="presOf" srcId="{4F1834EC-F972-453C-9DEC-61DBCC62A14B}" destId="{7401345A-A0C7-4DC0-9035-F69F5F3EC6E5}" srcOrd="0" destOrd="0" presId="urn:diagrams.loki3.com/BracketList"/>
    <dgm:cxn modelId="{B3B6A033-B28F-43A2-9072-918E93C5730D}" srcId="{C8D3974B-D707-4D9B-9B9E-2FEFDBB16A8A}" destId="{F402A9E9-6AAB-4383-8612-3CBA42D9FBB2}" srcOrd="2" destOrd="0" parTransId="{992737FC-68B7-4DE4-A15E-5659EE84C0DB}" sibTransId="{7E101868-DD72-46B6-987E-57345EE3C07B}"/>
    <dgm:cxn modelId="{480AE935-C539-45EE-9B27-6399832ABC77}" srcId="{853FBE86-0C25-4961-B0AA-D69B59853D66}" destId="{4F1834EC-F972-453C-9DEC-61DBCC62A14B}" srcOrd="0" destOrd="0" parTransId="{8836AC41-A033-4EF0-ABF9-58020E8796BE}" sibTransId="{8B8BAA8D-5292-40B2-9918-1A8A8E6BC87E}"/>
    <dgm:cxn modelId="{A2528D3A-3242-4BA0-AE41-91395EEC362C}" srcId="{C8D3974B-D707-4D9B-9B9E-2FEFDBB16A8A}" destId="{6D52213B-ED0F-441D-B0DE-6F70B0DB6928}" srcOrd="0" destOrd="0" parTransId="{457322B6-2951-4016-AAA3-46CF2D380E0F}" sibTransId="{6C07C2A7-2731-4164-A142-0C139C00C434}"/>
    <dgm:cxn modelId="{CB3B4E43-2D69-4967-A8AD-C770500D211D}" type="presOf" srcId="{853FBE86-0C25-4961-B0AA-D69B59853D66}" destId="{44FDDD83-24C4-4B33-9333-12A26A29C3E6}" srcOrd="0" destOrd="0" presId="urn:diagrams.loki3.com/BracketList"/>
    <dgm:cxn modelId="{20E75E43-5F1A-4FB9-ADAC-FCD9CFF9555C}" srcId="{C8D3974B-D707-4D9B-9B9E-2FEFDBB16A8A}" destId="{7F9357EE-3D27-4A40-AFC6-042559F74E04}" srcOrd="1" destOrd="0" parTransId="{ADFEE8EA-FB9B-4234-B285-429F73DC85E8}" sibTransId="{C1E4B684-12B2-4C97-A519-99C658C9C0E2}"/>
    <dgm:cxn modelId="{49E67169-CC31-41B8-B1AD-C747078264C7}" type="presOf" srcId="{28B1EF37-85E2-4EDD-97D7-BDEEDF549C34}" destId="{916CF82D-7770-4D46-A636-A1CB8D1B2E67}" srcOrd="0" destOrd="0" presId="urn:diagrams.loki3.com/BracketList"/>
    <dgm:cxn modelId="{10A75372-ADC0-45BA-BAB9-2FC3D1BF661D}" type="presOf" srcId="{C68E9FE7-B3C8-469A-BD98-9CD256489BD8}" destId="{C2F93E0E-CF77-4B4C-86DE-B924E7655E30}" srcOrd="0" destOrd="0" presId="urn:diagrams.loki3.com/BracketList"/>
    <dgm:cxn modelId="{40668273-F0CC-47E7-8C0A-92E2257532C4}" type="presOf" srcId="{C6DF2E10-06D6-4A2C-8F4C-CE6583052F99}" destId="{3795CEB8-3EC1-4708-83FB-A044985B68D6}" srcOrd="0" destOrd="0" presId="urn:diagrams.loki3.com/BracketList"/>
    <dgm:cxn modelId="{8A9F4992-00AB-43F3-BAD5-0F55573E847B}" srcId="{6D52213B-ED0F-441D-B0DE-6F70B0DB6928}" destId="{C68E9FE7-B3C8-469A-BD98-9CD256489BD8}" srcOrd="0" destOrd="0" parTransId="{1F4B9329-6CE1-4F0A-BACB-16EEF1D654B2}" sibTransId="{F4E28745-212F-4D42-874C-EEF8A540AF14}"/>
    <dgm:cxn modelId="{481370A3-B09B-46DA-B417-C995DFBC7CEB}" srcId="{6D52213B-ED0F-441D-B0DE-6F70B0DB6928}" destId="{F60DF39D-5082-43BA-9544-37F2006A831B}" srcOrd="1" destOrd="0" parTransId="{EEB41293-40B6-4466-9D3A-45E033097E28}" sibTransId="{0A758BD2-2582-43E2-B898-A76841B58F8A}"/>
    <dgm:cxn modelId="{A0DDEDA9-46C0-4C8A-99F2-5482FA8D7D40}" type="presOf" srcId="{3B548601-EC24-4AF1-ACAA-36D7236B1893}" destId="{7401345A-A0C7-4DC0-9035-F69F5F3EC6E5}" srcOrd="0" destOrd="1" presId="urn:diagrams.loki3.com/BracketList"/>
    <dgm:cxn modelId="{8D0613B1-EF45-49AB-9315-2FE248321B50}" srcId="{7F9357EE-3D27-4A40-AFC6-042559F74E04}" destId="{C6DF2E10-06D6-4A2C-8F4C-CE6583052F99}" srcOrd="0" destOrd="0" parTransId="{83F9CB4A-8EA6-4B4C-BBB2-A9967E1E461F}" sibTransId="{3E466A6A-C39F-4D98-A44F-E91842286E47}"/>
    <dgm:cxn modelId="{C25A9BD1-6988-4874-8747-76AE66030942}" type="presOf" srcId="{F60DF39D-5082-43BA-9544-37F2006A831B}" destId="{C2F93E0E-CF77-4B4C-86DE-B924E7655E30}" srcOrd="0" destOrd="1" presId="urn:diagrams.loki3.com/BracketList"/>
    <dgm:cxn modelId="{FA2FDDD4-7EA0-4C2D-993F-99837EB08D6E}" srcId="{F402A9E9-6AAB-4383-8612-3CBA42D9FBB2}" destId="{28B1EF37-85E2-4EDD-97D7-BDEEDF549C34}" srcOrd="0" destOrd="0" parTransId="{7E0371BC-AD06-4CE8-B4F5-D5F91893DA0D}" sibTransId="{9579F2ED-ED0F-4F0C-9C42-2377BAE458C6}"/>
    <dgm:cxn modelId="{B1301BDF-BED9-41C5-B961-1982C3398528}" srcId="{C8D3974B-D707-4D9B-9B9E-2FEFDBB16A8A}" destId="{853FBE86-0C25-4961-B0AA-D69B59853D66}" srcOrd="3" destOrd="0" parTransId="{2581B9AF-9954-47AA-8FC2-B840EC97F391}" sibTransId="{27C66BA3-0ADA-4EDF-BD17-5D70410C28B0}"/>
    <dgm:cxn modelId="{BAB412E9-CB0D-4F22-8780-BF8CE15C919C}" srcId="{853FBE86-0C25-4961-B0AA-D69B59853D66}" destId="{3B548601-EC24-4AF1-ACAA-36D7236B1893}" srcOrd="1" destOrd="0" parTransId="{3FAC4EC5-9FE8-411A-B292-1EC078B2AF98}" sibTransId="{DB890DCD-BBCD-4B0D-8065-256914574E85}"/>
    <dgm:cxn modelId="{D1B632F1-40E8-4A01-84B9-0C3E977B91D6}" srcId="{7F9357EE-3D27-4A40-AFC6-042559F74E04}" destId="{5AEC64C7-7430-4798-954A-C11D20B09130}" srcOrd="1" destOrd="0" parTransId="{E41524A1-2300-4D5A-B91B-6696FC737B04}" sibTransId="{33A254AD-1E60-4945-9E7B-016FE871C8B1}"/>
    <dgm:cxn modelId="{C0E6F00A-B727-4E42-9A2F-B0F8CB4650DF}" type="presParOf" srcId="{EB96E597-8BB5-4BB3-BB1B-A4391F479E58}" destId="{8E826ABB-3F18-4A90-B989-952501CADB4E}" srcOrd="0" destOrd="0" presId="urn:diagrams.loki3.com/BracketList"/>
    <dgm:cxn modelId="{C9BB01F7-094C-4A74-A2EA-6F6416F7FB44}" type="presParOf" srcId="{8E826ABB-3F18-4A90-B989-952501CADB4E}" destId="{30BA9B9A-C845-4561-9F5F-C5EF9872A425}" srcOrd="0" destOrd="0" presId="urn:diagrams.loki3.com/BracketList"/>
    <dgm:cxn modelId="{7C9D49C0-76E8-4378-8899-CC866959692F}" type="presParOf" srcId="{8E826ABB-3F18-4A90-B989-952501CADB4E}" destId="{113F2D4E-5ED8-4EA4-A997-BF9F387D834E}" srcOrd="1" destOrd="0" presId="urn:diagrams.loki3.com/BracketList"/>
    <dgm:cxn modelId="{AA00E898-82AA-4784-B869-8849CE594DC2}" type="presParOf" srcId="{8E826ABB-3F18-4A90-B989-952501CADB4E}" destId="{02298DC7-C1E0-4118-A415-4E9AF60F625C}" srcOrd="2" destOrd="0" presId="urn:diagrams.loki3.com/BracketList"/>
    <dgm:cxn modelId="{4A247918-F42B-4D84-99EF-DF8738F8917C}" type="presParOf" srcId="{8E826ABB-3F18-4A90-B989-952501CADB4E}" destId="{C2F93E0E-CF77-4B4C-86DE-B924E7655E30}" srcOrd="3" destOrd="0" presId="urn:diagrams.loki3.com/BracketList"/>
    <dgm:cxn modelId="{56C9468A-E7EC-4A73-A4A3-3E84E40F7565}" type="presParOf" srcId="{EB96E597-8BB5-4BB3-BB1B-A4391F479E58}" destId="{895C6A76-6389-4296-A324-3C4B0A2AB72B}" srcOrd="1" destOrd="0" presId="urn:diagrams.loki3.com/BracketList"/>
    <dgm:cxn modelId="{01E7945E-5A89-4564-997E-FE3C70A9F36A}" type="presParOf" srcId="{EB96E597-8BB5-4BB3-BB1B-A4391F479E58}" destId="{7F5CF52C-1F80-44D7-8BA7-92B31239E9DE}" srcOrd="2" destOrd="0" presId="urn:diagrams.loki3.com/BracketList"/>
    <dgm:cxn modelId="{EC308C77-A3FA-4062-9DC0-8E48A0A32489}" type="presParOf" srcId="{7F5CF52C-1F80-44D7-8BA7-92B31239E9DE}" destId="{F4CD3A42-1E62-4C95-8476-44A483F07EE1}" srcOrd="0" destOrd="0" presId="urn:diagrams.loki3.com/BracketList"/>
    <dgm:cxn modelId="{4E5DB60A-BA01-40E6-A4F9-4A9E918E1F5E}" type="presParOf" srcId="{7F5CF52C-1F80-44D7-8BA7-92B31239E9DE}" destId="{1CE4C19E-EAD6-4C54-AB89-FBD6AD85FA43}" srcOrd="1" destOrd="0" presId="urn:diagrams.loki3.com/BracketList"/>
    <dgm:cxn modelId="{4DEE91C8-0BCB-4C59-8679-CB7A8F1FF049}" type="presParOf" srcId="{7F5CF52C-1F80-44D7-8BA7-92B31239E9DE}" destId="{035FEAD4-EA1F-450F-908A-FF8504755752}" srcOrd="2" destOrd="0" presId="urn:diagrams.loki3.com/BracketList"/>
    <dgm:cxn modelId="{5AF26663-2350-4BFA-B464-353186DF8D58}" type="presParOf" srcId="{7F5CF52C-1F80-44D7-8BA7-92B31239E9DE}" destId="{3795CEB8-3EC1-4708-83FB-A044985B68D6}" srcOrd="3" destOrd="0" presId="urn:diagrams.loki3.com/BracketList"/>
    <dgm:cxn modelId="{7919C5C6-10F6-4844-8F8C-278816908473}" type="presParOf" srcId="{EB96E597-8BB5-4BB3-BB1B-A4391F479E58}" destId="{D0880E6D-512D-4817-A872-2E76851A48DD}" srcOrd="3" destOrd="0" presId="urn:diagrams.loki3.com/BracketList"/>
    <dgm:cxn modelId="{AA6D0887-7CC3-4356-8947-EBAC2AF8ACD7}" type="presParOf" srcId="{EB96E597-8BB5-4BB3-BB1B-A4391F479E58}" destId="{10FF8644-7D35-4319-9026-874C77175600}" srcOrd="4" destOrd="0" presId="urn:diagrams.loki3.com/BracketList"/>
    <dgm:cxn modelId="{0D91B463-2B20-45D4-9322-AB5AB486904B}" type="presParOf" srcId="{10FF8644-7D35-4319-9026-874C77175600}" destId="{6CF972FF-CECA-4F80-93E1-2BE0C8721C34}" srcOrd="0" destOrd="0" presId="urn:diagrams.loki3.com/BracketList"/>
    <dgm:cxn modelId="{B2B84215-3652-4945-91F9-7CA6D8B2B88F}" type="presParOf" srcId="{10FF8644-7D35-4319-9026-874C77175600}" destId="{BB0CC753-BEE7-40D2-90AD-B262ABD77BFD}" srcOrd="1" destOrd="0" presId="urn:diagrams.loki3.com/BracketList"/>
    <dgm:cxn modelId="{15391D63-A5EF-4700-9A2D-93C2B42E15B1}" type="presParOf" srcId="{10FF8644-7D35-4319-9026-874C77175600}" destId="{82D1B36A-0785-4081-9EA8-8D292300B7E6}" srcOrd="2" destOrd="0" presId="urn:diagrams.loki3.com/BracketList"/>
    <dgm:cxn modelId="{2A0AD33D-7BDE-4E67-A99A-E24E01FFE1A0}" type="presParOf" srcId="{10FF8644-7D35-4319-9026-874C77175600}" destId="{916CF82D-7770-4D46-A636-A1CB8D1B2E67}" srcOrd="3" destOrd="0" presId="urn:diagrams.loki3.com/BracketList"/>
    <dgm:cxn modelId="{00056D8A-415F-4435-AAF4-8E0464D6A649}" type="presParOf" srcId="{EB96E597-8BB5-4BB3-BB1B-A4391F479E58}" destId="{F02BAF79-C4BC-45CC-9AC3-E841D6985F98}" srcOrd="5" destOrd="0" presId="urn:diagrams.loki3.com/BracketList"/>
    <dgm:cxn modelId="{542BF1D6-C809-407C-8E05-148AE853C234}" type="presParOf" srcId="{EB96E597-8BB5-4BB3-BB1B-A4391F479E58}" destId="{5732E7C9-A3A2-4AF4-B283-77EB44450307}" srcOrd="6" destOrd="0" presId="urn:diagrams.loki3.com/BracketList"/>
    <dgm:cxn modelId="{65B5EBA5-C235-42C0-B9F2-5A5F81623E0A}" type="presParOf" srcId="{5732E7C9-A3A2-4AF4-B283-77EB44450307}" destId="{44FDDD83-24C4-4B33-9333-12A26A29C3E6}" srcOrd="0" destOrd="0" presId="urn:diagrams.loki3.com/BracketList"/>
    <dgm:cxn modelId="{61392474-A0A9-4B42-A67F-F34B1D54BACA}" type="presParOf" srcId="{5732E7C9-A3A2-4AF4-B283-77EB44450307}" destId="{4F0F158D-2FEE-4AA0-9D5D-38523C30900A}" srcOrd="1" destOrd="0" presId="urn:diagrams.loki3.com/BracketList"/>
    <dgm:cxn modelId="{FDE5F32E-6317-4315-AE97-B290337710EE}" type="presParOf" srcId="{5732E7C9-A3A2-4AF4-B283-77EB44450307}" destId="{896A5E9E-BFD2-4DDB-8C5A-D11C6756BB38}" srcOrd="2" destOrd="0" presId="urn:diagrams.loki3.com/BracketList"/>
    <dgm:cxn modelId="{FFEFE834-6226-4372-8D0D-E97903F4CD3F}" type="presParOf" srcId="{5732E7C9-A3A2-4AF4-B283-77EB44450307}" destId="{7401345A-A0C7-4DC0-9035-F69F5F3EC6E5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7746FC-AC5A-4394-BF40-71317FEE0E68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31DD740C-B118-4F46-887A-F3473BBE1E8A}">
      <dgm:prSet phldrT="[Text]"/>
      <dgm:spPr/>
      <dgm:t>
        <a:bodyPr/>
        <a:lstStyle/>
        <a:p>
          <a:r>
            <a:rPr lang="en-GB" dirty="0"/>
            <a:t>Speculative investing (e.g. dotcom bubble)</a:t>
          </a:r>
        </a:p>
      </dgm:t>
    </dgm:pt>
    <dgm:pt modelId="{BC5AC6FA-27BD-43BC-99BF-EB6C111C4757}" type="parTrans" cxnId="{6A7C4BCD-ED74-401B-B602-A962CAC63A0C}">
      <dgm:prSet/>
      <dgm:spPr/>
      <dgm:t>
        <a:bodyPr/>
        <a:lstStyle/>
        <a:p>
          <a:endParaRPr lang="en-GB"/>
        </a:p>
      </dgm:t>
    </dgm:pt>
    <dgm:pt modelId="{7A29F851-DEB7-4416-8A94-96BA12B84439}" type="sibTrans" cxnId="{6A7C4BCD-ED74-401B-B602-A962CAC63A0C}">
      <dgm:prSet/>
      <dgm:spPr/>
      <dgm:t>
        <a:bodyPr/>
        <a:lstStyle/>
        <a:p>
          <a:endParaRPr lang="en-GB"/>
        </a:p>
      </dgm:t>
    </dgm:pt>
    <dgm:pt modelId="{DE4130FA-4F66-4402-AAD8-331D8A7035BD}">
      <dgm:prSet phldrT="[Text]"/>
      <dgm:spPr/>
      <dgm:t>
        <a:bodyPr/>
        <a:lstStyle/>
        <a:p>
          <a:r>
            <a:rPr lang="en-GB" dirty="0"/>
            <a:t>High frequency trading</a:t>
          </a:r>
        </a:p>
      </dgm:t>
    </dgm:pt>
    <dgm:pt modelId="{7052B0B3-C8EF-42CF-A5CE-E35B3D2ECA04}" type="parTrans" cxnId="{1E0D332A-CF7C-4F4C-BAD8-02C02478A03B}">
      <dgm:prSet/>
      <dgm:spPr/>
      <dgm:t>
        <a:bodyPr/>
        <a:lstStyle/>
        <a:p>
          <a:endParaRPr lang="en-GB"/>
        </a:p>
      </dgm:t>
    </dgm:pt>
    <dgm:pt modelId="{821C4244-45C3-4F72-A260-17CC1975D734}" type="sibTrans" cxnId="{1E0D332A-CF7C-4F4C-BAD8-02C02478A03B}">
      <dgm:prSet/>
      <dgm:spPr/>
      <dgm:t>
        <a:bodyPr/>
        <a:lstStyle/>
        <a:p>
          <a:endParaRPr lang="en-GB"/>
        </a:p>
      </dgm:t>
    </dgm:pt>
    <dgm:pt modelId="{1A0003DF-8685-4958-8E4F-AFCADB421CBA}">
      <dgm:prSet phldrT="[Text]"/>
      <dgm:spPr/>
      <dgm:t>
        <a:bodyPr/>
        <a:lstStyle/>
        <a:p>
          <a:r>
            <a:rPr lang="en-GB" dirty="0"/>
            <a:t>Short selling</a:t>
          </a:r>
        </a:p>
      </dgm:t>
    </dgm:pt>
    <dgm:pt modelId="{A82F8548-22FD-4362-87C4-A960D9898CE8}" type="parTrans" cxnId="{CD8E37C7-DAE5-4892-A6AF-B115E5C1C118}">
      <dgm:prSet/>
      <dgm:spPr/>
      <dgm:t>
        <a:bodyPr/>
        <a:lstStyle/>
        <a:p>
          <a:endParaRPr lang="en-GB"/>
        </a:p>
      </dgm:t>
    </dgm:pt>
    <dgm:pt modelId="{3DB409F4-643D-4E48-AB7E-AC714D1D7DCF}" type="sibTrans" cxnId="{CD8E37C7-DAE5-4892-A6AF-B115E5C1C118}">
      <dgm:prSet/>
      <dgm:spPr/>
      <dgm:t>
        <a:bodyPr/>
        <a:lstStyle/>
        <a:p>
          <a:endParaRPr lang="en-GB"/>
        </a:p>
      </dgm:t>
    </dgm:pt>
    <dgm:pt modelId="{8E438FA3-72A2-489C-BC04-4F60706D5F39}">
      <dgm:prSet phldrT="[Text]"/>
      <dgm:spPr/>
      <dgm:t>
        <a:bodyPr/>
        <a:lstStyle/>
        <a:p>
          <a:r>
            <a:rPr lang="en-GB" dirty="0"/>
            <a:t>Insider trading</a:t>
          </a:r>
        </a:p>
      </dgm:t>
    </dgm:pt>
    <dgm:pt modelId="{103C6C53-F843-4E2D-AB64-96AFBAE2D72B}" type="parTrans" cxnId="{FE7C946E-BBC8-4CB2-8982-9CD53B1886F1}">
      <dgm:prSet/>
      <dgm:spPr/>
      <dgm:t>
        <a:bodyPr/>
        <a:lstStyle/>
        <a:p>
          <a:endParaRPr lang="en-GB"/>
        </a:p>
      </dgm:t>
    </dgm:pt>
    <dgm:pt modelId="{750C922A-F51A-4BC4-8BD4-68EB57F7F3D6}" type="sibTrans" cxnId="{FE7C946E-BBC8-4CB2-8982-9CD53B1886F1}">
      <dgm:prSet/>
      <dgm:spPr/>
      <dgm:t>
        <a:bodyPr/>
        <a:lstStyle/>
        <a:p>
          <a:endParaRPr lang="en-GB"/>
        </a:p>
      </dgm:t>
    </dgm:pt>
    <dgm:pt modelId="{BE034904-3521-49E6-BDB1-6E75F469BCA2}">
      <dgm:prSet phldrT="[Text]"/>
      <dgm:spPr/>
      <dgm:t>
        <a:bodyPr/>
        <a:lstStyle/>
        <a:p>
          <a:r>
            <a:rPr lang="en-GB" dirty="0"/>
            <a:t>Failure of financial professionals (e.g. auditor independence)</a:t>
          </a:r>
        </a:p>
      </dgm:t>
    </dgm:pt>
    <dgm:pt modelId="{77791E1C-15C5-4682-94E7-6D4D3488BC36}" type="parTrans" cxnId="{4F930B2A-FF2A-4464-9FBB-5AC76D53F137}">
      <dgm:prSet/>
      <dgm:spPr/>
      <dgm:t>
        <a:bodyPr/>
        <a:lstStyle/>
        <a:p>
          <a:endParaRPr lang="en-GB"/>
        </a:p>
      </dgm:t>
    </dgm:pt>
    <dgm:pt modelId="{AE589DBD-7AE0-477B-BDD3-779F58ACF8A4}" type="sibTrans" cxnId="{4F930B2A-FF2A-4464-9FBB-5AC76D53F137}">
      <dgm:prSet/>
      <dgm:spPr/>
      <dgm:t>
        <a:bodyPr/>
        <a:lstStyle/>
        <a:p>
          <a:endParaRPr lang="en-GB"/>
        </a:p>
      </dgm:t>
    </dgm:pt>
    <dgm:pt modelId="{4D1C989D-2EA3-4C20-A9A1-4FA470660DC9}">
      <dgm:prSet phldrT="[Text]"/>
      <dgm:spPr/>
      <dgm:t>
        <a:bodyPr/>
        <a:lstStyle/>
        <a:p>
          <a:r>
            <a:rPr lang="en-GB" dirty="0"/>
            <a:t>Unregulated cryptocurrencies</a:t>
          </a:r>
        </a:p>
      </dgm:t>
    </dgm:pt>
    <dgm:pt modelId="{8C9EB640-11C2-489E-838E-684B8AA59DF9}" type="parTrans" cxnId="{35713BD9-45C3-4E9F-9557-5D6EFBFD32C0}">
      <dgm:prSet/>
      <dgm:spPr/>
      <dgm:t>
        <a:bodyPr/>
        <a:lstStyle/>
        <a:p>
          <a:endParaRPr lang="en-GB"/>
        </a:p>
      </dgm:t>
    </dgm:pt>
    <dgm:pt modelId="{EA78D506-BE2D-41D4-9EE5-680E558A90D3}" type="sibTrans" cxnId="{35713BD9-45C3-4E9F-9557-5D6EFBFD32C0}">
      <dgm:prSet/>
      <dgm:spPr/>
      <dgm:t>
        <a:bodyPr/>
        <a:lstStyle/>
        <a:p>
          <a:endParaRPr lang="en-GB"/>
        </a:p>
      </dgm:t>
    </dgm:pt>
    <dgm:pt modelId="{DB6DE11D-39D3-4BD1-9A23-53CB301B124B}" type="pres">
      <dgm:prSet presAssocID="{D17746FC-AC5A-4394-BF40-71317FEE0E68}" presName="diagram" presStyleCnt="0">
        <dgm:presLayoutVars>
          <dgm:dir/>
          <dgm:resizeHandles val="exact"/>
        </dgm:presLayoutVars>
      </dgm:prSet>
      <dgm:spPr/>
    </dgm:pt>
    <dgm:pt modelId="{230F9F55-8DBE-4E60-A4D8-06C7094A7CD2}" type="pres">
      <dgm:prSet presAssocID="{31DD740C-B118-4F46-887A-F3473BBE1E8A}" presName="node" presStyleLbl="node1" presStyleIdx="0" presStyleCnt="6">
        <dgm:presLayoutVars>
          <dgm:bulletEnabled val="1"/>
        </dgm:presLayoutVars>
      </dgm:prSet>
      <dgm:spPr/>
    </dgm:pt>
    <dgm:pt modelId="{75A885A1-7F9F-41A7-B326-9CDF7E5EB390}" type="pres">
      <dgm:prSet presAssocID="{7A29F851-DEB7-4416-8A94-96BA12B84439}" presName="sibTrans" presStyleCnt="0"/>
      <dgm:spPr/>
    </dgm:pt>
    <dgm:pt modelId="{63B05784-66BB-46AF-8E3D-3DD78FECE33E}" type="pres">
      <dgm:prSet presAssocID="{DE4130FA-4F66-4402-AAD8-331D8A7035BD}" presName="node" presStyleLbl="node1" presStyleIdx="1" presStyleCnt="6">
        <dgm:presLayoutVars>
          <dgm:bulletEnabled val="1"/>
        </dgm:presLayoutVars>
      </dgm:prSet>
      <dgm:spPr/>
    </dgm:pt>
    <dgm:pt modelId="{FF415E17-72DF-45F9-AFC1-62D015C08DDE}" type="pres">
      <dgm:prSet presAssocID="{821C4244-45C3-4F72-A260-17CC1975D734}" presName="sibTrans" presStyleCnt="0"/>
      <dgm:spPr/>
    </dgm:pt>
    <dgm:pt modelId="{CF849DD1-1C08-48B5-8590-4FE24CE5F8F0}" type="pres">
      <dgm:prSet presAssocID="{1A0003DF-8685-4958-8E4F-AFCADB421CBA}" presName="node" presStyleLbl="node1" presStyleIdx="2" presStyleCnt="6">
        <dgm:presLayoutVars>
          <dgm:bulletEnabled val="1"/>
        </dgm:presLayoutVars>
      </dgm:prSet>
      <dgm:spPr/>
    </dgm:pt>
    <dgm:pt modelId="{40A2FCB9-212E-4A5A-83C1-3F4E1602D48D}" type="pres">
      <dgm:prSet presAssocID="{3DB409F4-643D-4E48-AB7E-AC714D1D7DCF}" presName="sibTrans" presStyleCnt="0"/>
      <dgm:spPr/>
    </dgm:pt>
    <dgm:pt modelId="{1A162D02-4D9B-464C-AEF7-17E0C65FCC40}" type="pres">
      <dgm:prSet presAssocID="{8E438FA3-72A2-489C-BC04-4F60706D5F39}" presName="node" presStyleLbl="node1" presStyleIdx="3" presStyleCnt="6">
        <dgm:presLayoutVars>
          <dgm:bulletEnabled val="1"/>
        </dgm:presLayoutVars>
      </dgm:prSet>
      <dgm:spPr/>
    </dgm:pt>
    <dgm:pt modelId="{0521CD0B-4AAF-47E3-B07C-3C36D5F8E5C1}" type="pres">
      <dgm:prSet presAssocID="{750C922A-F51A-4BC4-8BD4-68EB57F7F3D6}" presName="sibTrans" presStyleCnt="0"/>
      <dgm:spPr/>
    </dgm:pt>
    <dgm:pt modelId="{8B59759A-5F98-4ED7-BC08-9A4054267F8C}" type="pres">
      <dgm:prSet presAssocID="{BE034904-3521-49E6-BDB1-6E75F469BCA2}" presName="node" presStyleLbl="node1" presStyleIdx="4" presStyleCnt="6">
        <dgm:presLayoutVars>
          <dgm:bulletEnabled val="1"/>
        </dgm:presLayoutVars>
      </dgm:prSet>
      <dgm:spPr/>
    </dgm:pt>
    <dgm:pt modelId="{3BE933C1-5E75-403A-A6C6-C173802A5E6B}" type="pres">
      <dgm:prSet presAssocID="{AE589DBD-7AE0-477B-BDD3-779F58ACF8A4}" presName="sibTrans" presStyleCnt="0"/>
      <dgm:spPr/>
    </dgm:pt>
    <dgm:pt modelId="{6D21A7F4-8022-4669-A35D-7E035937939A}" type="pres">
      <dgm:prSet presAssocID="{4D1C989D-2EA3-4C20-A9A1-4FA470660DC9}" presName="node" presStyleLbl="node1" presStyleIdx="5" presStyleCnt="6">
        <dgm:presLayoutVars>
          <dgm:bulletEnabled val="1"/>
        </dgm:presLayoutVars>
      </dgm:prSet>
      <dgm:spPr/>
    </dgm:pt>
  </dgm:ptLst>
  <dgm:cxnLst>
    <dgm:cxn modelId="{4F930B2A-FF2A-4464-9FBB-5AC76D53F137}" srcId="{D17746FC-AC5A-4394-BF40-71317FEE0E68}" destId="{BE034904-3521-49E6-BDB1-6E75F469BCA2}" srcOrd="4" destOrd="0" parTransId="{77791E1C-15C5-4682-94E7-6D4D3488BC36}" sibTransId="{AE589DBD-7AE0-477B-BDD3-779F58ACF8A4}"/>
    <dgm:cxn modelId="{1E0D332A-CF7C-4F4C-BAD8-02C02478A03B}" srcId="{D17746FC-AC5A-4394-BF40-71317FEE0E68}" destId="{DE4130FA-4F66-4402-AAD8-331D8A7035BD}" srcOrd="1" destOrd="0" parTransId="{7052B0B3-C8EF-42CF-A5CE-E35B3D2ECA04}" sibTransId="{821C4244-45C3-4F72-A260-17CC1975D734}"/>
    <dgm:cxn modelId="{14726B39-D722-4982-81AA-0D217AF3091B}" type="presOf" srcId="{1A0003DF-8685-4958-8E4F-AFCADB421CBA}" destId="{CF849DD1-1C08-48B5-8590-4FE24CE5F8F0}" srcOrd="0" destOrd="0" presId="urn:microsoft.com/office/officeart/2005/8/layout/default"/>
    <dgm:cxn modelId="{956C5F3D-F0D7-4FF0-AB51-857991ED2106}" type="presOf" srcId="{DE4130FA-4F66-4402-AAD8-331D8A7035BD}" destId="{63B05784-66BB-46AF-8E3D-3DD78FECE33E}" srcOrd="0" destOrd="0" presId="urn:microsoft.com/office/officeart/2005/8/layout/default"/>
    <dgm:cxn modelId="{F5DE5365-6A72-4E8D-8B57-101B8711A373}" type="presOf" srcId="{31DD740C-B118-4F46-887A-F3473BBE1E8A}" destId="{230F9F55-8DBE-4E60-A4D8-06C7094A7CD2}" srcOrd="0" destOrd="0" presId="urn:microsoft.com/office/officeart/2005/8/layout/default"/>
    <dgm:cxn modelId="{FE7C946E-BBC8-4CB2-8982-9CD53B1886F1}" srcId="{D17746FC-AC5A-4394-BF40-71317FEE0E68}" destId="{8E438FA3-72A2-489C-BC04-4F60706D5F39}" srcOrd="3" destOrd="0" parTransId="{103C6C53-F843-4E2D-AB64-96AFBAE2D72B}" sibTransId="{750C922A-F51A-4BC4-8BD4-68EB57F7F3D6}"/>
    <dgm:cxn modelId="{D9298F74-54A2-4D45-9FA3-264CC21288CB}" type="presOf" srcId="{D17746FC-AC5A-4394-BF40-71317FEE0E68}" destId="{DB6DE11D-39D3-4BD1-9A23-53CB301B124B}" srcOrd="0" destOrd="0" presId="urn:microsoft.com/office/officeart/2005/8/layout/default"/>
    <dgm:cxn modelId="{64664585-D3A8-41AE-97DB-C7917A1078F7}" type="presOf" srcId="{4D1C989D-2EA3-4C20-A9A1-4FA470660DC9}" destId="{6D21A7F4-8022-4669-A35D-7E035937939A}" srcOrd="0" destOrd="0" presId="urn:microsoft.com/office/officeart/2005/8/layout/default"/>
    <dgm:cxn modelId="{CEB07D8F-4DC4-4307-ACB8-1B70A76053E1}" type="presOf" srcId="{BE034904-3521-49E6-BDB1-6E75F469BCA2}" destId="{8B59759A-5F98-4ED7-BC08-9A4054267F8C}" srcOrd="0" destOrd="0" presId="urn:microsoft.com/office/officeart/2005/8/layout/default"/>
    <dgm:cxn modelId="{CD8E37C7-DAE5-4892-A6AF-B115E5C1C118}" srcId="{D17746FC-AC5A-4394-BF40-71317FEE0E68}" destId="{1A0003DF-8685-4958-8E4F-AFCADB421CBA}" srcOrd="2" destOrd="0" parTransId="{A82F8548-22FD-4362-87C4-A960D9898CE8}" sibTransId="{3DB409F4-643D-4E48-AB7E-AC714D1D7DCF}"/>
    <dgm:cxn modelId="{6A7C4BCD-ED74-401B-B602-A962CAC63A0C}" srcId="{D17746FC-AC5A-4394-BF40-71317FEE0E68}" destId="{31DD740C-B118-4F46-887A-F3473BBE1E8A}" srcOrd="0" destOrd="0" parTransId="{BC5AC6FA-27BD-43BC-99BF-EB6C111C4757}" sibTransId="{7A29F851-DEB7-4416-8A94-96BA12B84439}"/>
    <dgm:cxn modelId="{35713BD9-45C3-4E9F-9557-5D6EFBFD32C0}" srcId="{D17746FC-AC5A-4394-BF40-71317FEE0E68}" destId="{4D1C989D-2EA3-4C20-A9A1-4FA470660DC9}" srcOrd="5" destOrd="0" parTransId="{8C9EB640-11C2-489E-838E-684B8AA59DF9}" sibTransId="{EA78D506-BE2D-41D4-9EE5-680E558A90D3}"/>
    <dgm:cxn modelId="{146710F6-606C-4A94-8CE4-16EEA4E07AA4}" type="presOf" srcId="{8E438FA3-72A2-489C-BC04-4F60706D5F39}" destId="{1A162D02-4D9B-464C-AEF7-17E0C65FCC40}" srcOrd="0" destOrd="0" presId="urn:microsoft.com/office/officeart/2005/8/layout/default"/>
    <dgm:cxn modelId="{729CBB7D-32B5-4C62-AD48-286149FE65C2}" type="presParOf" srcId="{DB6DE11D-39D3-4BD1-9A23-53CB301B124B}" destId="{230F9F55-8DBE-4E60-A4D8-06C7094A7CD2}" srcOrd="0" destOrd="0" presId="urn:microsoft.com/office/officeart/2005/8/layout/default"/>
    <dgm:cxn modelId="{39A99925-696B-4D33-9318-5C8B1DF303DE}" type="presParOf" srcId="{DB6DE11D-39D3-4BD1-9A23-53CB301B124B}" destId="{75A885A1-7F9F-41A7-B326-9CDF7E5EB390}" srcOrd="1" destOrd="0" presId="urn:microsoft.com/office/officeart/2005/8/layout/default"/>
    <dgm:cxn modelId="{4454BC29-5A5B-4B82-978B-CFFEAD6D1B5B}" type="presParOf" srcId="{DB6DE11D-39D3-4BD1-9A23-53CB301B124B}" destId="{63B05784-66BB-46AF-8E3D-3DD78FECE33E}" srcOrd="2" destOrd="0" presId="urn:microsoft.com/office/officeart/2005/8/layout/default"/>
    <dgm:cxn modelId="{F591761E-985C-460D-8578-9F00CE760DE1}" type="presParOf" srcId="{DB6DE11D-39D3-4BD1-9A23-53CB301B124B}" destId="{FF415E17-72DF-45F9-AFC1-62D015C08DDE}" srcOrd="3" destOrd="0" presId="urn:microsoft.com/office/officeart/2005/8/layout/default"/>
    <dgm:cxn modelId="{C87A0F2E-DEEB-481C-BDF9-4D9062547E66}" type="presParOf" srcId="{DB6DE11D-39D3-4BD1-9A23-53CB301B124B}" destId="{CF849DD1-1C08-48B5-8590-4FE24CE5F8F0}" srcOrd="4" destOrd="0" presId="urn:microsoft.com/office/officeart/2005/8/layout/default"/>
    <dgm:cxn modelId="{6769ECC6-55C3-44AD-BC9B-A6E966DE5439}" type="presParOf" srcId="{DB6DE11D-39D3-4BD1-9A23-53CB301B124B}" destId="{40A2FCB9-212E-4A5A-83C1-3F4E1602D48D}" srcOrd="5" destOrd="0" presId="urn:microsoft.com/office/officeart/2005/8/layout/default"/>
    <dgm:cxn modelId="{CA4A7400-0A79-4DC2-B1F0-53C28860679A}" type="presParOf" srcId="{DB6DE11D-39D3-4BD1-9A23-53CB301B124B}" destId="{1A162D02-4D9B-464C-AEF7-17E0C65FCC40}" srcOrd="6" destOrd="0" presId="urn:microsoft.com/office/officeart/2005/8/layout/default"/>
    <dgm:cxn modelId="{B9607848-F07F-4A54-934F-C6D4F27B31A6}" type="presParOf" srcId="{DB6DE11D-39D3-4BD1-9A23-53CB301B124B}" destId="{0521CD0B-4AAF-47E3-B07C-3C36D5F8E5C1}" srcOrd="7" destOrd="0" presId="urn:microsoft.com/office/officeart/2005/8/layout/default"/>
    <dgm:cxn modelId="{2FD839BB-ECD6-456C-8BD6-D3754CD0085A}" type="presParOf" srcId="{DB6DE11D-39D3-4BD1-9A23-53CB301B124B}" destId="{8B59759A-5F98-4ED7-BC08-9A4054267F8C}" srcOrd="8" destOrd="0" presId="urn:microsoft.com/office/officeart/2005/8/layout/default"/>
    <dgm:cxn modelId="{0E8FB2D5-0CBD-44AF-8023-CF60D71F9E0E}" type="presParOf" srcId="{DB6DE11D-39D3-4BD1-9A23-53CB301B124B}" destId="{3BE933C1-5E75-403A-A6C6-C173802A5E6B}" srcOrd="9" destOrd="0" presId="urn:microsoft.com/office/officeart/2005/8/layout/default"/>
    <dgm:cxn modelId="{94760B73-2DF7-4182-8108-DF60DE0A670F}" type="presParOf" srcId="{DB6DE11D-39D3-4BD1-9A23-53CB301B124B}" destId="{6D21A7F4-8022-4669-A35D-7E035937939A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7746FC-AC5A-4394-BF40-71317FEE0E68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31DD740C-B118-4F46-887A-F3473BBE1E8A}">
      <dgm:prSet phldrT="[Text]"/>
      <dgm:spPr/>
      <dgm:t>
        <a:bodyPr/>
        <a:lstStyle/>
        <a:p>
          <a:r>
            <a:rPr lang="en-GB" dirty="0"/>
            <a:t>Speculative investing (e.g. dotcom bubble)</a:t>
          </a:r>
        </a:p>
      </dgm:t>
    </dgm:pt>
    <dgm:pt modelId="{BC5AC6FA-27BD-43BC-99BF-EB6C111C4757}" type="parTrans" cxnId="{6A7C4BCD-ED74-401B-B602-A962CAC63A0C}">
      <dgm:prSet/>
      <dgm:spPr/>
      <dgm:t>
        <a:bodyPr/>
        <a:lstStyle/>
        <a:p>
          <a:endParaRPr lang="en-GB"/>
        </a:p>
      </dgm:t>
    </dgm:pt>
    <dgm:pt modelId="{7A29F851-DEB7-4416-8A94-96BA12B84439}" type="sibTrans" cxnId="{6A7C4BCD-ED74-401B-B602-A962CAC63A0C}">
      <dgm:prSet/>
      <dgm:spPr/>
      <dgm:t>
        <a:bodyPr/>
        <a:lstStyle/>
        <a:p>
          <a:endParaRPr lang="en-GB"/>
        </a:p>
      </dgm:t>
    </dgm:pt>
    <dgm:pt modelId="{DE4130FA-4F66-4402-AAD8-331D8A7035BD}">
      <dgm:prSet phldrT="[Text]"/>
      <dgm:spPr/>
      <dgm:t>
        <a:bodyPr/>
        <a:lstStyle/>
        <a:p>
          <a:r>
            <a:rPr lang="en-GB" dirty="0"/>
            <a:t>High frequency trading</a:t>
          </a:r>
        </a:p>
      </dgm:t>
    </dgm:pt>
    <dgm:pt modelId="{7052B0B3-C8EF-42CF-A5CE-E35B3D2ECA04}" type="parTrans" cxnId="{1E0D332A-CF7C-4F4C-BAD8-02C02478A03B}">
      <dgm:prSet/>
      <dgm:spPr/>
      <dgm:t>
        <a:bodyPr/>
        <a:lstStyle/>
        <a:p>
          <a:endParaRPr lang="en-GB"/>
        </a:p>
      </dgm:t>
    </dgm:pt>
    <dgm:pt modelId="{821C4244-45C3-4F72-A260-17CC1975D734}" type="sibTrans" cxnId="{1E0D332A-CF7C-4F4C-BAD8-02C02478A03B}">
      <dgm:prSet/>
      <dgm:spPr/>
      <dgm:t>
        <a:bodyPr/>
        <a:lstStyle/>
        <a:p>
          <a:endParaRPr lang="en-GB"/>
        </a:p>
      </dgm:t>
    </dgm:pt>
    <dgm:pt modelId="{1A0003DF-8685-4958-8E4F-AFCADB421CBA}">
      <dgm:prSet phldrT="[Text]"/>
      <dgm:spPr/>
      <dgm:t>
        <a:bodyPr/>
        <a:lstStyle/>
        <a:p>
          <a:r>
            <a:rPr lang="en-GB" dirty="0"/>
            <a:t>Short selling</a:t>
          </a:r>
        </a:p>
      </dgm:t>
    </dgm:pt>
    <dgm:pt modelId="{A82F8548-22FD-4362-87C4-A960D9898CE8}" type="parTrans" cxnId="{CD8E37C7-DAE5-4892-A6AF-B115E5C1C118}">
      <dgm:prSet/>
      <dgm:spPr/>
      <dgm:t>
        <a:bodyPr/>
        <a:lstStyle/>
        <a:p>
          <a:endParaRPr lang="en-GB"/>
        </a:p>
      </dgm:t>
    </dgm:pt>
    <dgm:pt modelId="{3DB409F4-643D-4E48-AB7E-AC714D1D7DCF}" type="sibTrans" cxnId="{CD8E37C7-DAE5-4892-A6AF-B115E5C1C118}">
      <dgm:prSet/>
      <dgm:spPr/>
      <dgm:t>
        <a:bodyPr/>
        <a:lstStyle/>
        <a:p>
          <a:endParaRPr lang="en-GB"/>
        </a:p>
      </dgm:t>
    </dgm:pt>
    <dgm:pt modelId="{8E438FA3-72A2-489C-BC04-4F60706D5F39}">
      <dgm:prSet phldrT="[Text]"/>
      <dgm:spPr/>
      <dgm:t>
        <a:bodyPr/>
        <a:lstStyle/>
        <a:p>
          <a:r>
            <a:rPr lang="en-GB" dirty="0"/>
            <a:t>Insider trading</a:t>
          </a:r>
        </a:p>
      </dgm:t>
    </dgm:pt>
    <dgm:pt modelId="{103C6C53-F843-4E2D-AB64-96AFBAE2D72B}" type="parTrans" cxnId="{FE7C946E-BBC8-4CB2-8982-9CD53B1886F1}">
      <dgm:prSet/>
      <dgm:spPr/>
      <dgm:t>
        <a:bodyPr/>
        <a:lstStyle/>
        <a:p>
          <a:endParaRPr lang="en-GB"/>
        </a:p>
      </dgm:t>
    </dgm:pt>
    <dgm:pt modelId="{750C922A-F51A-4BC4-8BD4-68EB57F7F3D6}" type="sibTrans" cxnId="{FE7C946E-BBC8-4CB2-8982-9CD53B1886F1}">
      <dgm:prSet/>
      <dgm:spPr/>
      <dgm:t>
        <a:bodyPr/>
        <a:lstStyle/>
        <a:p>
          <a:endParaRPr lang="en-GB"/>
        </a:p>
      </dgm:t>
    </dgm:pt>
    <dgm:pt modelId="{BE034904-3521-49E6-BDB1-6E75F469BCA2}">
      <dgm:prSet phldrT="[Text]"/>
      <dgm:spPr/>
      <dgm:t>
        <a:bodyPr/>
        <a:lstStyle/>
        <a:p>
          <a:r>
            <a:rPr lang="en-GB" dirty="0"/>
            <a:t>Failure of financial professionals (e.g. auditor independence)</a:t>
          </a:r>
        </a:p>
      </dgm:t>
    </dgm:pt>
    <dgm:pt modelId="{77791E1C-15C5-4682-94E7-6D4D3488BC36}" type="parTrans" cxnId="{4F930B2A-FF2A-4464-9FBB-5AC76D53F137}">
      <dgm:prSet/>
      <dgm:spPr/>
      <dgm:t>
        <a:bodyPr/>
        <a:lstStyle/>
        <a:p>
          <a:endParaRPr lang="en-GB"/>
        </a:p>
      </dgm:t>
    </dgm:pt>
    <dgm:pt modelId="{AE589DBD-7AE0-477B-BDD3-779F58ACF8A4}" type="sibTrans" cxnId="{4F930B2A-FF2A-4464-9FBB-5AC76D53F137}">
      <dgm:prSet/>
      <dgm:spPr/>
      <dgm:t>
        <a:bodyPr/>
        <a:lstStyle/>
        <a:p>
          <a:endParaRPr lang="en-GB"/>
        </a:p>
      </dgm:t>
    </dgm:pt>
    <dgm:pt modelId="{4D1C989D-2EA3-4C20-A9A1-4FA470660DC9}">
      <dgm:prSet phldrT="[Text]"/>
      <dgm:spPr/>
      <dgm:t>
        <a:bodyPr/>
        <a:lstStyle/>
        <a:p>
          <a:r>
            <a:rPr lang="en-GB" dirty="0"/>
            <a:t>Unregulated cryptocurrencies</a:t>
          </a:r>
        </a:p>
      </dgm:t>
    </dgm:pt>
    <dgm:pt modelId="{8C9EB640-11C2-489E-838E-684B8AA59DF9}" type="parTrans" cxnId="{35713BD9-45C3-4E9F-9557-5D6EFBFD32C0}">
      <dgm:prSet/>
      <dgm:spPr/>
      <dgm:t>
        <a:bodyPr/>
        <a:lstStyle/>
        <a:p>
          <a:endParaRPr lang="en-GB"/>
        </a:p>
      </dgm:t>
    </dgm:pt>
    <dgm:pt modelId="{EA78D506-BE2D-41D4-9EE5-680E558A90D3}" type="sibTrans" cxnId="{35713BD9-45C3-4E9F-9557-5D6EFBFD32C0}">
      <dgm:prSet/>
      <dgm:spPr/>
      <dgm:t>
        <a:bodyPr/>
        <a:lstStyle/>
        <a:p>
          <a:endParaRPr lang="en-GB"/>
        </a:p>
      </dgm:t>
    </dgm:pt>
    <dgm:pt modelId="{DB6DE11D-39D3-4BD1-9A23-53CB301B124B}" type="pres">
      <dgm:prSet presAssocID="{D17746FC-AC5A-4394-BF40-71317FEE0E68}" presName="diagram" presStyleCnt="0">
        <dgm:presLayoutVars>
          <dgm:dir/>
          <dgm:resizeHandles val="exact"/>
        </dgm:presLayoutVars>
      </dgm:prSet>
      <dgm:spPr/>
    </dgm:pt>
    <dgm:pt modelId="{230F9F55-8DBE-4E60-A4D8-06C7094A7CD2}" type="pres">
      <dgm:prSet presAssocID="{31DD740C-B118-4F46-887A-F3473BBE1E8A}" presName="node" presStyleLbl="node1" presStyleIdx="0" presStyleCnt="6">
        <dgm:presLayoutVars>
          <dgm:bulletEnabled val="1"/>
        </dgm:presLayoutVars>
      </dgm:prSet>
      <dgm:spPr/>
    </dgm:pt>
    <dgm:pt modelId="{75A885A1-7F9F-41A7-B326-9CDF7E5EB390}" type="pres">
      <dgm:prSet presAssocID="{7A29F851-DEB7-4416-8A94-96BA12B84439}" presName="sibTrans" presStyleCnt="0"/>
      <dgm:spPr/>
    </dgm:pt>
    <dgm:pt modelId="{63B05784-66BB-46AF-8E3D-3DD78FECE33E}" type="pres">
      <dgm:prSet presAssocID="{DE4130FA-4F66-4402-AAD8-331D8A7035BD}" presName="node" presStyleLbl="node1" presStyleIdx="1" presStyleCnt="6">
        <dgm:presLayoutVars>
          <dgm:bulletEnabled val="1"/>
        </dgm:presLayoutVars>
      </dgm:prSet>
      <dgm:spPr/>
    </dgm:pt>
    <dgm:pt modelId="{FF415E17-72DF-45F9-AFC1-62D015C08DDE}" type="pres">
      <dgm:prSet presAssocID="{821C4244-45C3-4F72-A260-17CC1975D734}" presName="sibTrans" presStyleCnt="0"/>
      <dgm:spPr/>
    </dgm:pt>
    <dgm:pt modelId="{CF849DD1-1C08-48B5-8590-4FE24CE5F8F0}" type="pres">
      <dgm:prSet presAssocID="{1A0003DF-8685-4958-8E4F-AFCADB421CBA}" presName="node" presStyleLbl="node1" presStyleIdx="2" presStyleCnt="6">
        <dgm:presLayoutVars>
          <dgm:bulletEnabled val="1"/>
        </dgm:presLayoutVars>
      </dgm:prSet>
      <dgm:spPr/>
    </dgm:pt>
    <dgm:pt modelId="{40A2FCB9-212E-4A5A-83C1-3F4E1602D48D}" type="pres">
      <dgm:prSet presAssocID="{3DB409F4-643D-4E48-AB7E-AC714D1D7DCF}" presName="sibTrans" presStyleCnt="0"/>
      <dgm:spPr/>
    </dgm:pt>
    <dgm:pt modelId="{1A162D02-4D9B-464C-AEF7-17E0C65FCC40}" type="pres">
      <dgm:prSet presAssocID="{8E438FA3-72A2-489C-BC04-4F60706D5F39}" presName="node" presStyleLbl="node1" presStyleIdx="3" presStyleCnt="6">
        <dgm:presLayoutVars>
          <dgm:bulletEnabled val="1"/>
        </dgm:presLayoutVars>
      </dgm:prSet>
      <dgm:spPr/>
    </dgm:pt>
    <dgm:pt modelId="{0521CD0B-4AAF-47E3-B07C-3C36D5F8E5C1}" type="pres">
      <dgm:prSet presAssocID="{750C922A-F51A-4BC4-8BD4-68EB57F7F3D6}" presName="sibTrans" presStyleCnt="0"/>
      <dgm:spPr/>
    </dgm:pt>
    <dgm:pt modelId="{8B59759A-5F98-4ED7-BC08-9A4054267F8C}" type="pres">
      <dgm:prSet presAssocID="{BE034904-3521-49E6-BDB1-6E75F469BCA2}" presName="node" presStyleLbl="node1" presStyleIdx="4" presStyleCnt="6">
        <dgm:presLayoutVars>
          <dgm:bulletEnabled val="1"/>
        </dgm:presLayoutVars>
      </dgm:prSet>
      <dgm:spPr/>
    </dgm:pt>
    <dgm:pt modelId="{3BE933C1-5E75-403A-A6C6-C173802A5E6B}" type="pres">
      <dgm:prSet presAssocID="{AE589DBD-7AE0-477B-BDD3-779F58ACF8A4}" presName="sibTrans" presStyleCnt="0"/>
      <dgm:spPr/>
    </dgm:pt>
    <dgm:pt modelId="{6D21A7F4-8022-4669-A35D-7E035937939A}" type="pres">
      <dgm:prSet presAssocID="{4D1C989D-2EA3-4C20-A9A1-4FA470660DC9}" presName="node" presStyleLbl="node1" presStyleIdx="5" presStyleCnt="6">
        <dgm:presLayoutVars>
          <dgm:bulletEnabled val="1"/>
        </dgm:presLayoutVars>
      </dgm:prSet>
      <dgm:spPr/>
    </dgm:pt>
  </dgm:ptLst>
  <dgm:cxnLst>
    <dgm:cxn modelId="{4F930B2A-FF2A-4464-9FBB-5AC76D53F137}" srcId="{D17746FC-AC5A-4394-BF40-71317FEE0E68}" destId="{BE034904-3521-49E6-BDB1-6E75F469BCA2}" srcOrd="4" destOrd="0" parTransId="{77791E1C-15C5-4682-94E7-6D4D3488BC36}" sibTransId="{AE589DBD-7AE0-477B-BDD3-779F58ACF8A4}"/>
    <dgm:cxn modelId="{1E0D332A-CF7C-4F4C-BAD8-02C02478A03B}" srcId="{D17746FC-AC5A-4394-BF40-71317FEE0E68}" destId="{DE4130FA-4F66-4402-AAD8-331D8A7035BD}" srcOrd="1" destOrd="0" parTransId="{7052B0B3-C8EF-42CF-A5CE-E35B3D2ECA04}" sibTransId="{821C4244-45C3-4F72-A260-17CC1975D734}"/>
    <dgm:cxn modelId="{14726B39-D722-4982-81AA-0D217AF3091B}" type="presOf" srcId="{1A0003DF-8685-4958-8E4F-AFCADB421CBA}" destId="{CF849DD1-1C08-48B5-8590-4FE24CE5F8F0}" srcOrd="0" destOrd="0" presId="urn:microsoft.com/office/officeart/2005/8/layout/default"/>
    <dgm:cxn modelId="{956C5F3D-F0D7-4FF0-AB51-857991ED2106}" type="presOf" srcId="{DE4130FA-4F66-4402-AAD8-331D8A7035BD}" destId="{63B05784-66BB-46AF-8E3D-3DD78FECE33E}" srcOrd="0" destOrd="0" presId="urn:microsoft.com/office/officeart/2005/8/layout/default"/>
    <dgm:cxn modelId="{F5DE5365-6A72-4E8D-8B57-101B8711A373}" type="presOf" srcId="{31DD740C-B118-4F46-887A-F3473BBE1E8A}" destId="{230F9F55-8DBE-4E60-A4D8-06C7094A7CD2}" srcOrd="0" destOrd="0" presId="urn:microsoft.com/office/officeart/2005/8/layout/default"/>
    <dgm:cxn modelId="{FE7C946E-BBC8-4CB2-8982-9CD53B1886F1}" srcId="{D17746FC-AC5A-4394-BF40-71317FEE0E68}" destId="{8E438FA3-72A2-489C-BC04-4F60706D5F39}" srcOrd="3" destOrd="0" parTransId="{103C6C53-F843-4E2D-AB64-96AFBAE2D72B}" sibTransId="{750C922A-F51A-4BC4-8BD4-68EB57F7F3D6}"/>
    <dgm:cxn modelId="{D9298F74-54A2-4D45-9FA3-264CC21288CB}" type="presOf" srcId="{D17746FC-AC5A-4394-BF40-71317FEE0E68}" destId="{DB6DE11D-39D3-4BD1-9A23-53CB301B124B}" srcOrd="0" destOrd="0" presId="urn:microsoft.com/office/officeart/2005/8/layout/default"/>
    <dgm:cxn modelId="{64664585-D3A8-41AE-97DB-C7917A1078F7}" type="presOf" srcId="{4D1C989D-2EA3-4C20-A9A1-4FA470660DC9}" destId="{6D21A7F4-8022-4669-A35D-7E035937939A}" srcOrd="0" destOrd="0" presId="urn:microsoft.com/office/officeart/2005/8/layout/default"/>
    <dgm:cxn modelId="{CEB07D8F-4DC4-4307-ACB8-1B70A76053E1}" type="presOf" srcId="{BE034904-3521-49E6-BDB1-6E75F469BCA2}" destId="{8B59759A-5F98-4ED7-BC08-9A4054267F8C}" srcOrd="0" destOrd="0" presId="urn:microsoft.com/office/officeart/2005/8/layout/default"/>
    <dgm:cxn modelId="{CD8E37C7-DAE5-4892-A6AF-B115E5C1C118}" srcId="{D17746FC-AC5A-4394-BF40-71317FEE0E68}" destId="{1A0003DF-8685-4958-8E4F-AFCADB421CBA}" srcOrd="2" destOrd="0" parTransId="{A82F8548-22FD-4362-87C4-A960D9898CE8}" sibTransId="{3DB409F4-643D-4E48-AB7E-AC714D1D7DCF}"/>
    <dgm:cxn modelId="{6A7C4BCD-ED74-401B-B602-A962CAC63A0C}" srcId="{D17746FC-AC5A-4394-BF40-71317FEE0E68}" destId="{31DD740C-B118-4F46-887A-F3473BBE1E8A}" srcOrd="0" destOrd="0" parTransId="{BC5AC6FA-27BD-43BC-99BF-EB6C111C4757}" sibTransId="{7A29F851-DEB7-4416-8A94-96BA12B84439}"/>
    <dgm:cxn modelId="{35713BD9-45C3-4E9F-9557-5D6EFBFD32C0}" srcId="{D17746FC-AC5A-4394-BF40-71317FEE0E68}" destId="{4D1C989D-2EA3-4C20-A9A1-4FA470660DC9}" srcOrd="5" destOrd="0" parTransId="{8C9EB640-11C2-489E-838E-684B8AA59DF9}" sibTransId="{EA78D506-BE2D-41D4-9EE5-680E558A90D3}"/>
    <dgm:cxn modelId="{146710F6-606C-4A94-8CE4-16EEA4E07AA4}" type="presOf" srcId="{8E438FA3-72A2-489C-BC04-4F60706D5F39}" destId="{1A162D02-4D9B-464C-AEF7-17E0C65FCC40}" srcOrd="0" destOrd="0" presId="urn:microsoft.com/office/officeart/2005/8/layout/default"/>
    <dgm:cxn modelId="{729CBB7D-32B5-4C62-AD48-286149FE65C2}" type="presParOf" srcId="{DB6DE11D-39D3-4BD1-9A23-53CB301B124B}" destId="{230F9F55-8DBE-4E60-A4D8-06C7094A7CD2}" srcOrd="0" destOrd="0" presId="urn:microsoft.com/office/officeart/2005/8/layout/default"/>
    <dgm:cxn modelId="{39A99925-696B-4D33-9318-5C8B1DF303DE}" type="presParOf" srcId="{DB6DE11D-39D3-4BD1-9A23-53CB301B124B}" destId="{75A885A1-7F9F-41A7-B326-9CDF7E5EB390}" srcOrd="1" destOrd="0" presId="urn:microsoft.com/office/officeart/2005/8/layout/default"/>
    <dgm:cxn modelId="{4454BC29-5A5B-4B82-978B-CFFEAD6D1B5B}" type="presParOf" srcId="{DB6DE11D-39D3-4BD1-9A23-53CB301B124B}" destId="{63B05784-66BB-46AF-8E3D-3DD78FECE33E}" srcOrd="2" destOrd="0" presId="urn:microsoft.com/office/officeart/2005/8/layout/default"/>
    <dgm:cxn modelId="{F591761E-985C-460D-8578-9F00CE760DE1}" type="presParOf" srcId="{DB6DE11D-39D3-4BD1-9A23-53CB301B124B}" destId="{FF415E17-72DF-45F9-AFC1-62D015C08DDE}" srcOrd="3" destOrd="0" presId="urn:microsoft.com/office/officeart/2005/8/layout/default"/>
    <dgm:cxn modelId="{C87A0F2E-DEEB-481C-BDF9-4D9062547E66}" type="presParOf" srcId="{DB6DE11D-39D3-4BD1-9A23-53CB301B124B}" destId="{CF849DD1-1C08-48B5-8590-4FE24CE5F8F0}" srcOrd="4" destOrd="0" presId="urn:microsoft.com/office/officeart/2005/8/layout/default"/>
    <dgm:cxn modelId="{6769ECC6-55C3-44AD-BC9B-A6E966DE5439}" type="presParOf" srcId="{DB6DE11D-39D3-4BD1-9A23-53CB301B124B}" destId="{40A2FCB9-212E-4A5A-83C1-3F4E1602D48D}" srcOrd="5" destOrd="0" presId="urn:microsoft.com/office/officeart/2005/8/layout/default"/>
    <dgm:cxn modelId="{CA4A7400-0A79-4DC2-B1F0-53C28860679A}" type="presParOf" srcId="{DB6DE11D-39D3-4BD1-9A23-53CB301B124B}" destId="{1A162D02-4D9B-464C-AEF7-17E0C65FCC40}" srcOrd="6" destOrd="0" presId="urn:microsoft.com/office/officeart/2005/8/layout/default"/>
    <dgm:cxn modelId="{B9607848-F07F-4A54-934F-C6D4F27B31A6}" type="presParOf" srcId="{DB6DE11D-39D3-4BD1-9A23-53CB301B124B}" destId="{0521CD0B-4AAF-47E3-B07C-3C36D5F8E5C1}" srcOrd="7" destOrd="0" presId="urn:microsoft.com/office/officeart/2005/8/layout/default"/>
    <dgm:cxn modelId="{2FD839BB-ECD6-456C-8BD6-D3754CD0085A}" type="presParOf" srcId="{DB6DE11D-39D3-4BD1-9A23-53CB301B124B}" destId="{8B59759A-5F98-4ED7-BC08-9A4054267F8C}" srcOrd="8" destOrd="0" presId="urn:microsoft.com/office/officeart/2005/8/layout/default"/>
    <dgm:cxn modelId="{0E8FB2D5-0CBD-44AF-8023-CF60D71F9E0E}" type="presParOf" srcId="{DB6DE11D-39D3-4BD1-9A23-53CB301B124B}" destId="{3BE933C1-5E75-403A-A6C6-C173802A5E6B}" srcOrd="9" destOrd="0" presId="urn:microsoft.com/office/officeart/2005/8/layout/default"/>
    <dgm:cxn modelId="{94760B73-2DF7-4182-8108-DF60DE0A670F}" type="presParOf" srcId="{DB6DE11D-39D3-4BD1-9A23-53CB301B124B}" destId="{6D21A7F4-8022-4669-A35D-7E035937939A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E9932C4-BEAC-4BCB-A3A7-4FA64E50519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B62099E-CECC-43C8-88ED-6A478CB066E1}">
      <dgm:prSet phldrT="[Text]"/>
      <dgm:spPr/>
      <dgm:t>
        <a:bodyPr/>
        <a:lstStyle/>
        <a:p>
          <a:r>
            <a:rPr lang="en-GB" altLang="en-US">
              <a:ea typeface="ＭＳ Ｐゴシック" panose="020B0600070205080204" pitchFamily="34" charset="-128"/>
            </a:rPr>
            <a:t>Governance and control</a:t>
          </a:r>
          <a:endParaRPr lang="en-GB" dirty="0"/>
        </a:p>
      </dgm:t>
    </dgm:pt>
    <dgm:pt modelId="{561D38D1-E177-4DAB-B1BE-BEC8B5EEF18E}" type="parTrans" cxnId="{C2358B13-891A-4C67-B5FF-529F5FE50522}">
      <dgm:prSet/>
      <dgm:spPr/>
      <dgm:t>
        <a:bodyPr/>
        <a:lstStyle/>
        <a:p>
          <a:endParaRPr lang="en-GB"/>
        </a:p>
      </dgm:t>
    </dgm:pt>
    <dgm:pt modelId="{3CF4170F-E45E-4B24-B2BE-FD68518AB51F}" type="sibTrans" cxnId="{C2358B13-891A-4C67-B5FF-529F5FE50522}">
      <dgm:prSet/>
      <dgm:spPr/>
      <dgm:t>
        <a:bodyPr/>
        <a:lstStyle/>
        <a:p>
          <a:endParaRPr lang="en-GB"/>
        </a:p>
      </dgm:t>
    </dgm:pt>
    <dgm:pt modelId="{6208DA0C-4AF6-4451-A6C2-F6CC0814066C}">
      <dgm:prSet/>
      <dgm:spPr/>
      <dgm:t>
        <a:bodyPr/>
        <a:lstStyle/>
        <a:p>
          <a:r>
            <a:rPr lang="en-GB" altLang="en-US">
              <a:ea typeface="ＭＳ Ｐゴシック" panose="020B0600070205080204" pitchFamily="34" charset="-128"/>
            </a:rPr>
            <a:t>National security and protectionism</a:t>
          </a:r>
          <a:endParaRPr lang="en-GB" altLang="en-US" dirty="0">
            <a:ea typeface="ＭＳ Ｐゴシック" panose="020B0600070205080204" pitchFamily="34" charset="-128"/>
          </a:endParaRPr>
        </a:p>
      </dgm:t>
    </dgm:pt>
    <dgm:pt modelId="{4D3445F2-E778-4055-8F87-40B2612A90A5}" type="parTrans" cxnId="{AD679BB1-41BE-4AFC-8DA3-C621B51A6765}">
      <dgm:prSet/>
      <dgm:spPr/>
      <dgm:t>
        <a:bodyPr/>
        <a:lstStyle/>
        <a:p>
          <a:endParaRPr lang="en-GB"/>
        </a:p>
      </dgm:t>
    </dgm:pt>
    <dgm:pt modelId="{BB9C20EE-9136-4164-8C00-93B3E98675C4}" type="sibTrans" cxnId="{AD679BB1-41BE-4AFC-8DA3-C621B51A6765}">
      <dgm:prSet/>
      <dgm:spPr/>
      <dgm:t>
        <a:bodyPr/>
        <a:lstStyle/>
        <a:p>
          <a:endParaRPr lang="en-GB"/>
        </a:p>
      </dgm:t>
    </dgm:pt>
    <dgm:pt modelId="{7459F91A-C12A-4B27-8860-8C1E14C824C2}">
      <dgm:prSet/>
      <dgm:spPr/>
      <dgm:t>
        <a:bodyPr/>
        <a:lstStyle/>
        <a:p>
          <a:r>
            <a:rPr lang="en-GB" altLang="en-US">
              <a:ea typeface="ＭＳ Ｐゴシック" panose="020B0600070205080204" pitchFamily="34" charset="-128"/>
            </a:rPr>
            <a:t>Speculation </a:t>
          </a:r>
          <a:endParaRPr lang="en-GB" altLang="en-US" dirty="0">
            <a:ea typeface="ＭＳ Ｐゴシック" panose="020B0600070205080204" pitchFamily="34" charset="-128"/>
          </a:endParaRPr>
        </a:p>
      </dgm:t>
    </dgm:pt>
    <dgm:pt modelId="{32037722-7A84-45D8-B394-5544FB2C794B}" type="parTrans" cxnId="{B94FF743-4F66-416C-B5E3-E7819328B237}">
      <dgm:prSet/>
      <dgm:spPr/>
      <dgm:t>
        <a:bodyPr/>
        <a:lstStyle/>
        <a:p>
          <a:endParaRPr lang="en-GB"/>
        </a:p>
      </dgm:t>
    </dgm:pt>
    <dgm:pt modelId="{A6C6250E-D570-4DD3-9B23-7206901C0CD2}" type="sibTrans" cxnId="{B94FF743-4F66-416C-B5E3-E7819328B237}">
      <dgm:prSet/>
      <dgm:spPr/>
      <dgm:t>
        <a:bodyPr/>
        <a:lstStyle/>
        <a:p>
          <a:endParaRPr lang="en-GB"/>
        </a:p>
      </dgm:t>
    </dgm:pt>
    <dgm:pt modelId="{0E54363E-FED0-4D18-9AA8-581DA43A0C9D}">
      <dgm:prSet/>
      <dgm:spPr/>
      <dgm:t>
        <a:bodyPr/>
        <a:lstStyle/>
        <a:p>
          <a:r>
            <a:rPr lang="en-GB" altLang="en-US">
              <a:ea typeface="ＭＳ Ｐゴシック" panose="020B0600070205080204" pitchFamily="34" charset="-128"/>
            </a:rPr>
            <a:t>Unfair competition with developing countries </a:t>
          </a:r>
          <a:endParaRPr lang="en-GB" altLang="en-US" dirty="0">
            <a:ea typeface="ＭＳ Ｐゴシック" panose="020B0600070205080204" pitchFamily="34" charset="-128"/>
          </a:endParaRPr>
        </a:p>
      </dgm:t>
    </dgm:pt>
    <dgm:pt modelId="{27C41873-8BF8-4311-8E47-0ECF7CDE296C}" type="parTrans" cxnId="{F3275C2C-CB3F-400D-9E3E-EB8F3CBB06D8}">
      <dgm:prSet/>
      <dgm:spPr/>
      <dgm:t>
        <a:bodyPr/>
        <a:lstStyle/>
        <a:p>
          <a:endParaRPr lang="en-GB"/>
        </a:p>
      </dgm:t>
    </dgm:pt>
    <dgm:pt modelId="{4A4B66CA-C827-4B13-8426-96FEC34BF2C1}" type="sibTrans" cxnId="{F3275C2C-CB3F-400D-9E3E-EB8F3CBB06D8}">
      <dgm:prSet/>
      <dgm:spPr/>
      <dgm:t>
        <a:bodyPr/>
        <a:lstStyle/>
        <a:p>
          <a:endParaRPr lang="en-GB"/>
        </a:p>
      </dgm:t>
    </dgm:pt>
    <dgm:pt modelId="{67B5BC13-5240-486A-8EC8-093EE3B6F8F2}">
      <dgm:prSet/>
      <dgm:spPr/>
      <dgm:t>
        <a:bodyPr/>
        <a:lstStyle/>
        <a:p>
          <a:r>
            <a:rPr lang="en-GB" altLang="en-US">
              <a:ea typeface="ＭＳ Ｐゴシック" panose="020B0600070205080204" pitchFamily="34" charset="-128"/>
            </a:rPr>
            <a:t>Space for illegal transactions</a:t>
          </a:r>
          <a:endParaRPr lang="en-GB" dirty="0"/>
        </a:p>
      </dgm:t>
    </dgm:pt>
    <dgm:pt modelId="{213986D1-8D7B-4BE4-9628-42642A59C4F6}" type="parTrans" cxnId="{8D412B2F-5199-4D9E-9F4D-62F9A86FA32C}">
      <dgm:prSet/>
      <dgm:spPr/>
      <dgm:t>
        <a:bodyPr/>
        <a:lstStyle/>
        <a:p>
          <a:endParaRPr lang="en-GB"/>
        </a:p>
      </dgm:t>
    </dgm:pt>
    <dgm:pt modelId="{F1C7E9F6-87D9-428D-AF83-776A2C167E83}" type="sibTrans" cxnId="{8D412B2F-5199-4D9E-9F4D-62F9A86FA32C}">
      <dgm:prSet/>
      <dgm:spPr/>
      <dgm:t>
        <a:bodyPr/>
        <a:lstStyle/>
        <a:p>
          <a:endParaRPr lang="en-GB"/>
        </a:p>
      </dgm:t>
    </dgm:pt>
    <dgm:pt modelId="{70368FB7-649D-4EDD-89FD-0301B170B168}" type="pres">
      <dgm:prSet presAssocID="{2E9932C4-BEAC-4BCB-A3A7-4FA64E505192}" presName="vert0" presStyleCnt="0">
        <dgm:presLayoutVars>
          <dgm:dir/>
          <dgm:animOne val="branch"/>
          <dgm:animLvl val="lvl"/>
        </dgm:presLayoutVars>
      </dgm:prSet>
      <dgm:spPr/>
    </dgm:pt>
    <dgm:pt modelId="{EE51C0E3-8CF5-4544-A821-20352594BC01}" type="pres">
      <dgm:prSet presAssocID="{7B62099E-CECC-43C8-88ED-6A478CB066E1}" presName="thickLine" presStyleLbl="alignNode1" presStyleIdx="0" presStyleCnt="5"/>
      <dgm:spPr/>
    </dgm:pt>
    <dgm:pt modelId="{A74B9D4E-B0D7-4E90-B9E3-4FD0C92FBA4B}" type="pres">
      <dgm:prSet presAssocID="{7B62099E-CECC-43C8-88ED-6A478CB066E1}" presName="horz1" presStyleCnt="0"/>
      <dgm:spPr/>
    </dgm:pt>
    <dgm:pt modelId="{3DC9FAEA-0E12-4F90-932A-7A1B4FD202D2}" type="pres">
      <dgm:prSet presAssocID="{7B62099E-CECC-43C8-88ED-6A478CB066E1}" presName="tx1" presStyleLbl="revTx" presStyleIdx="0" presStyleCnt="5"/>
      <dgm:spPr/>
    </dgm:pt>
    <dgm:pt modelId="{587ADC6E-A182-4AA7-B0E6-8B1EC14BEF1E}" type="pres">
      <dgm:prSet presAssocID="{7B62099E-CECC-43C8-88ED-6A478CB066E1}" presName="vert1" presStyleCnt="0"/>
      <dgm:spPr/>
    </dgm:pt>
    <dgm:pt modelId="{D9B8114A-4451-437B-B90F-8F54891013AF}" type="pres">
      <dgm:prSet presAssocID="{6208DA0C-4AF6-4451-A6C2-F6CC0814066C}" presName="thickLine" presStyleLbl="alignNode1" presStyleIdx="1" presStyleCnt="5"/>
      <dgm:spPr/>
    </dgm:pt>
    <dgm:pt modelId="{1BE76CCD-90EA-49D5-B364-D075CFC178C2}" type="pres">
      <dgm:prSet presAssocID="{6208DA0C-4AF6-4451-A6C2-F6CC0814066C}" presName="horz1" presStyleCnt="0"/>
      <dgm:spPr/>
    </dgm:pt>
    <dgm:pt modelId="{920EAD7E-980E-4BD1-91E8-8A99B2899CF1}" type="pres">
      <dgm:prSet presAssocID="{6208DA0C-4AF6-4451-A6C2-F6CC0814066C}" presName="tx1" presStyleLbl="revTx" presStyleIdx="1" presStyleCnt="5"/>
      <dgm:spPr/>
    </dgm:pt>
    <dgm:pt modelId="{224B068E-3C30-48B8-B633-15A0D4492DF2}" type="pres">
      <dgm:prSet presAssocID="{6208DA0C-4AF6-4451-A6C2-F6CC0814066C}" presName="vert1" presStyleCnt="0"/>
      <dgm:spPr/>
    </dgm:pt>
    <dgm:pt modelId="{16265E57-E987-4B3E-96DC-4F88150C9365}" type="pres">
      <dgm:prSet presAssocID="{7459F91A-C12A-4B27-8860-8C1E14C824C2}" presName="thickLine" presStyleLbl="alignNode1" presStyleIdx="2" presStyleCnt="5"/>
      <dgm:spPr/>
    </dgm:pt>
    <dgm:pt modelId="{1AFA7CFE-43CB-48F0-8AC0-920D5AC2D4A3}" type="pres">
      <dgm:prSet presAssocID="{7459F91A-C12A-4B27-8860-8C1E14C824C2}" presName="horz1" presStyleCnt="0"/>
      <dgm:spPr/>
    </dgm:pt>
    <dgm:pt modelId="{6C8A38A8-BAFB-477C-A33A-52D225F01BCD}" type="pres">
      <dgm:prSet presAssocID="{7459F91A-C12A-4B27-8860-8C1E14C824C2}" presName="tx1" presStyleLbl="revTx" presStyleIdx="2" presStyleCnt="5"/>
      <dgm:spPr/>
    </dgm:pt>
    <dgm:pt modelId="{4A9B23FC-9417-4EE9-A475-7C81F0F588ED}" type="pres">
      <dgm:prSet presAssocID="{7459F91A-C12A-4B27-8860-8C1E14C824C2}" presName="vert1" presStyleCnt="0"/>
      <dgm:spPr/>
    </dgm:pt>
    <dgm:pt modelId="{98AF0D62-8306-490B-A37D-4929A8C8B647}" type="pres">
      <dgm:prSet presAssocID="{0E54363E-FED0-4D18-9AA8-581DA43A0C9D}" presName="thickLine" presStyleLbl="alignNode1" presStyleIdx="3" presStyleCnt="5"/>
      <dgm:spPr/>
    </dgm:pt>
    <dgm:pt modelId="{6843AE03-BB9B-45C1-9B58-AA62A50B28F3}" type="pres">
      <dgm:prSet presAssocID="{0E54363E-FED0-4D18-9AA8-581DA43A0C9D}" presName="horz1" presStyleCnt="0"/>
      <dgm:spPr/>
    </dgm:pt>
    <dgm:pt modelId="{0E644B50-8421-4AD0-838A-826B14332A48}" type="pres">
      <dgm:prSet presAssocID="{0E54363E-FED0-4D18-9AA8-581DA43A0C9D}" presName="tx1" presStyleLbl="revTx" presStyleIdx="3" presStyleCnt="5"/>
      <dgm:spPr/>
    </dgm:pt>
    <dgm:pt modelId="{5FC23E92-E343-458C-A992-6F4398CB41F1}" type="pres">
      <dgm:prSet presAssocID="{0E54363E-FED0-4D18-9AA8-581DA43A0C9D}" presName="vert1" presStyleCnt="0"/>
      <dgm:spPr/>
    </dgm:pt>
    <dgm:pt modelId="{5610B42D-1E90-48C9-8997-85AC7BD51CD1}" type="pres">
      <dgm:prSet presAssocID="{67B5BC13-5240-486A-8EC8-093EE3B6F8F2}" presName="thickLine" presStyleLbl="alignNode1" presStyleIdx="4" presStyleCnt="5"/>
      <dgm:spPr/>
    </dgm:pt>
    <dgm:pt modelId="{FD7D4C22-6137-4E07-B776-650DD53F3C1E}" type="pres">
      <dgm:prSet presAssocID="{67B5BC13-5240-486A-8EC8-093EE3B6F8F2}" presName="horz1" presStyleCnt="0"/>
      <dgm:spPr/>
    </dgm:pt>
    <dgm:pt modelId="{DB45D270-7D53-4081-A7C7-618A79D59EE6}" type="pres">
      <dgm:prSet presAssocID="{67B5BC13-5240-486A-8EC8-093EE3B6F8F2}" presName="tx1" presStyleLbl="revTx" presStyleIdx="4" presStyleCnt="5"/>
      <dgm:spPr/>
    </dgm:pt>
    <dgm:pt modelId="{94F77D12-BC64-4073-9942-8939598F0AEE}" type="pres">
      <dgm:prSet presAssocID="{67B5BC13-5240-486A-8EC8-093EE3B6F8F2}" presName="vert1" presStyleCnt="0"/>
      <dgm:spPr/>
    </dgm:pt>
  </dgm:ptLst>
  <dgm:cxnLst>
    <dgm:cxn modelId="{C2358B13-891A-4C67-B5FF-529F5FE50522}" srcId="{2E9932C4-BEAC-4BCB-A3A7-4FA64E505192}" destId="{7B62099E-CECC-43C8-88ED-6A478CB066E1}" srcOrd="0" destOrd="0" parTransId="{561D38D1-E177-4DAB-B1BE-BEC8B5EEF18E}" sibTransId="{3CF4170F-E45E-4B24-B2BE-FD68518AB51F}"/>
    <dgm:cxn modelId="{58B6CC2A-84F6-4982-A565-7D5665F6503F}" type="presOf" srcId="{6208DA0C-4AF6-4451-A6C2-F6CC0814066C}" destId="{920EAD7E-980E-4BD1-91E8-8A99B2899CF1}" srcOrd="0" destOrd="0" presId="urn:microsoft.com/office/officeart/2008/layout/LinedList"/>
    <dgm:cxn modelId="{F3275C2C-CB3F-400D-9E3E-EB8F3CBB06D8}" srcId="{2E9932C4-BEAC-4BCB-A3A7-4FA64E505192}" destId="{0E54363E-FED0-4D18-9AA8-581DA43A0C9D}" srcOrd="3" destOrd="0" parTransId="{27C41873-8BF8-4311-8E47-0ECF7CDE296C}" sibTransId="{4A4B66CA-C827-4B13-8426-96FEC34BF2C1}"/>
    <dgm:cxn modelId="{8D412B2F-5199-4D9E-9F4D-62F9A86FA32C}" srcId="{2E9932C4-BEAC-4BCB-A3A7-4FA64E505192}" destId="{67B5BC13-5240-486A-8EC8-093EE3B6F8F2}" srcOrd="4" destOrd="0" parTransId="{213986D1-8D7B-4BE4-9628-42642A59C4F6}" sibTransId="{F1C7E9F6-87D9-428D-AF83-776A2C167E83}"/>
    <dgm:cxn modelId="{5006D937-CD77-4EA4-A4E7-6FDA3BEB2EE2}" type="presOf" srcId="{0E54363E-FED0-4D18-9AA8-581DA43A0C9D}" destId="{0E644B50-8421-4AD0-838A-826B14332A48}" srcOrd="0" destOrd="0" presId="urn:microsoft.com/office/officeart/2008/layout/LinedList"/>
    <dgm:cxn modelId="{0686DA43-527D-46CA-9F88-B25E27732D46}" type="presOf" srcId="{7B62099E-CECC-43C8-88ED-6A478CB066E1}" destId="{3DC9FAEA-0E12-4F90-932A-7A1B4FD202D2}" srcOrd="0" destOrd="0" presId="urn:microsoft.com/office/officeart/2008/layout/LinedList"/>
    <dgm:cxn modelId="{B94FF743-4F66-416C-B5E3-E7819328B237}" srcId="{2E9932C4-BEAC-4BCB-A3A7-4FA64E505192}" destId="{7459F91A-C12A-4B27-8860-8C1E14C824C2}" srcOrd="2" destOrd="0" parTransId="{32037722-7A84-45D8-B394-5544FB2C794B}" sibTransId="{A6C6250E-D570-4DD3-9B23-7206901C0CD2}"/>
    <dgm:cxn modelId="{8CB6E977-7613-4DB4-A449-48F505073353}" type="presOf" srcId="{67B5BC13-5240-486A-8EC8-093EE3B6F8F2}" destId="{DB45D270-7D53-4081-A7C7-618A79D59EE6}" srcOrd="0" destOrd="0" presId="urn:microsoft.com/office/officeart/2008/layout/LinedList"/>
    <dgm:cxn modelId="{40A82EA4-8FA6-4C11-9F69-20AF7A35F9B3}" type="presOf" srcId="{7459F91A-C12A-4B27-8860-8C1E14C824C2}" destId="{6C8A38A8-BAFB-477C-A33A-52D225F01BCD}" srcOrd="0" destOrd="0" presId="urn:microsoft.com/office/officeart/2008/layout/LinedList"/>
    <dgm:cxn modelId="{AD679BB1-41BE-4AFC-8DA3-C621B51A6765}" srcId="{2E9932C4-BEAC-4BCB-A3A7-4FA64E505192}" destId="{6208DA0C-4AF6-4451-A6C2-F6CC0814066C}" srcOrd="1" destOrd="0" parTransId="{4D3445F2-E778-4055-8F87-40B2612A90A5}" sibTransId="{BB9C20EE-9136-4164-8C00-93B3E98675C4}"/>
    <dgm:cxn modelId="{8AA4C3BE-7D5E-426E-A605-9BAE6A5ACBFB}" type="presOf" srcId="{2E9932C4-BEAC-4BCB-A3A7-4FA64E505192}" destId="{70368FB7-649D-4EDD-89FD-0301B170B168}" srcOrd="0" destOrd="0" presId="urn:microsoft.com/office/officeart/2008/layout/LinedList"/>
    <dgm:cxn modelId="{F784891B-EF72-4566-BE60-369C5ABF1851}" type="presParOf" srcId="{70368FB7-649D-4EDD-89FD-0301B170B168}" destId="{EE51C0E3-8CF5-4544-A821-20352594BC01}" srcOrd="0" destOrd="0" presId="urn:microsoft.com/office/officeart/2008/layout/LinedList"/>
    <dgm:cxn modelId="{8ED6C8A8-0DB3-40B5-8C58-8AEDF9807B21}" type="presParOf" srcId="{70368FB7-649D-4EDD-89FD-0301B170B168}" destId="{A74B9D4E-B0D7-4E90-B9E3-4FD0C92FBA4B}" srcOrd="1" destOrd="0" presId="urn:microsoft.com/office/officeart/2008/layout/LinedList"/>
    <dgm:cxn modelId="{AE10AA58-F9F9-48B2-A97D-849685A7B55B}" type="presParOf" srcId="{A74B9D4E-B0D7-4E90-B9E3-4FD0C92FBA4B}" destId="{3DC9FAEA-0E12-4F90-932A-7A1B4FD202D2}" srcOrd="0" destOrd="0" presId="urn:microsoft.com/office/officeart/2008/layout/LinedList"/>
    <dgm:cxn modelId="{EF1AEFA5-39B8-4347-BFA3-0A5824FC4EEA}" type="presParOf" srcId="{A74B9D4E-B0D7-4E90-B9E3-4FD0C92FBA4B}" destId="{587ADC6E-A182-4AA7-B0E6-8B1EC14BEF1E}" srcOrd="1" destOrd="0" presId="urn:microsoft.com/office/officeart/2008/layout/LinedList"/>
    <dgm:cxn modelId="{1574D927-5A2E-495C-A7EA-4B3E5F6FC79E}" type="presParOf" srcId="{70368FB7-649D-4EDD-89FD-0301B170B168}" destId="{D9B8114A-4451-437B-B90F-8F54891013AF}" srcOrd="2" destOrd="0" presId="urn:microsoft.com/office/officeart/2008/layout/LinedList"/>
    <dgm:cxn modelId="{7E77873C-D9A6-4958-9904-08025255834A}" type="presParOf" srcId="{70368FB7-649D-4EDD-89FD-0301B170B168}" destId="{1BE76CCD-90EA-49D5-B364-D075CFC178C2}" srcOrd="3" destOrd="0" presId="urn:microsoft.com/office/officeart/2008/layout/LinedList"/>
    <dgm:cxn modelId="{C3F3FBC4-F331-474D-B53A-017C79948D90}" type="presParOf" srcId="{1BE76CCD-90EA-49D5-B364-D075CFC178C2}" destId="{920EAD7E-980E-4BD1-91E8-8A99B2899CF1}" srcOrd="0" destOrd="0" presId="urn:microsoft.com/office/officeart/2008/layout/LinedList"/>
    <dgm:cxn modelId="{DDB1EE70-8C68-46BB-8F09-F2AA3FFFDBEF}" type="presParOf" srcId="{1BE76CCD-90EA-49D5-B364-D075CFC178C2}" destId="{224B068E-3C30-48B8-B633-15A0D4492DF2}" srcOrd="1" destOrd="0" presId="urn:microsoft.com/office/officeart/2008/layout/LinedList"/>
    <dgm:cxn modelId="{232D8AF9-97B6-4DFB-B34D-AB9AA173E814}" type="presParOf" srcId="{70368FB7-649D-4EDD-89FD-0301B170B168}" destId="{16265E57-E987-4B3E-96DC-4F88150C9365}" srcOrd="4" destOrd="0" presId="urn:microsoft.com/office/officeart/2008/layout/LinedList"/>
    <dgm:cxn modelId="{435F8022-0B4E-4AE0-A774-70BEA180F4C0}" type="presParOf" srcId="{70368FB7-649D-4EDD-89FD-0301B170B168}" destId="{1AFA7CFE-43CB-48F0-8AC0-920D5AC2D4A3}" srcOrd="5" destOrd="0" presId="urn:microsoft.com/office/officeart/2008/layout/LinedList"/>
    <dgm:cxn modelId="{2CAAA918-0D4E-49AB-99A7-76059C898B8E}" type="presParOf" srcId="{1AFA7CFE-43CB-48F0-8AC0-920D5AC2D4A3}" destId="{6C8A38A8-BAFB-477C-A33A-52D225F01BCD}" srcOrd="0" destOrd="0" presId="urn:microsoft.com/office/officeart/2008/layout/LinedList"/>
    <dgm:cxn modelId="{6B32F2B2-4CC8-473B-8A7C-9206376409E6}" type="presParOf" srcId="{1AFA7CFE-43CB-48F0-8AC0-920D5AC2D4A3}" destId="{4A9B23FC-9417-4EE9-A475-7C81F0F588ED}" srcOrd="1" destOrd="0" presId="urn:microsoft.com/office/officeart/2008/layout/LinedList"/>
    <dgm:cxn modelId="{AC760836-E3EA-4395-BB07-77B1C862C117}" type="presParOf" srcId="{70368FB7-649D-4EDD-89FD-0301B170B168}" destId="{98AF0D62-8306-490B-A37D-4929A8C8B647}" srcOrd="6" destOrd="0" presId="urn:microsoft.com/office/officeart/2008/layout/LinedList"/>
    <dgm:cxn modelId="{36905B2F-FE92-4995-8488-8A12195BF9A8}" type="presParOf" srcId="{70368FB7-649D-4EDD-89FD-0301B170B168}" destId="{6843AE03-BB9B-45C1-9B58-AA62A50B28F3}" srcOrd="7" destOrd="0" presId="urn:microsoft.com/office/officeart/2008/layout/LinedList"/>
    <dgm:cxn modelId="{ECAF23B2-A5EB-4EFA-A7BB-CB2042132CCC}" type="presParOf" srcId="{6843AE03-BB9B-45C1-9B58-AA62A50B28F3}" destId="{0E644B50-8421-4AD0-838A-826B14332A48}" srcOrd="0" destOrd="0" presId="urn:microsoft.com/office/officeart/2008/layout/LinedList"/>
    <dgm:cxn modelId="{28FA1A37-2C02-4AFC-90C0-1947E09A6B93}" type="presParOf" srcId="{6843AE03-BB9B-45C1-9B58-AA62A50B28F3}" destId="{5FC23E92-E343-458C-A992-6F4398CB41F1}" srcOrd="1" destOrd="0" presId="urn:microsoft.com/office/officeart/2008/layout/LinedList"/>
    <dgm:cxn modelId="{24939CEB-3946-4AF7-88EA-CAFA4F1F7F95}" type="presParOf" srcId="{70368FB7-649D-4EDD-89FD-0301B170B168}" destId="{5610B42D-1E90-48C9-8997-85AC7BD51CD1}" srcOrd="8" destOrd="0" presId="urn:microsoft.com/office/officeart/2008/layout/LinedList"/>
    <dgm:cxn modelId="{CCE03760-C7FC-4539-B708-A4A2B6EB86F4}" type="presParOf" srcId="{70368FB7-649D-4EDD-89FD-0301B170B168}" destId="{FD7D4C22-6137-4E07-B776-650DD53F3C1E}" srcOrd="9" destOrd="0" presId="urn:microsoft.com/office/officeart/2008/layout/LinedList"/>
    <dgm:cxn modelId="{FE33BEC2-FA59-4893-8806-499CB4DDC72E}" type="presParOf" srcId="{FD7D4C22-6137-4E07-B776-650DD53F3C1E}" destId="{DB45D270-7D53-4081-A7C7-618A79D59EE6}" srcOrd="0" destOrd="0" presId="urn:microsoft.com/office/officeart/2008/layout/LinedList"/>
    <dgm:cxn modelId="{B3759C69-C756-4213-8B28-4D474AD1315B}" type="presParOf" srcId="{FD7D4C22-6137-4E07-B776-650DD53F3C1E}" destId="{94F77D12-BC64-4073-9942-8939598F0AE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A636CE3-479C-4F0C-8505-849568D6E1D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2882616-6B02-4BBA-BB36-0AB617A867C6}">
      <dgm:prSet phldrT="[Text]"/>
      <dgm:spPr/>
      <dgm:t>
        <a:bodyPr/>
        <a:lstStyle/>
        <a:p>
          <a:r>
            <a:rPr lang="en-GB" dirty="0"/>
            <a:t>Freedom from discrimination </a:t>
          </a:r>
        </a:p>
      </dgm:t>
    </dgm:pt>
    <dgm:pt modelId="{0AA831DC-F85B-459F-9C40-36323647DCBE}" type="parTrans" cxnId="{D51BFC7F-7865-4CD8-AD56-4CA433812F34}">
      <dgm:prSet/>
      <dgm:spPr/>
      <dgm:t>
        <a:bodyPr/>
        <a:lstStyle/>
        <a:p>
          <a:endParaRPr lang="en-GB"/>
        </a:p>
      </dgm:t>
    </dgm:pt>
    <dgm:pt modelId="{AC287EEC-6CE4-4A50-ACA6-748A597811B8}" type="sibTrans" cxnId="{D51BFC7F-7865-4CD8-AD56-4CA433812F34}">
      <dgm:prSet/>
      <dgm:spPr/>
      <dgm:t>
        <a:bodyPr/>
        <a:lstStyle/>
        <a:p>
          <a:endParaRPr lang="en-GB"/>
        </a:p>
      </dgm:t>
    </dgm:pt>
    <dgm:pt modelId="{BF71AB2C-F333-45A8-A902-8203C8D94177}">
      <dgm:prSet phldrT="[Text]"/>
      <dgm:spPr/>
      <dgm:t>
        <a:bodyPr/>
        <a:lstStyle/>
        <a:p>
          <a:r>
            <a:rPr lang="en-GB" dirty="0"/>
            <a:t>Privacy</a:t>
          </a:r>
        </a:p>
      </dgm:t>
    </dgm:pt>
    <dgm:pt modelId="{49F7BB09-71F4-40E6-AC7E-9533CBE91FB9}" type="parTrans" cxnId="{B9B4D1DF-8408-4958-AB00-7E7F8018FD09}">
      <dgm:prSet/>
      <dgm:spPr/>
      <dgm:t>
        <a:bodyPr/>
        <a:lstStyle/>
        <a:p>
          <a:endParaRPr lang="en-GB"/>
        </a:p>
      </dgm:t>
    </dgm:pt>
    <dgm:pt modelId="{7267AFF4-06E1-40B2-8BD7-8BA99EBE9067}" type="sibTrans" cxnId="{B9B4D1DF-8408-4958-AB00-7E7F8018FD09}">
      <dgm:prSet/>
      <dgm:spPr/>
      <dgm:t>
        <a:bodyPr/>
        <a:lstStyle/>
        <a:p>
          <a:endParaRPr lang="en-GB"/>
        </a:p>
      </dgm:t>
    </dgm:pt>
    <dgm:pt modelId="{03394A97-2D2F-41B8-8428-546A696D3B74}">
      <dgm:prSet phldrT="[Text]"/>
      <dgm:spPr/>
      <dgm:t>
        <a:bodyPr/>
        <a:lstStyle/>
        <a:p>
          <a:r>
            <a:rPr lang="en-GB" dirty="0"/>
            <a:t>Due process</a:t>
          </a:r>
        </a:p>
      </dgm:t>
    </dgm:pt>
    <dgm:pt modelId="{D8D57F41-0AB1-4510-B0CF-8ACB4C803D89}" type="parTrans" cxnId="{3E75EC79-1BC8-41E7-A372-44D04B06494C}">
      <dgm:prSet/>
      <dgm:spPr/>
      <dgm:t>
        <a:bodyPr/>
        <a:lstStyle/>
        <a:p>
          <a:endParaRPr lang="en-GB"/>
        </a:p>
      </dgm:t>
    </dgm:pt>
    <dgm:pt modelId="{83BC4BBC-6473-4198-8966-6A95C256FD37}" type="sibTrans" cxnId="{3E75EC79-1BC8-41E7-A372-44D04B06494C}">
      <dgm:prSet/>
      <dgm:spPr/>
      <dgm:t>
        <a:bodyPr/>
        <a:lstStyle/>
        <a:p>
          <a:endParaRPr lang="en-GB"/>
        </a:p>
      </dgm:t>
    </dgm:pt>
    <dgm:pt modelId="{B1223CB2-4EF4-45AC-825D-432BFA2628FA}">
      <dgm:prSet phldrT="[Text]"/>
      <dgm:spPr/>
      <dgm:t>
        <a:bodyPr/>
        <a:lstStyle/>
        <a:p>
          <a:r>
            <a:rPr lang="en-GB" dirty="0"/>
            <a:t>Participation &amp; association</a:t>
          </a:r>
        </a:p>
      </dgm:t>
    </dgm:pt>
    <dgm:pt modelId="{E9D2D955-DCB6-4CAE-AE7F-97B4F9E044FA}" type="parTrans" cxnId="{787A0AA0-4545-4B5F-9F1E-4923B4308A6E}">
      <dgm:prSet/>
      <dgm:spPr/>
      <dgm:t>
        <a:bodyPr/>
        <a:lstStyle/>
        <a:p>
          <a:endParaRPr lang="en-GB"/>
        </a:p>
      </dgm:t>
    </dgm:pt>
    <dgm:pt modelId="{4FFD106C-151E-4B58-8A8C-1D2CE49F32C4}" type="sibTrans" cxnId="{787A0AA0-4545-4B5F-9F1E-4923B4308A6E}">
      <dgm:prSet/>
      <dgm:spPr/>
      <dgm:t>
        <a:bodyPr/>
        <a:lstStyle/>
        <a:p>
          <a:endParaRPr lang="en-GB"/>
        </a:p>
      </dgm:t>
    </dgm:pt>
    <dgm:pt modelId="{CADC9754-5FC7-4825-9DAA-5422D1C71C19}">
      <dgm:prSet phldrT="[Text]"/>
      <dgm:spPr/>
      <dgm:t>
        <a:bodyPr/>
        <a:lstStyle/>
        <a:p>
          <a:r>
            <a:rPr lang="en-GB" dirty="0"/>
            <a:t>Healthy &amp; safe working conditions</a:t>
          </a:r>
        </a:p>
      </dgm:t>
    </dgm:pt>
    <dgm:pt modelId="{1EAAE7C0-A4B0-49E5-8874-F36CFADE4684}" type="parTrans" cxnId="{EC25919E-C66A-4477-BA76-2D6029593AB4}">
      <dgm:prSet/>
      <dgm:spPr/>
      <dgm:t>
        <a:bodyPr/>
        <a:lstStyle/>
        <a:p>
          <a:endParaRPr lang="en-GB"/>
        </a:p>
      </dgm:t>
    </dgm:pt>
    <dgm:pt modelId="{A80D9528-2408-4F32-BCAC-4D096599D9A6}" type="sibTrans" cxnId="{EC25919E-C66A-4477-BA76-2D6029593AB4}">
      <dgm:prSet/>
      <dgm:spPr/>
      <dgm:t>
        <a:bodyPr/>
        <a:lstStyle/>
        <a:p>
          <a:endParaRPr lang="en-GB"/>
        </a:p>
      </dgm:t>
    </dgm:pt>
    <dgm:pt modelId="{11AEAA73-1ED2-454E-ACBD-535C1634E089}">
      <dgm:prSet phldrT="[Text]"/>
      <dgm:spPr/>
      <dgm:t>
        <a:bodyPr/>
        <a:lstStyle/>
        <a:p>
          <a:r>
            <a:rPr lang="en-GB" dirty="0"/>
            <a:t>Fair wages</a:t>
          </a:r>
        </a:p>
      </dgm:t>
    </dgm:pt>
    <dgm:pt modelId="{42FF003A-0F2B-4F78-81A4-36F5F608A771}" type="parTrans" cxnId="{9C5FF19E-E961-4F57-A726-FADCF4CD8CB9}">
      <dgm:prSet/>
      <dgm:spPr/>
      <dgm:t>
        <a:bodyPr/>
        <a:lstStyle/>
        <a:p>
          <a:endParaRPr lang="en-GB"/>
        </a:p>
      </dgm:t>
    </dgm:pt>
    <dgm:pt modelId="{3B4DCE6E-DA8D-4358-825A-BDC07C2B9F42}" type="sibTrans" cxnId="{9C5FF19E-E961-4F57-A726-FADCF4CD8CB9}">
      <dgm:prSet/>
      <dgm:spPr/>
      <dgm:t>
        <a:bodyPr/>
        <a:lstStyle/>
        <a:p>
          <a:endParaRPr lang="en-GB"/>
        </a:p>
      </dgm:t>
    </dgm:pt>
    <dgm:pt modelId="{7F3CEAA1-31CE-4528-8F1D-D04A0F341024}">
      <dgm:prSet phldrT="[Text]"/>
      <dgm:spPr/>
      <dgm:t>
        <a:bodyPr/>
        <a:lstStyle/>
        <a:p>
          <a:r>
            <a:rPr lang="en-GB" dirty="0"/>
            <a:t>Freedom of conscience &amp; speech</a:t>
          </a:r>
        </a:p>
      </dgm:t>
    </dgm:pt>
    <dgm:pt modelId="{168E17C5-9A9B-4CAB-892B-EC7A81C10B71}" type="parTrans" cxnId="{2782286E-0865-45C5-81B4-EAE73D60A6BE}">
      <dgm:prSet/>
      <dgm:spPr/>
      <dgm:t>
        <a:bodyPr/>
        <a:lstStyle/>
        <a:p>
          <a:endParaRPr lang="en-GB"/>
        </a:p>
      </dgm:t>
    </dgm:pt>
    <dgm:pt modelId="{9666850B-476D-44E3-BF6E-B519BE1E87CF}" type="sibTrans" cxnId="{2782286E-0865-45C5-81B4-EAE73D60A6BE}">
      <dgm:prSet/>
      <dgm:spPr/>
      <dgm:t>
        <a:bodyPr/>
        <a:lstStyle/>
        <a:p>
          <a:endParaRPr lang="en-GB"/>
        </a:p>
      </dgm:t>
    </dgm:pt>
    <dgm:pt modelId="{10A37B07-DBF3-4444-82FB-998D23A3C8E5}">
      <dgm:prSet phldrT="[Text]"/>
      <dgm:spPr/>
      <dgm:t>
        <a:bodyPr/>
        <a:lstStyle/>
        <a:p>
          <a:r>
            <a:rPr lang="en-GB" dirty="0"/>
            <a:t>Work (e.g. recruitment practices)</a:t>
          </a:r>
        </a:p>
      </dgm:t>
    </dgm:pt>
    <dgm:pt modelId="{D752CE25-C75F-4BDC-9272-6D386FB91600}" type="parTrans" cxnId="{F9516109-90BA-48C0-AEDA-6EF68660C428}">
      <dgm:prSet/>
      <dgm:spPr/>
      <dgm:t>
        <a:bodyPr/>
        <a:lstStyle/>
        <a:p>
          <a:endParaRPr lang="en-GB"/>
        </a:p>
      </dgm:t>
    </dgm:pt>
    <dgm:pt modelId="{91222CB7-2219-4FC8-89D8-49C3BAFA87DA}" type="sibTrans" cxnId="{F9516109-90BA-48C0-AEDA-6EF68660C428}">
      <dgm:prSet/>
      <dgm:spPr/>
      <dgm:t>
        <a:bodyPr/>
        <a:lstStyle/>
        <a:p>
          <a:endParaRPr lang="en-GB"/>
        </a:p>
      </dgm:t>
    </dgm:pt>
    <dgm:pt modelId="{4FFC9ED1-3E9C-4F83-ABB9-282A9B3F0C7F}" type="pres">
      <dgm:prSet presAssocID="{DA636CE3-479C-4F0C-8505-849568D6E1DC}" presName="diagram" presStyleCnt="0">
        <dgm:presLayoutVars>
          <dgm:dir/>
          <dgm:resizeHandles val="exact"/>
        </dgm:presLayoutVars>
      </dgm:prSet>
      <dgm:spPr/>
    </dgm:pt>
    <dgm:pt modelId="{8EACAA1E-E873-4DF0-A6F8-7664F1BB098A}" type="pres">
      <dgm:prSet presAssocID="{22882616-6B02-4BBA-BB36-0AB617A867C6}" presName="node" presStyleLbl="node1" presStyleIdx="0" presStyleCnt="8">
        <dgm:presLayoutVars>
          <dgm:bulletEnabled val="1"/>
        </dgm:presLayoutVars>
      </dgm:prSet>
      <dgm:spPr/>
    </dgm:pt>
    <dgm:pt modelId="{25A19172-3811-46B5-B58E-A0A3E45804B8}" type="pres">
      <dgm:prSet presAssocID="{AC287EEC-6CE4-4A50-ACA6-748A597811B8}" presName="sibTrans" presStyleCnt="0"/>
      <dgm:spPr/>
    </dgm:pt>
    <dgm:pt modelId="{0096CB7C-B1F0-40AC-A066-C6BE877721B5}" type="pres">
      <dgm:prSet presAssocID="{BF71AB2C-F333-45A8-A902-8203C8D94177}" presName="node" presStyleLbl="node1" presStyleIdx="1" presStyleCnt="8">
        <dgm:presLayoutVars>
          <dgm:bulletEnabled val="1"/>
        </dgm:presLayoutVars>
      </dgm:prSet>
      <dgm:spPr/>
    </dgm:pt>
    <dgm:pt modelId="{8B100A92-0FA5-4EB9-BDE1-08485A1BC78B}" type="pres">
      <dgm:prSet presAssocID="{7267AFF4-06E1-40B2-8BD7-8BA99EBE9067}" presName="sibTrans" presStyleCnt="0"/>
      <dgm:spPr/>
    </dgm:pt>
    <dgm:pt modelId="{AD815D91-01EE-463E-A76F-C841E0DE547C}" type="pres">
      <dgm:prSet presAssocID="{03394A97-2D2F-41B8-8428-546A696D3B74}" presName="node" presStyleLbl="node1" presStyleIdx="2" presStyleCnt="8">
        <dgm:presLayoutVars>
          <dgm:bulletEnabled val="1"/>
        </dgm:presLayoutVars>
      </dgm:prSet>
      <dgm:spPr/>
    </dgm:pt>
    <dgm:pt modelId="{B679CF84-3494-4E06-A45D-37C7C785667D}" type="pres">
      <dgm:prSet presAssocID="{83BC4BBC-6473-4198-8966-6A95C256FD37}" presName="sibTrans" presStyleCnt="0"/>
      <dgm:spPr/>
    </dgm:pt>
    <dgm:pt modelId="{E53CA561-7570-4FEC-BD4E-83E121165B4A}" type="pres">
      <dgm:prSet presAssocID="{B1223CB2-4EF4-45AC-825D-432BFA2628FA}" presName="node" presStyleLbl="node1" presStyleIdx="3" presStyleCnt="8">
        <dgm:presLayoutVars>
          <dgm:bulletEnabled val="1"/>
        </dgm:presLayoutVars>
      </dgm:prSet>
      <dgm:spPr/>
    </dgm:pt>
    <dgm:pt modelId="{94076487-3722-48F9-9B96-F7EEE717C61C}" type="pres">
      <dgm:prSet presAssocID="{4FFD106C-151E-4B58-8A8C-1D2CE49F32C4}" presName="sibTrans" presStyleCnt="0"/>
      <dgm:spPr/>
    </dgm:pt>
    <dgm:pt modelId="{4CBFDE15-0331-4013-9D5D-9CBE7DC94313}" type="pres">
      <dgm:prSet presAssocID="{CADC9754-5FC7-4825-9DAA-5422D1C71C19}" presName="node" presStyleLbl="node1" presStyleIdx="4" presStyleCnt="8">
        <dgm:presLayoutVars>
          <dgm:bulletEnabled val="1"/>
        </dgm:presLayoutVars>
      </dgm:prSet>
      <dgm:spPr/>
    </dgm:pt>
    <dgm:pt modelId="{DE873645-A9F6-4601-8A6E-85900CE50991}" type="pres">
      <dgm:prSet presAssocID="{A80D9528-2408-4F32-BCAC-4D096599D9A6}" presName="sibTrans" presStyleCnt="0"/>
      <dgm:spPr/>
    </dgm:pt>
    <dgm:pt modelId="{C0427DB9-6455-4A19-99BD-669277039E02}" type="pres">
      <dgm:prSet presAssocID="{11AEAA73-1ED2-454E-ACBD-535C1634E089}" presName="node" presStyleLbl="node1" presStyleIdx="5" presStyleCnt="8">
        <dgm:presLayoutVars>
          <dgm:bulletEnabled val="1"/>
        </dgm:presLayoutVars>
      </dgm:prSet>
      <dgm:spPr/>
    </dgm:pt>
    <dgm:pt modelId="{1654553E-91F7-4A83-8534-10A4AB68C030}" type="pres">
      <dgm:prSet presAssocID="{3B4DCE6E-DA8D-4358-825A-BDC07C2B9F42}" presName="sibTrans" presStyleCnt="0"/>
      <dgm:spPr/>
    </dgm:pt>
    <dgm:pt modelId="{3889F0B6-8B3F-4904-83FD-2EA210A4EE07}" type="pres">
      <dgm:prSet presAssocID="{7F3CEAA1-31CE-4528-8F1D-D04A0F341024}" presName="node" presStyleLbl="node1" presStyleIdx="6" presStyleCnt="8">
        <dgm:presLayoutVars>
          <dgm:bulletEnabled val="1"/>
        </dgm:presLayoutVars>
      </dgm:prSet>
      <dgm:spPr/>
    </dgm:pt>
    <dgm:pt modelId="{C16B8F29-1389-465D-AB7A-366C4DF330A3}" type="pres">
      <dgm:prSet presAssocID="{9666850B-476D-44E3-BF6E-B519BE1E87CF}" presName="sibTrans" presStyleCnt="0"/>
      <dgm:spPr/>
    </dgm:pt>
    <dgm:pt modelId="{71E0BEF1-D6ED-48B5-A143-85E2DD6B9933}" type="pres">
      <dgm:prSet presAssocID="{10A37B07-DBF3-4444-82FB-998D23A3C8E5}" presName="node" presStyleLbl="node1" presStyleIdx="7" presStyleCnt="8">
        <dgm:presLayoutVars>
          <dgm:bulletEnabled val="1"/>
        </dgm:presLayoutVars>
      </dgm:prSet>
      <dgm:spPr/>
    </dgm:pt>
  </dgm:ptLst>
  <dgm:cxnLst>
    <dgm:cxn modelId="{F9516109-90BA-48C0-AEDA-6EF68660C428}" srcId="{DA636CE3-479C-4F0C-8505-849568D6E1DC}" destId="{10A37B07-DBF3-4444-82FB-998D23A3C8E5}" srcOrd="7" destOrd="0" parTransId="{D752CE25-C75F-4BDC-9272-6D386FB91600}" sibTransId="{91222CB7-2219-4FC8-89D8-49C3BAFA87DA}"/>
    <dgm:cxn modelId="{5AA2672A-E33D-4B86-9CD4-580B8A36CE4E}" type="presOf" srcId="{CADC9754-5FC7-4825-9DAA-5422D1C71C19}" destId="{4CBFDE15-0331-4013-9D5D-9CBE7DC94313}" srcOrd="0" destOrd="0" presId="urn:microsoft.com/office/officeart/2005/8/layout/default"/>
    <dgm:cxn modelId="{3627E133-37E4-419A-9DA0-7AACB09571D4}" type="presOf" srcId="{B1223CB2-4EF4-45AC-825D-432BFA2628FA}" destId="{E53CA561-7570-4FEC-BD4E-83E121165B4A}" srcOrd="0" destOrd="0" presId="urn:microsoft.com/office/officeart/2005/8/layout/default"/>
    <dgm:cxn modelId="{37A72439-C5E2-4C0F-BCCA-01363C36E45E}" type="presOf" srcId="{11AEAA73-1ED2-454E-ACBD-535C1634E089}" destId="{C0427DB9-6455-4A19-99BD-669277039E02}" srcOrd="0" destOrd="0" presId="urn:microsoft.com/office/officeart/2005/8/layout/default"/>
    <dgm:cxn modelId="{F922F14D-23DE-4558-896B-191366BC24F6}" type="presOf" srcId="{BF71AB2C-F333-45A8-A902-8203C8D94177}" destId="{0096CB7C-B1F0-40AC-A066-C6BE877721B5}" srcOrd="0" destOrd="0" presId="urn:microsoft.com/office/officeart/2005/8/layout/default"/>
    <dgm:cxn modelId="{2530885B-1582-482D-ABE7-3B5943450C38}" type="presOf" srcId="{22882616-6B02-4BBA-BB36-0AB617A867C6}" destId="{8EACAA1E-E873-4DF0-A6F8-7664F1BB098A}" srcOrd="0" destOrd="0" presId="urn:microsoft.com/office/officeart/2005/8/layout/default"/>
    <dgm:cxn modelId="{2782286E-0865-45C5-81B4-EAE73D60A6BE}" srcId="{DA636CE3-479C-4F0C-8505-849568D6E1DC}" destId="{7F3CEAA1-31CE-4528-8F1D-D04A0F341024}" srcOrd="6" destOrd="0" parTransId="{168E17C5-9A9B-4CAB-892B-EC7A81C10B71}" sibTransId="{9666850B-476D-44E3-BF6E-B519BE1E87CF}"/>
    <dgm:cxn modelId="{3E75EC79-1BC8-41E7-A372-44D04B06494C}" srcId="{DA636CE3-479C-4F0C-8505-849568D6E1DC}" destId="{03394A97-2D2F-41B8-8428-546A696D3B74}" srcOrd="2" destOrd="0" parTransId="{D8D57F41-0AB1-4510-B0CF-8ACB4C803D89}" sibTransId="{83BC4BBC-6473-4198-8966-6A95C256FD37}"/>
    <dgm:cxn modelId="{D51BFC7F-7865-4CD8-AD56-4CA433812F34}" srcId="{DA636CE3-479C-4F0C-8505-849568D6E1DC}" destId="{22882616-6B02-4BBA-BB36-0AB617A867C6}" srcOrd="0" destOrd="0" parTransId="{0AA831DC-F85B-459F-9C40-36323647DCBE}" sibTransId="{AC287EEC-6CE4-4A50-ACA6-748A597811B8}"/>
    <dgm:cxn modelId="{2AD77788-B3BB-4171-A12A-6037849EEAAB}" type="presOf" srcId="{DA636CE3-479C-4F0C-8505-849568D6E1DC}" destId="{4FFC9ED1-3E9C-4F83-ABB9-282A9B3F0C7F}" srcOrd="0" destOrd="0" presId="urn:microsoft.com/office/officeart/2005/8/layout/default"/>
    <dgm:cxn modelId="{EC25919E-C66A-4477-BA76-2D6029593AB4}" srcId="{DA636CE3-479C-4F0C-8505-849568D6E1DC}" destId="{CADC9754-5FC7-4825-9DAA-5422D1C71C19}" srcOrd="4" destOrd="0" parTransId="{1EAAE7C0-A4B0-49E5-8874-F36CFADE4684}" sibTransId="{A80D9528-2408-4F32-BCAC-4D096599D9A6}"/>
    <dgm:cxn modelId="{9C5FF19E-E961-4F57-A726-FADCF4CD8CB9}" srcId="{DA636CE3-479C-4F0C-8505-849568D6E1DC}" destId="{11AEAA73-1ED2-454E-ACBD-535C1634E089}" srcOrd="5" destOrd="0" parTransId="{42FF003A-0F2B-4F78-81A4-36F5F608A771}" sibTransId="{3B4DCE6E-DA8D-4358-825A-BDC07C2B9F42}"/>
    <dgm:cxn modelId="{787A0AA0-4545-4B5F-9F1E-4923B4308A6E}" srcId="{DA636CE3-479C-4F0C-8505-849568D6E1DC}" destId="{B1223CB2-4EF4-45AC-825D-432BFA2628FA}" srcOrd="3" destOrd="0" parTransId="{E9D2D955-DCB6-4CAE-AE7F-97B4F9E044FA}" sibTransId="{4FFD106C-151E-4B58-8A8C-1D2CE49F32C4}"/>
    <dgm:cxn modelId="{CCC968BD-82BD-4B4F-AC92-4BAC22E6D8FE}" type="presOf" srcId="{03394A97-2D2F-41B8-8428-546A696D3B74}" destId="{AD815D91-01EE-463E-A76F-C841E0DE547C}" srcOrd="0" destOrd="0" presId="urn:microsoft.com/office/officeart/2005/8/layout/default"/>
    <dgm:cxn modelId="{35E196C2-4E90-479E-A372-24203F7B78D4}" type="presOf" srcId="{10A37B07-DBF3-4444-82FB-998D23A3C8E5}" destId="{71E0BEF1-D6ED-48B5-A143-85E2DD6B9933}" srcOrd="0" destOrd="0" presId="urn:microsoft.com/office/officeart/2005/8/layout/default"/>
    <dgm:cxn modelId="{B9B4D1DF-8408-4958-AB00-7E7F8018FD09}" srcId="{DA636CE3-479C-4F0C-8505-849568D6E1DC}" destId="{BF71AB2C-F333-45A8-A902-8203C8D94177}" srcOrd="1" destOrd="0" parTransId="{49F7BB09-71F4-40E6-AC7E-9533CBE91FB9}" sibTransId="{7267AFF4-06E1-40B2-8BD7-8BA99EBE9067}"/>
    <dgm:cxn modelId="{503DB7F7-1E23-4B52-BB34-9AB36436B982}" type="presOf" srcId="{7F3CEAA1-31CE-4528-8F1D-D04A0F341024}" destId="{3889F0B6-8B3F-4904-83FD-2EA210A4EE07}" srcOrd="0" destOrd="0" presId="urn:microsoft.com/office/officeart/2005/8/layout/default"/>
    <dgm:cxn modelId="{856B6655-62CD-4582-9D1A-BE06BEFA2702}" type="presParOf" srcId="{4FFC9ED1-3E9C-4F83-ABB9-282A9B3F0C7F}" destId="{8EACAA1E-E873-4DF0-A6F8-7664F1BB098A}" srcOrd="0" destOrd="0" presId="urn:microsoft.com/office/officeart/2005/8/layout/default"/>
    <dgm:cxn modelId="{57841495-C65C-4520-A413-DE99D7FED565}" type="presParOf" srcId="{4FFC9ED1-3E9C-4F83-ABB9-282A9B3F0C7F}" destId="{25A19172-3811-46B5-B58E-A0A3E45804B8}" srcOrd="1" destOrd="0" presId="urn:microsoft.com/office/officeart/2005/8/layout/default"/>
    <dgm:cxn modelId="{6500A189-D6A3-4D33-9DD4-3A72C6816073}" type="presParOf" srcId="{4FFC9ED1-3E9C-4F83-ABB9-282A9B3F0C7F}" destId="{0096CB7C-B1F0-40AC-A066-C6BE877721B5}" srcOrd="2" destOrd="0" presId="urn:microsoft.com/office/officeart/2005/8/layout/default"/>
    <dgm:cxn modelId="{2A7E6037-46A5-4E9F-870E-223D12B66DA3}" type="presParOf" srcId="{4FFC9ED1-3E9C-4F83-ABB9-282A9B3F0C7F}" destId="{8B100A92-0FA5-4EB9-BDE1-08485A1BC78B}" srcOrd="3" destOrd="0" presId="urn:microsoft.com/office/officeart/2005/8/layout/default"/>
    <dgm:cxn modelId="{5FB5DB93-BA6C-49BF-AA56-7D6A15D8ACC5}" type="presParOf" srcId="{4FFC9ED1-3E9C-4F83-ABB9-282A9B3F0C7F}" destId="{AD815D91-01EE-463E-A76F-C841E0DE547C}" srcOrd="4" destOrd="0" presId="urn:microsoft.com/office/officeart/2005/8/layout/default"/>
    <dgm:cxn modelId="{5CB44B2D-8CFA-4B4E-B4D7-6F80A1D6B8DA}" type="presParOf" srcId="{4FFC9ED1-3E9C-4F83-ABB9-282A9B3F0C7F}" destId="{B679CF84-3494-4E06-A45D-37C7C785667D}" srcOrd="5" destOrd="0" presId="urn:microsoft.com/office/officeart/2005/8/layout/default"/>
    <dgm:cxn modelId="{72A6E14B-E5DD-4A8E-89E8-34ED75917260}" type="presParOf" srcId="{4FFC9ED1-3E9C-4F83-ABB9-282A9B3F0C7F}" destId="{E53CA561-7570-4FEC-BD4E-83E121165B4A}" srcOrd="6" destOrd="0" presId="urn:microsoft.com/office/officeart/2005/8/layout/default"/>
    <dgm:cxn modelId="{5B98BB31-CFBA-402C-969D-884086CD8CBC}" type="presParOf" srcId="{4FFC9ED1-3E9C-4F83-ABB9-282A9B3F0C7F}" destId="{94076487-3722-48F9-9B96-F7EEE717C61C}" srcOrd="7" destOrd="0" presId="urn:microsoft.com/office/officeart/2005/8/layout/default"/>
    <dgm:cxn modelId="{894CD290-BEAE-4E85-BD7F-07BED60CF549}" type="presParOf" srcId="{4FFC9ED1-3E9C-4F83-ABB9-282A9B3F0C7F}" destId="{4CBFDE15-0331-4013-9D5D-9CBE7DC94313}" srcOrd="8" destOrd="0" presId="urn:microsoft.com/office/officeart/2005/8/layout/default"/>
    <dgm:cxn modelId="{2CC58CA4-A3D9-46BF-9FE9-6BF543F77DDB}" type="presParOf" srcId="{4FFC9ED1-3E9C-4F83-ABB9-282A9B3F0C7F}" destId="{DE873645-A9F6-4601-8A6E-85900CE50991}" srcOrd="9" destOrd="0" presId="urn:microsoft.com/office/officeart/2005/8/layout/default"/>
    <dgm:cxn modelId="{07480800-054E-44CF-8FEC-C396355AC326}" type="presParOf" srcId="{4FFC9ED1-3E9C-4F83-ABB9-282A9B3F0C7F}" destId="{C0427DB9-6455-4A19-99BD-669277039E02}" srcOrd="10" destOrd="0" presId="urn:microsoft.com/office/officeart/2005/8/layout/default"/>
    <dgm:cxn modelId="{B602B1DD-2C47-495F-B852-72A0305A6F27}" type="presParOf" srcId="{4FFC9ED1-3E9C-4F83-ABB9-282A9B3F0C7F}" destId="{1654553E-91F7-4A83-8534-10A4AB68C030}" srcOrd="11" destOrd="0" presId="urn:microsoft.com/office/officeart/2005/8/layout/default"/>
    <dgm:cxn modelId="{4D89BE2C-A55E-4410-9CA4-51A5D316E3D4}" type="presParOf" srcId="{4FFC9ED1-3E9C-4F83-ABB9-282A9B3F0C7F}" destId="{3889F0B6-8B3F-4904-83FD-2EA210A4EE07}" srcOrd="12" destOrd="0" presId="urn:microsoft.com/office/officeart/2005/8/layout/default"/>
    <dgm:cxn modelId="{F6FF28E3-83BB-4B06-B234-7872EA339747}" type="presParOf" srcId="{4FFC9ED1-3E9C-4F83-ABB9-282A9B3F0C7F}" destId="{C16B8F29-1389-465D-AB7A-366C4DF330A3}" srcOrd="13" destOrd="0" presId="urn:microsoft.com/office/officeart/2005/8/layout/default"/>
    <dgm:cxn modelId="{7951B4F7-5054-4543-B00B-B779DA72232F}" type="presParOf" srcId="{4FFC9ED1-3E9C-4F83-ABB9-282A9B3F0C7F}" destId="{71E0BEF1-D6ED-48B5-A143-85E2DD6B9933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A636CE3-479C-4F0C-8505-849568D6E1D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2882616-6B02-4BBA-BB36-0AB617A867C6}">
      <dgm:prSet phldrT="[Text]"/>
      <dgm:spPr/>
      <dgm:t>
        <a:bodyPr/>
        <a:lstStyle/>
        <a:p>
          <a:r>
            <a:rPr lang="en-GB" dirty="0"/>
            <a:t>Compliance with labour contract</a:t>
          </a:r>
        </a:p>
      </dgm:t>
    </dgm:pt>
    <dgm:pt modelId="{0AA831DC-F85B-459F-9C40-36323647DCBE}" type="parTrans" cxnId="{D51BFC7F-7865-4CD8-AD56-4CA433812F34}">
      <dgm:prSet/>
      <dgm:spPr/>
      <dgm:t>
        <a:bodyPr/>
        <a:lstStyle/>
        <a:p>
          <a:endParaRPr lang="en-GB"/>
        </a:p>
      </dgm:t>
    </dgm:pt>
    <dgm:pt modelId="{AC287EEC-6CE4-4A50-ACA6-748A597811B8}" type="sibTrans" cxnId="{D51BFC7F-7865-4CD8-AD56-4CA433812F34}">
      <dgm:prSet/>
      <dgm:spPr/>
      <dgm:t>
        <a:bodyPr/>
        <a:lstStyle/>
        <a:p>
          <a:endParaRPr lang="en-GB"/>
        </a:p>
      </dgm:t>
    </dgm:pt>
    <dgm:pt modelId="{97E7455E-97DF-4F5D-8467-CE900123EF90}">
      <dgm:prSet phldrT="[Text]"/>
      <dgm:spPr/>
      <dgm:t>
        <a:bodyPr/>
        <a:lstStyle/>
        <a:p>
          <a:r>
            <a:rPr lang="en-GB" dirty="0"/>
            <a:t>Compliance with the law (e.g. bribery)</a:t>
          </a:r>
        </a:p>
      </dgm:t>
    </dgm:pt>
    <dgm:pt modelId="{9E88401F-B971-4AFD-BB89-565876F73E89}" type="parTrans" cxnId="{7157C04D-3C45-4AF7-826C-06764740F475}">
      <dgm:prSet/>
      <dgm:spPr/>
      <dgm:t>
        <a:bodyPr/>
        <a:lstStyle/>
        <a:p>
          <a:endParaRPr lang="en-GB"/>
        </a:p>
      </dgm:t>
    </dgm:pt>
    <dgm:pt modelId="{918F9185-5ABE-4482-B1E1-AA46C383FC33}" type="sibTrans" cxnId="{7157C04D-3C45-4AF7-826C-06764740F475}">
      <dgm:prSet/>
      <dgm:spPr/>
      <dgm:t>
        <a:bodyPr/>
        <a:lstStyle/>
        <a:p>
          <a:endParaRPr lang="en-GB"/>
        </a:p>
      </dgm:t>
    </dgm:pt>
    <dgm:pt modelId="{0BDC398B-31FE-4549-B5EB-B2DC1BF9798C}">
      <dgm:prSet phldrT="[Text]"/>
      <dgm:spPr/>
      <dgm:t>
        <a:bodyPr/>
        <a:lstStyle/>
        <a:p>
          <a:r>
            <a:rPr lang="en-GB" dirty="0"/>
            <a:t>Respect the employer’s property</a:t>
          </a:r>
        </a:p>
      </dgm:t>
    </dgm:pt>
    <dgm:pt modelId="{7262D311-AA0B-4154-BF72-6DA0F5FA23D5}" type="parTrans" cxnId="{FD1BFF93-85F0-4AD1-B64F-26122E03EA40}">
      <dgm:prSet/>
      <dgm:spPr/>
      <dgm:t>
        <a:bodyPr/>
        <a:lstStyle/>
        <a:p>
          <a:endParaRPr lang="en-GB"/>
        </a:p>
      </dgm:t>
    </dgm:pt>
    <dgm:pt modelId="{AE0B70BE-A887-4E1D-B280-87A7CBC42AB1}" type="sibTrans" cxnId="{FD1BFF93-85F0-4AD1-B64F-26122E03EA40}">
      <dgm:prSet/>
      <dgm:spPr/>
      <dgm:t>
        <a:bodyPr/>
        <a:lstStyle/>
        <a:p>
          <a:endParaRPr lang="en-GB"/>
        </a:p>
      </dgm:t>
    </dgm:pt>
    <dgm:pt modelId="{4FFC9ED1-3E9C-4F83-ABB9-282A9B3F0C7F}" type="pres">
      <dgm:prSet presAssocID="{DA636CE3-479C-4F0C-8505-849568D6E1DC}" presName="diagram" presStyleCnt="0">
        <dgm:presLayoutVars>
          <dgm:dir/>
          <dgm:resizeHandles val="exact"/>
        </dgm:presLayoutVars>
      </dgm:prSet>
      <dgm:spPr/>
    </dgm:pt>
    <dgm:pt modelId="{8EACAA1E-E873-4DF0-A6F8-7664F1BB098A}" type="pres">
      <dgm:prSet presAssocID="{22882616-6B02-4BBA-BB36-0AB617A867C6}" presName="node" presStyleLbl="node1" presStyleIdx="0" presStyleCnt="3">
        <dgm:presLayoutVars>
          <dgm:bulletEnabled val="1"/>
        </dgm:presLayoutVars>
      </dgm:prSet>
      <dgm:spPr/>
    </dgm:pt>
    <dgm:pt modelId="{F42BD572-856A-4111-81C8-DCF766F2C8D4}" type="pres">
      <dgm:prSet presAssocID="{AC287EEC-6CE4-4A50-ACA6-748A597811B8}" presName="sibTrans" presStyleCnt="0"/>
      <dgm:spPr/>
    </dgm:pt>
    <dgm:pt modelId="{B04B8304-5E5D-4B97-8AA2-E1265940EC3E}" type="pres">
      <dgm:prSet presAssocID="{97E7455E-97DF-4F5D-8467-CE900123EF90}" presName="node" presStyleLbl="node1" presStyleIdx="1" presStyleCnt="3">
        <dgm:presLayoutVars>
          <dgm:bulletEnabled val="1"/>
        </dgm:presLayoutVars>
      </dgm:prSet>
      <dgm:spPr/>
    </dgm:pt>
    <dgm:pt modelId="{C50AE0C9-D253-4B11-B9F9-97BADD3FF145}" type="pres">
      <dgm:prSet presAssocID="{918F9185-5ABE-4482-B1E1-AA46C383FC33}" presName="sibTrans" presStyleCnt="0"/>
      <dgm:spPr/>
    </dgm:pt>
    <dgm:pt modelId="{7747BDF6-867C-408B-B712-F3A54D009AD4}" type="pres">
      <dgm:prSet presAssocID="{0BDC398B-31FE-4549-B5EB-B2DC1BF9798C}" presName="node" presStyleLbl="node1" presStyleIdx="2" presStyleCnt="3">
        <dgm:presLayoutVars>
          <dgm:bulletEnabled val="1"/>
        </dgm:presLayoutVars>
      </dgm:prSet>
      <dgm:spPr/>
    </dgm:pt>
  </dgm:ptLst>
  <dgm:cxnLst>
    <dgm:cxn modelId="{7157C04D-3C45-4AF7-826C-06764740F475}" srcId="{DA636CE3-479C-4F0C-8505-849568D6E1DC}" destId="{97E7455E-97DF-4F5D-8467-CE900123EF90}" srcOrd="1" destOrd="0" parTransId="{9E88401F-B971-4AFD-BB89-565876F73E89}" sibTransId="{918F9185-5ABE-4482-B1E1-AA46C383FC33}"/>
    <dgm:cxn modelId="{2530885B-1582-482D-ABE7-3B5943450C38}" type="presOf" srcId="{22882616-6B02-4BBA-BB36-0AB617A867C6}" destId="{8EACAA1E-E873-4DF0-A6F8-7664F1BB098A}" srcOrd="0" destOrd="0" presId="urn:microsoft.com/office/officeart/2005/8/layout/default"/>
    <dgm:cxn modelId="{D51BFC7F-7865-4CD8-AD56-4CA433812F34}" srcId="{DA636CE3-479C-4F0C-8505-849568D6E1DC}" destId="{22882616-6B02-4BBA-BB36-0AB617A867C6}" srcOrd="0" destOrd="0" parTransId="{0AA831DC-F85B-459F-9C40-36323647DCBE}" sibTransId="{AC287EEC-6CE4-4A50-ACA6-748A597811B8}"/>
    <dgm:cxn modelId="{2AD77788-B3BB-4171-A12A-6037849EEAAB}" type="presOf" srcId="{DA636CE3-479C-4F0C-8505-849568D6E1DC}" destId="{4FFC9ED1-3E9C-4F83-ABB9-282A9B3F0C7F}" srcOrd="0" destOrd="0" presId="urn:microsoft.com/office/officeart/2005/8/layout/default"/>
    <dgm:cxn modelId="{FD1BFF93-85F0-4AD1-B64F-26122E03EA40}" srcId="{DA636CE3-479C-4F0C-8505-849568D6E1DC}" destId="{0BDC398B-31FE-4549-B5EB-B2DC1BF9798C}" srcOrd="2" destOrd="0" parTransId="{7262D311-AA0B-4154-BF72-6DA0F5FA23D5}" sibTransId="{AE0B70BE-A887-4E1D-B280-87A7CBC42AB1}"/>
    <dgm:cxn modelId="{A23008A6-9BDA-4BBF-919C-3D73702F4EC1}" type="presOf" srcId="{0BDC398B-31FE-4549-B5EB-B2DC1BF9798C}" destId="{7747BDF6-867C-408B-B712-F3A54D009AD4}" srcOrd="0" destOrd="0" presId="urn:microsoft.com/office/officeart/2005/8/layout/default"/>
    <dgm:cxn modelId="{608657B9-D3CE-4557-9B80-1D47D1905A85}" type="presOf" srcId="{97E7455E-97DF-4F5D-8467-CE900123EF90}" destId="{B04B8304-5E5D-4B97-8AA2-E1265940EC3E}" srcOrd="0" destOrd="0" presId="urn:microsoft.com/office/officeart/2005/8/layout/default"/>
    <dgm:cxn modelId="{856B6655-62CD-4582-9D1A-BE06BEFA2702}" type="presParOf" srcId="{4FFC9ED1-3E9C-4F83-ABB9-282A9B3F0C7F}" destId="{8EACAA1E-E873-4DF0-A6F8-7664F1BB098A}" srcOrd="0" destOrd="0" presId="urn:microsoft.com/office/officeart/2005/8/layout/default"/>
    <dgm:cxn modelId="{780B148E-EDE8-40CC-B99C-D7ABA4087325}" type="presParOf" srcId="{4FFC9ED1-3E9C-4F83-ABB9-282A9B3F0C7F}" destId="{F42BD572-856A-4111-81C8-DCF766F2C8D4}" srcOrd="1" destOrd="0" presId="urn:microsoft.com/office/officeart/2005/8/layout/default"/>
    <dgm:cxn modelId="{54ED27A8-F9D3-47B6-A40B-41A2252B9DAE}" type="presParOf" srcId="{4FFC9ED1-3E9C-4F83-ABB9-282A9B3F0C7F}" destId="{B04B8304-5E5D-4B97-8AA2-E1265940EC3E}" srcOrd="2" destOrd="0" presId="urn:microsoft.com/office/officeart/2005/8/layout/default"/>
    <dgm:cxn modelId="{713D38F1-D38E-4802-8540-B9637A272DD1}" type="presParOf" srcId="{4FFC9ED1-3E9C-4F83-ABB9-282A9B3F0C7F}" destId="{C50AE0C9-D253-4B11-B9F9-97BADD3FF145}" srcOrd="3" destOrd="0" presId="urn:microsoft.com/office/officeart/2005/8/layout/default"/>
    <dgm:cxn modelId="{9A31AB5D-F705-4689-BEA7-D41178A3F217}" type="presParOf" srcId="{4FFC9ED1-3E9C-4F83-ABB9-282A9B3F0C7F}" destId="{7747BDF6-867C-408B-B712-F3A54D009AD4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42F20F9-00C4-414B-9EBA-AF92B901AC4A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B3A4F852-2FDB-473B-BEFD-2410AA6286D2}">
      <dgm:prSet phldrT="[Text]" custT="1"/>
      <dgm:spPr/>
      <dgm:t>
        <a:bodyPr/>
        <a:lstStyle/>
        <a:p>
          <a:r>
            <a:rPr lang="en-GB" altLang="en-US" sz="2800">
              <a:ea typeface="ＭＳ Ｐゴシック" panose="020B0600070205080204" pitchFamily="34" charset="-128"/>
            </a:rPr>
            <a:t>People who are forced to work through threat</a:t>
          </a:r>
          <a:endParaRPr lang="en-GB" sz="2800" dirty="0"/>
        </a:p>
      </dgm:t>
    </dgm:pt>
    <dgm:pt modelId="{A8FB54B7-25E1-4A09-8E15-6911B2BA5584}" type="parTrans" cxnId="{63CC7069-46F6-46F4-9DCE-66988DE7AA8D}">
      <dgm:prSet/>
      <dgm:spPr/>
      <dgm:t>
        <a:bodyPr/>
        <a:lstStyle/>
        <a:p>
          <a:endParaRPr lang="en-GB" sz="2400"/>
        </a:p>
      </dgm:t>
    </dgm:pt>
    <dgm:pt modelId="{D9E1660A-CB64-4932-AFB6-718B64586CB3}" type="sibTrans" cxnId="{63CC7069-46F6-46F4-9DCE-66988DE7AA8D}">
      <dgm:prSet/>
      <dgm:spPr/>
      <dgm:t>
        <a:bodyPr/>
        <a:lstStyle/>
        <a:p>
          <a:endParaRPr lang="en-GB" sz="2400"/>
        </a:p>
      </dgm:t>
    </dgm:pt>
    <dgm:pt modelId="{397F2ACB-6541-4380-9DD6-44FB684B1E3E}">
      <dgm:prSet custT="1"/>
      <dgm:spPr/>
      <dgm:t>
        <a:bodyPr/>
        <a:lstStyle/>
        <a:p>
          <a:r>
            <a:rPr lang="en-GB" altLang="en-US" sz="2800" dirty="0">
              <a:ea typeface="ＭＳ Ｐゴシック" panose="020B0600070205080204" pitchFamily="34" charset="-128"/>
            </a:rPr>
            <a:t>People who are owned or controlled by an employer particularly through mental, physical or threatened abuses</a:t>
          </a:r>
        </a:p>
      </dgm:t>
    </dgm:pt>
    <dgm:pt modelId="{F85FB98A-F108-4B40-9788-436951BEFB1A}" type="parTrans" cxnId="{6D167596-E1D4-44EF-A8C2-4D3B0C78E04E}">
      <dgm:prSet/>
      <dgm:spPr/>
      <dgm:t>
        <a:bodyPr/>
        <a:lstStyle/>
        <a:p>
          <a:endParaRPr lang="en-GB" sz="2400"/>
        </a:p>
      </dgm:t>
    </dgm:pt>
    <dgm:pt modelId="{825E8390-C755-451D-A364-02536FC1EC4F}" type="sibTrans" cxnId="{6D167596-E1D4-44EF-A8C2-4D3B0C78E04E}">
      <dgm:prSet/>
      <dgm:spPr/>
      <dgm:t>
        <a:bodyPr/>
        <a:lstStyle/>
        <a:p>
          <a:endParaRPr lang="en-GB" sz="2400"/>
        </a:p>
      </dgm:t>
    </dgm:pt>
    <dgm:pt modelId="{5E0101A1-1EFE-43AC-B116-531111F80F06}">
      <dgm:prSet custT="1"/>
      <dgm:spPr/>
      <dgm:t>
        <a:bodyPr/>
        <a:lstStyle/>
        <a:p>
          <a:r>
            <a:rPr lang="en-GB" altLang="en-US" sz="2800">
              <a:ea typeface="ＭＳ Ｐゴシック" panose="020B0600070205080204" pitchFamily="34" charset="-128"/>
            </a:rPr>
            <a:t>People who are de-humanized and treated as a resource</a:t>
          </a:r>
          <a:endParaRPr lang="en-GB" altLang="en-US" sz="2800" dirty="0">
            <a:ea typeface="ＭＳ Ｐゴシック" panose="020B0600070205080204" pitchFamily="34" charset="-128"/>
          </a:endParaRPr>
        </a:p>
      </dgm:t>
    </dgm:pt>
    <dgm:pt modelId="{A77D2A6C-780A-47BA-9C8D-198BE9469A0C}" type="parTrans" cxnId="{EB6E2969-5C57-4EF1-8AF8-DDADB23B2E6D}">
      <dgm:prSet/>
      <dgm:spPr/>
      <dgm:t>
        <a:bodyPr/>
        <a:lstStyle/>
        <a:p>
          <a:endParaRPr lang="en-GB" sz="2400"/>
        </a:p>
      </dgm:t>
    </dgm:pt>
    <dgm:pt modelId="{72A8FD85-C465-40FD-B421-C3AFA0581DD6}" type="sibTrans" cxnId="{EB6E2969-5C57-4EF1-8AF8-DDADB23B2E6D}">
      <dgm:prSet/>
      <dgm:spPr/>
      <dgm:t>
        <a:bodyPr/>
        <a:lstStyle/>
        <a:p>
          <a:endParaRPr lang="en-GB" sz="2400"/>
        </a:p>
      </dgm:t>
    </dgm:pt>
    <dgm:pt modelId="{EAF121BB-C3EC-4267-AA60-D4478FDCEBD0}">
      <dgm:prSet custT="1"/>
      <dgm:spPr/>
      <dgm:t>
        <a:bodyPr/>
        <a:lstStyle/>
        <a:p>
          <a:r>
            <a:rPr lang="en-GB" altLang="en-US" sz="2800">
              <a:ea typeface="ＭＳ Ｐゴシック" panose="020B0600070205080204" pitchFamily="34" charset="-128"/>
            </a:rPr>
            <a:t>People being physically constrained or their movement being controlled</a:t>
          </a:r>
          <a:endParaRPr lang="en-GB" altLang="en-US" sz="2800" dirty="0">
            <a:ea typeface="ＭＳ Ｐゴシック" panose="020B0600070205080204" pitchFamily="34" charset="-128"/>
          </a:endParaRPr>
        </a:p>
      </dgm:t>
    </dgm:pt>
    <dgm:pt modelId="{C0707C0E-5264-472B-A62A-066EA8B9CB2A}" type="parTrans" cxnId="{0C4D80F5-F072-40BF-9220-34585BDBAC7E}">
      <dgm:prSet/>
      <dgm:spPr/>
      <dgm:t>
        <a:bodyPr/>
        <a:lstStyle/>
        <a:p>
          <a:endParaRPr lang="en-GB" sz="2400"/>
        </a:p>
      </dgm:t>
    </dgm:pt>
    <dgm:pt modelId="{15573E8E-953F-47B9-BE4C-BBED7AC00EDE}" type="sibTrans" cxnId="{0C4D80F5-F072-40BF-9220-34585BDBAC7E}">
      <dgm:prSet/>
      <dgm:spPr/>
      <dgm:t>
        <a:bodyPr/>
        <a:lstStyle/>
        <a:p>
          <a:endParaRPr lang="en-GB" sz="2400"/>
        </a:p>
      </dgm:t>
    </dgm:pt>
    <dgm:pt modelId="{89AF83E0-37F9-425E-98AD-7D5F73A201BB}">
      <dgm:prSet custT="1"/>
      <dgm:spPr/>
      <dgm:t>
        <a:bodyPr/>
        <a:lstStyle/>
        <a:p>
          <a:r>
            <a:rPr lang="en-GB" altLang="en-US" sz="2800">
              <a:ea typeface="ＭＳ Ｐゴシック" panose="020B0600070205080204" pitchFamily="34" charset="-128"/>
            </a:rPr>
            <a:t>People being subject to economic exploitation through underpayment </a:t>
          </a:r>
          <a:r>
            <a:rPr lang="en-GB" altLang="en-US" sz="2800" b="1">
              <a:ea typeface="ＭＳ Ｐゴシック" panose="020B0600070205080204" pitchFamily="34" charset="-128"/>
            </a:rPr>
            <a:t>	</a:t>
          </a:r>
          <a:endParaRPr lang="en-GB" altLang="en-US" sz="2800" b="1" dirty="0">
            <a:ea typeface="ＭＳ Ｐゴシック" panose="020B0600070205080204" pitchFamily="34" charset="-128"/>
          </a:endParaRPr>
        </a:p>
      </dgm:t>
    </dgm:pt>
    <dgm:pt modelId="{8D54E3AD-BA30-469D-9C5A-019F65927AEE}" type="parTrans" cxnId="{EE3439F4-D374-40FC-B250-AE46FC3CD8E6}">
      <dgm:prSet/>
      <dgm:spPr/>
      <dgm:t>
        <a:bodyPr/>
        <a:lstStyle/>
        <a:p>
          <a:endParaRPr lang="en-GB" sz="2400"/>
        </a:p>
      </dgm:t>
    </dgm:pt>
    <dgm:pt modelId="{F8BF17C4-E03D-45E4-81BF-FCC66B9A9D1C}" type="sibTrans" cxnId="{EE3439F4-D374-40FC-B250-AE46FC3CD8E6}">
      <dgm:prSet/>
      <dgm:spPr/>
      <dgm:t>
        <a:bodyPr/>
        <a:lstStyle/>
        <a:p>
          <a:endParaRPr lang="en-GB" sz="2400"/>
        </a:p>
      </dgm:t>
    </dgm:pt>
    <dgm:pt modelId="{4EB19CF3-373F-454D-8024-31C553C4CA51}" type="pres">
      <dgm:prSet presAssocID="{B42F20F9-00C4-414B-9EBA-AF92B901AC4A}" presName="linear" presStyleCnt="0">
        <dgm:presLayoutVars>
          <dgm:animLvl val="lvl"/>
          <dgm:resizeHandles val="exact"/>
        </dgm:presLayoutVars>
      </dgm:prSet>
      <dgm:spPr/>
    </dgm:pt>
    <dgm:pt modelId="{C19FAB36-F136-49F3-A74A-09D8B882F84E}" type="pres">
      <dgm:prSet presAssocID="{B3A4F852-2FDB-473B-BEFD-2410AA6286D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4ECBD9B-02C3-48BE-BB05-81C5C3B329B0}" type="pres">
      <dgm:prSet presAssocID="{D9E1660A-CB64-4932-AFB6-718B64586CB3}" presName="spacer" presStyleCnt="0"/>
      <dgm:spPr/>
    </dgm:pt>
    <dgm:pt modelId="{8BCA0593-F2E4-4FB5-9280-CFE40B2F4C71}" type="pres">
      <dgm:prSet presAssocID="{397F2ACB-6541-4380-9DD6-44FB684B1E3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CCBB5B6-32DA-454D-B372-1A6C511D4D53}" type="pres">
      <dgm:prSet presAssocID="{825E8390-C755-451D-A364-02536FC1EC4F}" presName="spacer" presStyleCnt="0"/>
      <dgm:spPr/>
    </dgm:pt>
    <dgm:pt modelId="{D23A5359-5D01-4E96-AA2B-690BEB75781D}" type="pres">
      <dgm:prSet presAssocID="{5E0101A1-1EFE-43AC-B116-531111F80F0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A061828-B4DB-40FF-94D2-8B1EE7F274D3}" type="pres">
      <dgm:prSet presAssocID="{72A8FD85-C465-40FD-B421-C3AFA0581DD6}" presName="spacer" presStyleCnt="0"/>
      <dgm:spPr/>
    </dgm:pt>
    <dgm:pt modelId="{6CEC8589-952D-42FE-AA47-A3C2C156AB53}" type="pres">
      <dgm:prSet presAssocID="{EAF121BB-C3EC-4267-AA60-D4478FDCEBD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AEB3FE1-0857-4A9E-BAE2-679B99AE4539}" type="pres">
      <dgm:prSet presAssocID="{15573E8E-953F-47B9-BE4C-BBED7AC00EDE}" presName="spacer" presStyleCnt="0"/>
      <dgm:spPr/>
    </dgm:pt>
    <dgm:pt modelId="{BC4EBE7E-9FD9-4696-8C07-2C3DD9B69C9C}" type="pres">
      <dgm:prSet presAssocID="{89AF83E0-37F9-425E-98AD-7D5F73A201B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C622F41-F0B5-4467-80EE-E71DE68DF054}" type="presOf" srcId="{5E0101A1-1EFE-43AC-B116-531111F80F06}" destId="{D23A5359-5D01-4E96-AA2B-690BEB75781D}" srcOrd="0" destOrd="0" presId="urn:microsoft.com/office/officeart/2005/8/layout/vList2"/>
    <dgm:cxn modelId="{EB6E2969-5C57-4EF1-8AF8-DDADB23B2E6D}" srcId="{B42F20F9-00C4-414B-9EBA-AF92B901AC4A}" destId="{5E0101A1-1EFE-43AC-B116-531111F80F06}" srcOrd="2" destOrd="0" parTransId="{A77D2A6C-780A-47BA-9C8D-198BE9469A0C}" sibTransId="{72A8FD85-C465-40FD-B421-C3AFA0581DD6}"/>
    <dgm:cxn modelId="{63CC7069-46F6-46F4-9DCE-66988DE7AA8D}" srcId="{B42F20F9-00C4-414B-9EBA-AF92B901AC4A}" destId="{B3A4F852-2FDB-473B-BEFD-2410AA6286D2}" srcOrd="0" destOrd="0" parTransId="{A8FB54B7-25E1-4A09-8E15-6911B2BA5584}" sibTransId="{D9E1660A-CB64-4932-AFB6-718B64586CB3}"/>
    <dgm:cxn modelId="{7DC3D971-0ED8-4561-A567-6CE70E6F5E37}" type="presOf" srcId="{89AF83E0-37F9-425E-98AD-7D5F73A201BB}" destId="{BC4EBE7E-9FD9-4696-8C07-2C3DD9B69C9C}" srcOrd="0" destOrd="0" presId="urn:microsoft.com/office/officeart/2005/8/layout/vList2"/>
    <dgm:cxn modelId="{9E7B0D7A-507B-4D1F-98FA-181D6A582954}" type="presOf" srcId="{B3A4F852-2FDB-473B-BEFD-2410AA6286D2}" destId="{C19FAB36-F136-49F3-A74A-09D8B882F84E}" srcOrd="0" destOrd="0" presId="urn:microsoft.com/office/officeart/2005/8/layout/vList2"/>
    <dgm:cxn modelId="{F815FF91-0465-4B49-8878-494B5ABA897B}" type="presOf" srcId="{B42F20F9-00C4-414B-9EBA-AF92B901AC4A}" destId="{4EB19CF3-373F-454D-8024-31C553C4CA51}" srcOrd="0" destOrd="0" presId="urn:microsoft.com/office/officeart/2005/8/layout/vList2"/>
    <dgm:cxn modelId="{6D167596-E1D4-44EF-A8C2-4D3B0C78E04E}" srcId="{B42F20F9-00C4-414B-9EBA-AF92B901AC4A}" destId="{397F2ACB-6541-4380-9DD6-44FB684B1E3E}" srcOrd="1" destOrd="0" parTransId="{F85FB98A-F108-4B40-9788-436951BEFB1A}" sibTransId="{825E8390-C755-451D-A364-02536FC1EC4F}"/>
    <dgm:cxn modelId="{38D894BC-839D-4F25-AF26-A98345CF2C57}" type="presOf" srcId="{EAF121BB-C3EC-4267-AA60-D4478FDCEBD0}" destId="{6CEC8589-952D-42FE-AA47-A3C2C156AB53}" srcOrd="0" destOrd="0" presId="urn:microsoft.com/office/officeart/2005/8/layout/vList2"/>
    <dgm:cxn modelId="{55F589E2-E5E0-4A34-BA14-A644AC692A83}" type="presOf" srcId="{397F2ACB-6541-4380-9DD6-44FB684B1E3E}" destId="{8BCA0593-F2E4-4FB5-9280-CFE40B2F4C71}" srcOrd="0" destOrd="0" presId="urn:microsoft.com/office/officeart/2005/8/layout/vList2"/>
    <dgm:cxn modelId="{EE3439F4-D374-40FC-B250-AE46FC3CD8E6}" srcId="{B42F20F9-00C4-414B-9EBA-AF92B901AC4A}" destId="{89AF83E0-37F9-425E-98AD-7D5F73A201BB}" srcOrd="4" destOrd="0" parTransId="{8D54E3AD-BA30-469D-9C5A-019F65927AEE}" sibTransId="{F8BF17C4-E03D-45E4-81BF-FCC66B9A9D1C}"/>
    <dgm:cxn modelId="{0C4D80F5-F072-40BF-9220-34585BDBAC7E}" srcId="{B42F20F9-00C4-414B-9EBA-AF92B901AC4A}" destId="{EAF121BB-C3EC-4267-AA60-D4478FDCEBD0}" srcOrd="3" destOrd="0" parTransId="{C0707C0E-5264-472B-A62A-066EA8B9CB2A}" sibTransId="{15573E8E-953F-47B9-BE4C-BBED7AC00EDE}"/>
    <dgm:cxn modelId="{B52F9F63-1236-4A20-9C37-81A56BFB61DA}" type="presParOf" srcId="{4EB19CF3-373F-454D-8024-31C553C4CA51}" destId="{C19FAB36-F136-49F3-A74A-09D8B882F84E}" srcOrd="0" destOrd="0" presId="urn:microsoft.com/office/officeart/2005/8/layout/vList2"/>
    <dgm:cxn modelId="{FC2872B9-43DE-452A-A595-832B249D759C}" type="presParOf" srcId="{4EB19CF3-373F-454D-8024-31C553C4CA51}" destId="{84ECBD9B-02C3-48BE-BB05-81C5C3B329B0}" srcOrd="1" destOrd="0" presId="urn:microsoft.com/office/officeart/2005/8/layout/vList2"/>
    <dgm:cxn modelId="{3A1FD587-5727-46BE-A360-88F75C741E34}" type="presParOf" srcId="{4EB19CF3-373F-454D-8024-31C553C4CA51}" destId="{8BCA0593-F2E4-4FB5-9280-CFE40B2F4C71}" srcOrd="2" destOrd="0" presId="urn:microsoft.com/office/officeart/2005/8/layout/vList2"/>
    <dgm:cxn modelId="{441FBCBF-81A9-40B5-BCB2-E45D4699C197}" type="presParOf" srcId="{4EB19CF3-373F-454D-8024-31C553C4CA51}" destId="{ACCBB5B6-32DA-454D-B372-1A6C511D4D53}" srcOrd="3" destOrd="0" presId="urn:microsoft.com/office/officeart/2005/8/layout/vList2"/>
    <dgm:cxn modelId="{D9EF16B8-D8B0-4BA8-8FEE-637B1ACEF721}" type="presParOf" srcId="{4EB19CF3-373F-454D-8024-31C553C4CA51}" destId="{D23A5359-5D01-4E96-AA2B-690BEB75781D}" srcOrd="4" destOrd="0" presId="urn:microsoft.com/office/officeart/2005/8/layout/vList2"/>
    <dgm:cxn modelId="{907BD094-E343-484A-B234-BCC1BCC3E9CF}" type="presParOf" srcId="{4EB19CF3-373F-454D-8024-31C553C4CA51}" destId="{5A061828-B4DB-40FF-94D2-8B1EE7F274D3}" srcOrd="5" destOrd="0" presId="urn:microsoft.com/office/officeart/2005/8/layout/vList2"/>
    <dgm:cxn modelId="{059A0409-2DCC-4899-8BAD-78C0BE1C2954}" type="presParOf" srcId="{4EB19CF3-373F-454D-8024-31C553C4CA51}" destId="{6CEC8589-952D-42FE-AA47-A3C2C156AB53}" srcOrd="6" destOrd="0" presId="urn:microsoft.com/office/officeart/2005/8/layout/vList2"/>
    <dgm:cxn modelId="{59C89D61-FE87-4652-A3F6-6E2D13B34534}" type="presParOf" srcId="{4EB19CF3-373F-454D-8024-31C553C4CA51}" destId="{1AEB3FE1-0857-4A9E-BAE2-679B99AE4539}" srcOrd="7" destOrd="0" presId="urn:microsoft.com/office/officeart/2005/8/layout/vList2"/>
    <dgm:cxn modelId="{5C8D7606-79F6-499C-BE98-5D322A68BAB7}" type="presParOf" srcId="{4EB19CF3-373F-454D-8024-31C553C4CA51}" destId="{BC4EBE7E-9FD9-4696-8C07-2C3DD9B69C9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42F20F9-00C4-414B-9EBA-AF92B901AC4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E1E4406C-298B-4EC1-B667-4ED73102EB5F}">
      <dgm:prSet/>
      <dgm:spPr/>
      <dgm:t>
        <a:bodyPr/>
        <a:lstStyle/>
        <a:p>
          <a:r>
            <a:rPr lang="en-GB" dirty="0"/>
            <a:t>People hired to do a specific task rather than longer term for exactly the same task</a:t>
          </a:r>
        </a:p>
      </dgm:t>
    </dgm:pt>
    <dgm:pt modelId="{D92FD8BC-C267-4AAD-B228-C95FAA3A9091}" type="parTrans" cxnId="{6B691CA6-F382-434D-9B83-D94EF56509A0}">
      <dgm:prSet/>
      <dgm:spPr/>
      <dgm:t>
        <a:bodyPr/>
        <a:lstStyle/>
        <a:p>
          <a:endParaRPr lang="en-GB"/>
        </a:p>
      </dgm:t>
    </dgm:pt>
    <dgm:pt modelId="{32AD6B3C-F29A-4B85-A53B-952BC01B7189}" type="sibTrans" cxnId="{6B691CA6-F382-434D-9B83-D94EF56509A0}">
      <dgm:prSet/>
      <dgm:spPr/>
      <dgm:t>
        <a:bodyPr/>
        <a:lstStyle/>
        <a:p>
          <a:endParaRPr lang="en-GB"/>
        </a:p>
      </dgm:t>
    </dgm:pt>
    <dgm:pt modelId="{35F44620-04D1-4294-9E66-3F0030D7FB5F}">
      <dgm:prSet/>
      <dgm:spPr/>
      <dgm:t>
        <a:bodyPr/>
        <a:lstStyle/>
        <a:p>
          <a:r>
            <a:rPr lang="en-GB" dirty="0"/>
            <a:t>Gain flexibility but also personal economic risk</a:t>
          </a:r>
        </a:p>
      </dgm:t>
    </dgm:pt>
    <dgm:pt modelId="{BF1CFA13-3D68-4B4B-B730-308CAB42E4D6}" type="parTrans" cxnId="{EB0E7297-8CEA-4F1D-B51E-F34A41A5FBB3}">
      <dgm:prSet/>
      <dgm:spPr/>
      <dgm:t>
        <a:bodyPr/>
        <a:lstStyle/>
        <a:p>
          <a:endParaRPr lang="en-GB"/>
        </a:p>
      </dgm:t>
    </dgm:pt>
    <dgm:pt modelId="{88B34AB4-E7AF-4461-AEB4-95CC6E491146}" type="sibTrans" cxnId="{EB0E7297-8CEA-4F1D-B51E-F34A41A5FBB3}">
      <dgm:prSet/>
      <dgm:spPr/>
      <dgm:t>
        <a:bodyPr/>
        <a:lstStyle/>
        <a:p>
          <a:endParaRPr lang="en-GB"/>
        </a:p>
      </dgm:t>
    </dgm:pt>
    <dgm:pt modelId="{CCEE557E-E98F-4C73-8A5D-7503074782F9}">
      <dgm:prSet/>
      <dgm:spPr/>
      <dgm:t>
        <a:bodyPr/>
        <a:lstStyle/>
        <a:p>
          <a:r>
            <a:rPr lang="en-GB" dirty="0"/>
            <a:t>Lack of social welfare structures, e.g. holiday pay, sick pay, pensions, etc.</a:t>
          </a:r>
        </a:p>
      </dgm:t>
    </dgm:pt>
    <dgm:pt modelId="{ABD6BFB1-7E3B-400B-8F6C-80F04897FDE9}" type="parTrans" cxnId="{202E31AF-5107-48F7-802A-7169726268CA}">
      <dgm:prSet/>
      <dgm:spPr/>
      <dgm:t>
        <a:bodyPr/>
        <a:lstStyle/>
        <a:p>
          <a:endParaRPr lang="en-GB"/>
        </a:p>
      </dgm:t>
    </dgm:pt>
    <dgm:pt modelId="{167891C8-9CB4-49C0-9A95-96BBF4EFB6BF}" type="sibTrans" cxnId="{202E31AF-5107-48F7-802A-7169726268CA}">
      <dgm:prSet/>
      <dgm:spPr/>
      <dgm:t>
        <a:bodyPr/>
        <a:lstStyle/>
        <a:p>
          <a:endParaRPr lang="en-GB"/>
        </a:p>
      </dgm:t>
    </dgm:pt>
    <dgm:pt modelId="{EFCD9B7E-B7FB-4E9F-8D12-DBA39935A30B}">
      <dgm:prSet/>
      <dgm:spPr/>
      <dgm:t>
        <a:bodyPr/>
        <a:lstStyle/>
        <a:p>
          <a:r>
            <a:rPr lang="en-GB" dirty="0"/>
            <a:t>Distinction between “workers” and “employees”</a:t>
          </a:r>
        </a:p>
      </dgm:t>
    </dgm:pt>
    <dgm:pt modelId="{76F36D90-A110-4B47-9469-AE8438A08F83}" type="parTrans" cxnId="{872E8CD1-1DEA-4A15-A607-DFDB377983FB}">
      <dgm:prSet/>
      <dgm:spPr/>
      <dgm:t>
        <a:bodyPr/>
        <a:lstStyle/>
        <a:p>
          <a:endParaRPr lang="en-GB"/>
        </a:p>
      </dgm:t>
    </dgm:pt>
    <dgm:pt modelId="{E3F16E06-0623-4878-8719-89702E953B10}" type="sibTrans" cxnId="{872E8CD1-1DEA-4A15-A607-DFDB377983FB}">
      <dgm:prSet/>
      <dgm:spPr/>
      <dgm:t>
        <a:bodyPr/>
        <a:lstStyle/>
        <a:p>
          <a:endParaRPr lang="en-GB"/>
        </a:p>
      </dgm:t>
    </dgm:pt>
    <dgm:pt modelId="{4EB19CF3-373F-454D-8024-31C553C4CA51}" type="pres">
      <dgm:prSet presAssocID="{B42F20F9-00C4-414B-9EBA-AF92B901AC4A}" presName="linear" presStyleCnt="0">
        <dgm:presLayoutVars>
          <dgm:animLvl val="lvl"/>
          <dgm:resizeHandles val="exact"/>
        </dgm:presLayoutVars>
      </dgm:prSet>
      <dgm:spPr/>
    </dgm:pt>
    <dgm:pt modelId="{CB4837DE-7BD2-4A46-AF47-D948B9BC65BC}" type="pres">
      <dgm:prSet presAssocID="{E1E4406C-298B-4EC1-B667-4ED73102EB5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EF84B75-AE6B-4B0E-A7CC-9A99CF5E8AAA}" type="pres">
      <dgm:prSet presAssocID="{32AD6B3C-F29A-4B85-A53B-952BC01B7189}" presName="spacer" presStyleCnt="0"/>
      <dgm:spPr/>
    </dgm:pt>
    <dgm:pt modelId="{5BA98639-2F77-423C-A210-4DC588784005}" type="pres">
      <dgm:prSet presAssocID="{35F44620-04D1-4294-9E66-3F0030D7FB5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C345A2A-DF00-4556-BAFD-EDAF8358DB7A}" type="pres">
      <dgm:prSet presAssocID="{88B34AB4-E7AF-4461-AEB4-95CC6E491146}" presName="spacer" presStyleCnt="0"/>
      <dgm:spPr/>
    </dgm:pt>
    <dgm:pt modelId="{B449B906-FEAA-449A-AA6C-DBEB2A5EDA3E}" type="pres">
      <dgm:prSet presAssocID="{CCEE557E-E98F-4C73-8A5D-7503074782F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F80BAA5-5240-4BBE-9451-807DCCBFB1E9}" type="pres">
      <dgm:prSet presAssocID="{167891C8-9CB4-49C0-9A95-96BBF4EFB6BF}" presName="spacer" presStyleCnt="0"/>
      <dgm:spPr/>
    </dgm:pt>
    <dgm:pt modelId="{A069445D-08AD-41FB-9C75-A325640B43D8}" type="pres">
      <dgm:prSet presAssocID="{EFCD9B7E-B7FB-4E9F-8D12-DBA39935A30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0321680-5807-4139-B4EC-E9C6D9B5CE87}" type="presOf" srcId="{E1E4406C-298B-4EC1-B667-4ED73102EB5F}" destId="{CB4837DE-7BD2-4A46-AF47-D948B9BC65BC}" srcOrd="0" destOrd="0" presId="urn:microsoft.com/office/officeart/2005/8/layout/vList2"/>
    <dgm:cxn modelId="{B668C687-4130-4269-B371-16687FE3F374}" type="presOf" srcId="{CCEE557E-E98F-4C73-8A5D-7503074782F9}" destId="{B449B906-FEAA-449A-AA6C-DBEB2A5EDA3E}" srcOrd="0" destOrd="0" presId="urn:microsoft.com/office/officeart/2005/8/layout/vList2"/>
    <dgm:cxn modelId="{A3790989-A8B7-448B-A404-7740081880DA}" type="presOf" srcId="{EFCD9B7E-B7FB-4E9F-8D12-DBA39935A30B}" destId="{A069445D-08AD-41FB-9C75-A325640B43D8}" srcOrd="0" destOrd="0" presId="urn:microsoft.com/office/officeart/2005/8/layout/vList2"/>
    <dgm:cxn modelId="{F815FF91-0465-4B49-8878-494B5ABA897B}" type="presOf" srcId="{B42F20F9-00C4-414B-9EBA-AF92B901AC4A}" destId="{4EB19CF3-373F-454D-8024-31C553C4CA51}" srcOrd="0" destOrd="0" presId="urn:microsoft.com/office/officeart/2005/8/layout/vList2"/>
    <dgm:cxn modelId="{EB0E7297-8CEA-4F1D-B51E-F34A41A5FBB3}" srcId="{B42F20F9-00C4-414B-9EBA-AF92B901AC4A}" destId="{35F44620-04D1-4294-9E66-3F0030D7FB5F}" srcOrd="1" destOrd="0" parTransId="{BF1CFA13-3D68-4B4B-B730-308CAB42E4D6}" sibTransId="{88B34AB4-E7AF-4461-AEB4-95CC6E491146}"/>
    <dgm:cxn modelId="{6B691CA6-F382-434D-9B83-D94EF56509A0}" srcId="{B42F20F9-00C4-414B-9EBA-AF92B901AC4A}" destId="{E1E4406C-298B-4EC1-B667-4ED73102EB5F}" srcOrd="0" destOrd="0" parTransId="{D92FD8BC-C267-4AAD-B228-C95FAA3A9091}" sibTransId="{32AD6B3C-F29A-4B85-A53B-952BC01B7189}"/>
    <dgm:cxn modelId="{3CB50FAC-25C0-4F72-B604-3DC12652F140}" type="presOf" srcId="{35F44620-04D1-4294-9E66-3F0030D7FB5F}" destId="{5BA98639-2F77-423C-A210-4DC588784005}" srcOrd="0" destOrd="0" presId="urn:microsoft.com/office/officeart/2005/8/layout/vList2"/>
    <dgm:cxn modelId="{202E31AF-5107-48F7-802A-7169726268CA}" srcId="{B42F20F9-00C4-414B-9EBA-AF92B901AC4A}" destId="{CCEE557E-E98F-4C73-8A5D-7503074782F9}" srcOrd="2" destOrd="0" parTransId="{ABD6BFB1-7E3B-400B-8F6C-80F04897FDE9}" sibTransId="{167891C8-9CB4-49C0-9A95-96BBF4EFB6BF}"/>
    <dgm:cxn modelId="{872E8CD1-1DEA-4A15-A607-DFDB377983FB}" srcId="{B42F20F9-00C4-414B-9EBA-AF92B901AC4A}" destId="{EFCD9B7E-B7FB-4E9F-8D12-DBA39935A30B}" srcOrd="3" destOrd="0" parTransId="{76F36D90-A110-4B47-9469-AE8438A08F83}" sibTransId="{E3F16E06-0623-4878-8719-89702E953B10}"/>
    <dgm:cxn modelId="{A1C62119-0366-4E68-8863-17A91B037C35}" type="presParOf" srcId="{4EB19CF3-373F-454D-8024-31C553C4CA51}" destId="{CB4837DE-7BD2-4A46-AF47-D948B9BC65BC}" srcOrd="0" destOrd="0" presId="urn:microsoft.com/office/officeart/2005/8/layout/vList2"/>
    <dgm:cxn modelId="{A2D9BB8C-E2DE-4604-9EE0-66430A76DE84}" type="presParOf" srcId="{4EB19CF3-373F-454D-8024-31C553C4CA51}" destId="{6EF84B75-AE6B-4B0E-A7CC-9A99CF5E8AAA}" srcOrd="1" destOrd="0" presId="urn:microsoft.com/office/officeart/2005/8/layout/vList2"/>
    <dgm:cxn modelId="{AA63194D-56FF-4D86-BFCB-6FF37268B589}" type="presParOf" srcId="{4EB19CF3-373F-454D-8024-31C553C4CA51}" destId="{5BA98639-2F77-423C-A210-4DC588784005}" srcOrd="2" destOrd="0" presId="urn:microsoft.com/office/officeart/2005/8/layout/vList2"/>
    <dgm:cxn modelId="{C5B06C2C-FB6C-4CC8-A43F-0FFCA181F050}" type="presParOf" srcId="{4EB19CF3-373F-454D-8024-31C553C4CA51}" destId="{7C345A2A-DF00-4556-BAFD-EDAF8358DB7A}" srcOrd="3" destOrd="0" presId="urn:microsoft.com/office/officeart/2005/8/layout/vList2"/>
    <dgm:cxn modelId="{DF4479C8-52C3-4736-BE20-37DBDB55E2B8}" type="presParOf" srcId="{4EB19CF3-373F-454D-8024-31C553C4CA51}" destId="{B449B906-FEAA-449A-AA6C-DBEB2A5EDA3E}" srcOrd="4" destOrd="0" presId="urn:microsoft.com/office/officeart/2005/8/layout/vList2"/>
    <dgm:cxn modelId="{9BC5C300-980E-44F1-AA47-253FB1E93A07}" type="presParOf" srcId="{4EB19CF3-373F-454D-8024-31C553C4CA51}" destId="{2F80BAA5-5240-4BBE-9451-807DCCBFB1E9}" srcOrd="5" destOrd="0" presId="urn:microsoft.com/office/officeart/2005/8/layout/vList2"/>
    <dgm:cxn modelId="{0192F5A4-160A-4F8C-AA86-48A6974C0612}" type="presParOf" srcId="{4EB19CF3-373F-454D-8024-31C553C4CA51}" destId="{A069445D-08AD-41FB-9C75-A325640B43D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00474B-938C-4E60-A3C7-40BE4B07C565}">
      <dsp:nvSpPr>
        <dsp:cNvPr id="0" name=""/>
        <dsp:cNvSpPr/>
      </dsp:nvSpPr>
      <dsp:spPr>
        <a:xfrm>
          <a:off x="51" y="99462"/>
          <a:ext cx="4913783" cy="6912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altLang="en-US" sz="2400" kern="1200" dirty="0">
              <a:ea typeface="ＭＳ Ｐゴシック" panose="020B0600070205080204" pitchFamily="34" charset="-128"/>
            </a:rPr>
            <a:t>Rights of shareholders</a:t>
          </a:r>
          <a:endParaRPr lang="en-GB" sz="2400" kern="1200" dirty="0"/>
        </a:p>
      </dsp:txBody>
      <dsp:txXfrm>
        <a:off x="51" y="99462"/>
        <a:ext cx="4913783" cy="691200"/>
      </dsp:txXfrm>
    </dsp:sp>
    <dsp:sp modelId="{E7ECAC54-A4E9-476A-BE8E-3A312FCB4AB4}">
      <dsp:nvSpPr>
        <dsp:cNvPr id="0" name=""/>
        <dsp:cNvSpPr/>
      </dsp:nvSpPr>
      <dsp:spPr>
        <a:xfrm>
          <a:off x="51" y="790662"/>
          <a:ext cx="4913783" cy="355752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400" kern="1200">
              <a:ea typeface="ＭＳ Ｐゴシック" panose="020B0600070205080204" pitchFamily="34" charset="-128"/>
            </a:rPr>
            <a:t>The right to sell their stock</a:t>
          </a:r>
          <a:endParaRPr lang="en-GB" altLang="en-US" sz="2400" kern="1200" dirty="0">
            <a:ea typeface="ＭＳ Ｐゴシック" panose="020B0600070205080204" pitchFamily="34" charset="-128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400" kern="1200">
              <a:ea typeface="ＭＳ Ｐゴシック" panose="020B0600070205080204" pitchFamily="34" charset="-128"/>
            </a:rPr>
            <a:t>The right to vote in the general meeting</a:t>
          </a:r>
          <a:endParaRPr lang="en-GB" altLang="en-US" sz="2400" kern="1200" dirty="0">
            <a:ea typeface="ＭＳ Ｐゴシック" panose="020B0600070205080204" pitchFamily="34" charset="-128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400" kern="1200">
              <a:ea typeface="ＭＳ Ｐゴシック" panose="020B0600070205080204" pitchFamily="34" charset="-128"/>
            </a:rPr>
            <a:t>The right to certain information about the company</a:t>
          </a:r>
          <a:endParaRPr lang="en-GB" altLang="en-US" sz="2400" kern="1200" dirty="0">
            <a:ea typeface="ＭＳ Ｐゴシック" panose="020B0600070205080204" pitchFamily="34" charset="-128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400" kern="1200">
              <a:ea typeface="ＭＳ Ｐゴシック" panose="020B0600070205080204" pitchFamily="34" charset="-128"/>
            </a:rPr>
            <a:t>The right to sue the managers for (alleged) misconduct</a:t>
          </a:r>
          <a:endParaRPr lang="en-GB" altLang="en-US" sz="2400" kern="1200" dirty="0">
            <a:ea typeface="ＭＳ Ｐゴシック" panose="020B0600070205080204" pitchFamily="34" charset="-128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400" kern="1200">
              <a:ea typeface="ＭＳ Ｐゴシック" panose="020B0600070205080204" pitchFamily="34" charset="-128"/>
            </a:rPr>
            <a:t>Certain residual rights in case of the corporation’s liquidation</a:t>
          </a:r>
          <a:endParaRPr lang="en-GB" altLang="en-US" sz="2400" kern="1200" dirty="0">
            <a:ea typeface="ＭＳ Ｐゴシック" panose="020B0600070205080204" pitchFamily="34" charset="-128"/>
          </a:endParaRPr>
        </a:p>
      </dsp:txBody>
      <dsp:txXfrm>
        <a:off x="51" y="790662"/>
        <a:ext cx="4913783" cy="3557520"/>
      </dsp:txXfrm>
    </dsp:sp>
    <dsp:sp modelId="{B96C22FD-514A-4C20-9B1C-D35D8B65F32D}">
      <dsp:nvSpPr>
        <dsp:cNvPr id="0" name=""/>
        <dsp:cNvSpPr/>
      </dsp:nvSpPr>
      <dsp:spPr>
        <a:xfrm>
          <a:off x="5601764" y="99462"/>
          <a:ext cx="4913783" cy="691200"/>
        </a:xfrm>
        <a:prstGeom prst="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altLang="en-US" sz="2400" kern="1200">
              <a:ea typeface="ＭＳ Ｐゴシック" panose="020B0600070205080204" pitchFamily="34" charset="-128"/>
            </a:rPr>
            <a:t>Duties of managers</a:t>
          </a:r>
          <a:endParaRPr lang="de-DE" altLang="en-US" sz="2400" kern="1200" dirty="0">
            <a:ea typeface="ＭＳ Ｐゴシック" panose="020B0600070205080204" pitchFamily="34" charset="-128"/>
          </a:endParaRPr>
        </a:p>
      </dsp:txBody>
      <dsp:txXfrm>
        <a:off x="5601764" y="99462"/>
        <a:ext cx="4913783" cy="691200"/>
      </dsp:txXfrm>
    </dsp:sp>
    <dsp:sp modelId="{CEC55F51-C5D0-45A8-89A7-71B7A77F4A7B}">
      <dsp:nvSpPr>
        <dsp:cNvPr id="0" name=""/>
        <dsp:cNvSpPr/>
      </dsp:nvSpPr>
      <dsp:spPr>
        <a:xfrm>
          <a:off x="5601764" y="790662"/>
          <a:ext cx="4913783" cy="3557520"/>
        </a:xfrm>
        <a:prstGeom prst="rect">
          <a:avLst/>
        </a:prstGeom>
        <a:solidFill>
          <a:schemeClr val="accent3">
            <a:tint val="40000"/>
            <a:alpha val="90000"/>
            <a:hueOff val="2029141"/>
            <a:satOff val="100000"/>
            <a:lumOff val="1779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029141"/>
              <a:satOff val="100000"/>
              <a:lumOff val="17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400" kern="1200">
              <a:ea typeface="ＭＳ Ｐゴシック" panose="020B0600070205080204" pitchFamily="34" charset="-128"/>
            </a:rPr>
            <a:t>Duty to act for the benefit of the company </a:t>
          </a:r>
          <a:endParaRPr lang="en-GB" altLang="en-US" sz="2400" kern="1200" dirty="0">
            <a:ea typeface="ＭＳ Ｐゴシック" panose="020B0600070205080204" pitchFamily="34" charset="-128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400" kern="1200" dirty="0">
              <a:ea typeface="ＭＳ Ｐゴシック" panose="020B0600070205080204" pitchFamily="34" charset="-128"/>
            </a:rPr>
            <a:t>Duty of care and skill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400" kern="1200">
              <a:ea typeface="ＭＳ Ｐゴシック" panose="020B0600070205080204" pitchFamily="34" charset="-128"/>
            </a:rPr>
            <a:t>Duty of diligence </a:t>
          </a:r>
          <a:endParaRPr lang="en-GB" altLang="en-US" sz="2400" kern="1200" dirty="0">
            <a:ea typeface="ＭＳ Ｐゴシック" panose="020B0600070205080204" pitchFamily="34" charset="-128"/>
          </a:endParaRPr>
        </a:p>
      </dsp:txBody>
      <dsp:txXfrm>
        <a:off x="5601764" y="790662"/>
        <a:ext cx="4913783" cy="35575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BA9B9A-C845-4561-9F5F-C5EF9872A425}">
      <dsp:nvSpPr>
        <dsp:cNvPr id="0" name=""/>
        <dsp:cNvSpPr/>
      </dsp:nvSpPr>
      <dsp:spPr>
        <a:xfrm>
          <a:off x="5134" y="203982"/>
          <a:ext cx="2626332" cy="940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en-US" sz="2000" kern="1200" dirty="0">
              <a:ea typeface="ＭＳ Ｐゴシック" panose="020B0600070205080204" pitchFamily="34" charset="-128"/>
            </a:rPr>
            <a:t>Executive accountability and control</a:t>
          </a:r>
          <a:endParaRPr lang="en-GB" sz="2000" kern="1200" dirty="0"/>
        </a:p>
      </dsp:txBody>
      <dsp:txXfrm>
        <a:off x="5134" y="203982"/>
        <a:ext cx="2626332" cy="940500"/>
      </dsp:txXfrm>
    </dsp:sp>
    <dsp:sp modelId="{113F2D4E-5ED8-4EA4-A997-BF9F387D834E}">
      <dsp:nvSpPr>
        <dsp:cNvPr id="0" name=""/>
        <dsp:cNvSpPr/>
      </dsp:nvSpPr>
      <dsp:spPr>
        <a:xfrm>
          <a:off x="2631467" y="203982"/>
          <a:ext cx="525266" cy="9405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F93E0E-CF77-4B4C-86DE-B924E7655E30}">
      <dsp:nvSpPr>
        <dsp:cNvPr id="0" name=""/>
        <dsp:cNvSpPr/>
      </dsp:nvSpPr>
      <dsp:spPr>
        <a:xfrm>
          <a:off x="3366840" y="203982"/>
          <a:ext cx="7143624" cy="9405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000" kern="1200" dirty="0">
              <a:ea typeface="ＭＳ Ｐゴシック" panose="020B0600070205080204" pitchFamily="34" charset="-128"/>
            </a:rPr>
            <a:t>Effective CG depends on executive accountability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000" kern="1200" dirty="0">
              <a:ea typeface="ＭＳ Ｐゴシック" panose="020B0600070205080204" pitchFamily="34" charset="-128"/>
            </a:rPr>
            <a:t>Executive directors vs. (supervisory) non-executive officers</a:t>
          </a:r>
        </a:p>
      </dsp:txBody>
      <dsp:txXfrm>
        <a:off x="3366840" y="203982"/>
        <a:ext cx="7143624" cy="940500"/>
      </dsp:txXfrm>
    </dsp:sp>
    <dsp:sp modelId="{F4CD3A42-1E62-4C95-8476-44A483F07EE1}">
      <dsp:nvSpPr>
        <dsp:cNvPr id="0" name=""/>
        <dsp:cNvSpPr/>
      </dsp:nvSpPr>
      <dsp:spPr>
        <a:xfrm>
          <a:off x="5134" y="1696787"/>
          <a:ext cx="2626332" cy="668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en-US" sz="2000" kern="1200">
              <a:ea typeface="ＭＳ Ｐゴシック" panose="020B0600070205080204" pitchFamily="34" charset="-128"/>
            </a:rPr>
            <a:t>Executive remuneration</a:t>
          </a:r>
          <a:endParaRPr lang="en-GB" altLang="en-US" sz="2000" kern="1200" dirty="0">
            <a:ea typeface="ＭＳ Ｐゴシック" panose="020B0600070205080204" pitchFamily="34" charset="-128"/>
          </a:endParaRPr>
        </a:p>
      </dsp:txBody>
      <dsp:txXfrm>
        <a:off x="5134" y="1696787"/>
        <a:ext cx="2626332" cy="668250"/>
      </dsp:txXfrm>
    </dsp:sp>
    <dsp:sp modelId="{1CE4C19E-EAD6-4C54-AB89-FBD6AD85FA43}">
      <dsp:nvSpPr>
        <dsp:cNvPr id="0" name=""/>
        <dsp:cNvSpPr/>
      </dsp:nvSpPr>
      <dsp:spPr>
        <a:xfrm>
          <a:off x="2631467" y="1216482"/>
          <a:ext cx="525266" cy="1628859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95CEB8-3EC1-4708-83FB-A044985B68D6}">
      <dsp:nvSpPr>
        <dsp:cNvPr id="0" name=""/>
        <dsp:cNvSpPr/>
      </dsp:nvSpPr>
      <dsp:spPr>
        <a:xfrm>
          <a:off x="3366840" y="1216482"/>
          <a:ext cx="7143624" cy="1628859"/>
        </a:xfrm>
        <a:prstGeom prst="rect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000" kern="1200" dirty="0">
              <a:ea typeface="ＭＳ Ｐゴシック" panose="020B0600070205080204" pitchFamily="34" charset="-128"/>
            </a:rPr>
            <a:t>Performance-related pay leads to large salaries that cause unrest within corporations. (E.g. Average CEO salary in US was $15.6 million in 2016, 270 times more than the average salary.)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000" kern="1200" dirty="0">
              <a:ea typeface="ＭＳ Ｐゴシック" panose="020B0600070205080204" pitchFamily="34" charset="-128"/>
            </a:rPr>
            <a:t>Influence of globalisation on executive pay leads to significant increases. </a:t>
          </a:r>
        </a:p>
      </dsp:txBody>
      <dsp:txXfrm>
        <a:off x="3366840" y="1216482"/>
        <a:ext cx="7143624" cy="1628859"/>
      </dsp:txXfrm>
    </dsp:sp>
    <dsp:sp modelId="{6CF972FF-CECA-4F80-93E1-2BE0C8721C34}">
      <dsp:nvSpPr>
        <dsp:cNvPr id="0" name=""/>
        <dsp:cNvSpPr/>
      </dsp:nvSpPr>
      <dsp:spPr>
        <a:xfrm>
          <a:off x="5134" y="3078217"/>
          <a:ext cx="2626332" cy="39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en-US" sz="2000" kern="1200" dirty="0">
              <a:ea typeface="ＭＳ Ｐゴシック" panose="020B0600070205080204" pitchFamily="34" charset="-128"/>
            </a:rPr>
            <a:t>Diversity</a:t>
          </a:r>
        </a:p>
      </dsp:txBody>
      <dsp:txXfrm>
        <a:off x="5134" y="3078217"/>
        <a:ext cx="2626332" cy="396000"/>
      </dsp:txXfrm>
    </dsp:sp>
    <dsp:sp modelId="{BB0CC753-BEE7-40D2-90AD-B262ABD77BFD}">
      <dsp:nvSpPr>
        <dsp:cNvPr id="0" name=""/>
        <dsp:cNvSpPr/>
      </dsp:nvSpPr>
      <dsp:spPr>
        <a:xfrm>
          <a:off x="2631467" y="2917342"/>
          <a:ext cx="525266" cy="71775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6CF82D-7770-4D46-A636-A1CB8D1B2E67}">
      <dsp:nvSpPr>
        <dsp:cNvPr id="0" name=""/>
        <dsp:cNvSpPr/>
      </dsp:nvSpPr>
      <dsp:spPr>
        <a:xfrm>
          <a:off x="3366840" y="2917342"/>
          <a:ext cx="7143624" cy="717750"/>
        </a:xfrm>
        <a:prstGeom prst="rect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000" kern="1200" dirty="0">
              <a:ea typeface="ＭＳ Ｐゴシック" panose="020B0600070205080204" pitchFamily="34" charset="-128"/>
            </a:rPr>
            <a:t>Diverse boards (backgrounds, ages, gender, ethnicity, sexual orientation, etc.) correlate with positive financial performance.</a:t>
          </a:r>
        </a:p>
      </dsp:txBody>
      <dsp:txXfrm>
        <a:off x="3366840" y="2917342"/>
        <a:ext cx="7143624" cy="717750"/>
      </dsp:txXfrm>
    </dsp:sp>
    <dsp:sp modelId="{44FDDD83-24C4-4B33-9333-12A26A29C3E6}">
      <dsp:nvSpPr>
        <dsp:cNvPr id="0" name=""/>
        <dsp:cNvSpPr/>
      </dsp:nvSpPr>
      <dsp:spPr>
        <a:xfrm>
          <a:off x="5134" y="3759299"/>
          <a:ext cx="2626332" cy="668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en-US" sz="2000" kern="1200">
              <a:ea typeface="ＭＳ Ｐゴシック" panose="020B0600070205080204" pitchFamily="34" charset="-128"/>
            </a:rPr>
            <a:t>Mergers and acquisitions</a:t>
          </a:r>
          <a:endParaRPr lang="en-GB" altLang="en-US" sz="2000" kern="1200" dirty="0">
            <a:ea typeface="ＭＳ Ｐゴシック" panose="020B0600070205080204" pitchFamily="34" charset="-128"/>
          </a:endParaRPr>
        </a:p>
      </dsp:txBody>
      <dsp:txXfrm>
        <a:off x="5134" y="3759299"/>
        <a:ext cx="2626332" cy="668250"/>
      </dsp:txXfrm>
    </dsp:sp>
    <dsp:sp modelId="{4F0F158D-2FEE-4AA0-9D5D-38523C30900A}">
      <dsp:nvSpPr>
        <dsp:cNvPr id="0" name=""/>
        <dsp:cNvSpPr/>
      </dsp:nvSpPr>
      <dsp:spPr>
        <a:xfrm>
          <a:off x="2631467" y="3707092"/>
          <a:ext cx="525266" cy="772664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01345A-A0C7-4DC0-9035-F69F5F3EC6E5}">
      <dsp:nvSpPr>
        <dsp:cNvPr id="0" name=""/>
        <dsp:cNvSpPr/>
      </dsp:nvSpPr>
      <dsp:spPr>
        <a:xfrm>
          <a:off x="3366840" y="3707092"/>
          <a:ext cx="7143624" cy="772664"/>
        </a:xfrm>
        <a:prstGeom prst="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000" kern="1200" dirty="0">
              <a:ea typeface="ＭＳ Ｐゴシック" panose="020B0600070205080204" pitchFamily="34" charset="-128"/>
            </a:rPr>
            <a:t>Hostile takeovers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en-US" sz="2000" kern="1200" dirty="0">
              <a:ea typeface="ＭＳ Ｐゴシック" panose="020B0600070205080204" pitchFamily="34" charset="-128"/>
            </a:rPr>
            <a:t>Acquisitions at the expense of other </a:t>
          </a:r>
          <a:r>
            <a:rPr lang="en-GB" altLang="en-US" sz="2000" kern="1200" dirty="0" err="1">
              <a:ea typeface="ＭＳ Ｐゴシック" panose="020B0600070205080204" pitchFamily="34" charset="-128"/>
            </a:rPr>
            <a:t>stakeholdrs</a:t>
          </a:r>
          <a:endParaRPr lang="en-GB" altLang="en-US" sz="2000" kern="1200" dirty="0">
            <a:ea typeface="ＭＳ Ｐゴシック" panose="020B0600070205080204" pitchFamily="34" charset="-128"/>
          </a:endParaRPr>
        </a:p>
      </dsp:txBody>
      <dsp:txXfrm>
        <a:off x="3366840" y="3707092"/>
        <a:ext cx="7143624" cy="7726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0F9F55-8DBE-4E60-A4D8-06C7094A7CD2}">
      <dsp:nvSpPr>
        <dsp:cNvPr id="0" name=""/>
        <dsp:cNvSpPr/>
      </dsp:nvSpPr>
      <dsp:spPr>
        <a:xfrm>
          <a:off x="0" y="241611"/>
          <a:ext cx="2913062" cy="17478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Speculative investing (e.g. dotcom bubble)</a:t>
          </a:r>
        </a:p>
      </dsp:txBody>
      <dsp:txXfrm>
        <a:off x="0" y="241611"/>
        <a:ext cx="2913062" cy="1747837"/>
      </dsp:txXfrm>
    </dsp:sp>
    <dsp:sp modelId="{63B05784-66BB-46AF-8E3D-3DD78FECE33E}">
      <dsp:nvSpPr>
        <dsp:cNvPr id="0" name=""/>
        <dsp:cNvSpPr/>
      </dsp:nvSpPr>
      <dsp:spPr>
        <a:xfrm>
          <a:off x="3204368" y="241611"/>
          <a:ext cx="2913062" cy="1747837"/>
        </a:xfrm>
        <a:prstGeom prst="rect">
          <a:avLst/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High frequency trading</a:t>
          </a:r>
        </a:p>
      </dsp:txBody>
      <dsp:txXfrm>
        <a:off x="3204368" y="241611"/>
        <a:ext cx="2913062" cy="1747837"/>
      </dsp:txXfrm>
    </dsp:sp>
    <dsp:sp modelId="{CF849DD1-1C08-48B5-8590-4FE24CE5F8F0}">
      <dsp:nvSpPr>
        <dsp:cNvPr id="0" name=""/>
        <dsp:cNvSpPr/>
      </dsp:nvSpPr>
      <dsp:spPr>
        <a:xfrm>
          <a:off x="6408736" y="241611"/>
          <a:ext cx="2913062" cy="1747837"/>
        </a:xfrm>
        <a:prstGeom prst="rect">
          <a:avLst/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Short selling</a:t>
          </a:r>
        </a:p>
      </dsp:txBody>
      <dsp:txXfrm>
        <a:off x="6408736" y="241611"/>
        <a:ext cx="2913062" cy="1747837"/>
      </dsp:txXfrm>
    </dsp:sp>
    <dsp:sp modelId="{1A162D02-4D9B-464C-AEF7-17E0C65FCC40}">
      <dsp:nvSpPr>
        <dsp:cNvPr id="0" name=""/>
        <dsp:cNvSpPr/>
      </dsp:nvSpPr>
      <dsp:spPr>
        <a:xfrm>
          <a:off x="0" y="2280754"/>
          <a:ext cx="2913062" cy="1747837"/>
        </a:xfrm>
        <a:prstGeom prst="rect">
          <a:avLst/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Insider trading</a:t>
          </a:r>
        </a:p>
      </dsp:txBody>
      <dsp:txXfrm>
        <a:off x="0" y="2280754"/>
        <a:ext cx="2913062" cy="1747837"/>
      </dsp:txXfrm>
    </dsp:sp>
    <dsp:sp modelId="{8B59759A-5F98-4ED7-BC08-9A4054267F8C}">
      <dsp:nvSpPr>
        <dsp:cNvPr id="0" name=""/>
        <dsp:cNvSpPr/>
      </dsp:nvSpPr>
      <dsp:spPr>
        <a:xfrm>
          <a:off x="3204368" y="2280754"/>
          <a:ext cx="2913062" cy="1747837"/>
        </a:xfrm>
        <a:prstGeom prst="rect">
          <a:avLst/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Failure of financial professionals (e.g. auditor independence)</a:t>
          </a:r>
        </a:p>
      </dsp:txBody>
      <dsp:txXfrm>
        <a:off x="3204368" y="2280754"/>
        <a:ext cx="2913062" cy="1747837"/>
      </dsp:txXfrm>
    </dsp:sp>
    <dsp:sp modelId="{6D21A7F4-8022-4669-A35D-7E035937939A}">
      <dsp:nvSpPr>
        <dsp:cNvPr id="0" name=""/>
        <dsp:cNvSpPr/>
      </dsp:nvSpPr>
      <dsp:spPr>
        <a:xfrm>
          <a:off x="6408736" y="2280754"/>
          <a:ext cx="2913062" cy="1747837"/>
        </a:xfrm>
        <a:prstGeom prst="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Unregulated cryptocurrencies</a:t>
          </a:r>
        </a:p>
      </dsp:txBody>
      <dsp:txXfrm>
        <a:off x="6408736" y="2280754"/>
        <a:ext cx="2913062" cy="17478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0F9F55-8DBE-4E60-A4D8-06C7094A7CD2}">
      <dsp:nvSpPr>
        <dsp:cNvPr id="0" name=""/>
        <dsp:cNvSpPr/>
      </dsp:nvSpPr>
      <dsp:spPr>
        <a:xfrm>
          <a:off x="0" y="241611"/>
          <a:ext cx="2913062" cy="17478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Speculative investing (e.g. dotcom bubble)</a:t>
          </a:r>
        </a:p>
      </dsp:txBody>
      <dsp:txXfrm>
        <a:off x="0" y="241611"/>
        <a:ext cx="2913062" cy="1747837"/>
      </dsp:txXfrm>
    </dsp:sp>
    <dsp:sp modelId="{63B05784-66BB-46AF-8E3D-3DD78FECE33E}">
      <dsp:nvSpPr>
        <dsp:cNvPr id="0" name=""/>
        <dsp:cNvSpPr/>
      </dsp:nvSpPr>
      <dsp:spPr>
        <a:xfrm>
          <a:off x="3204368" y="241611"/>
          <a:ext cx="2913062" cy="1747837"/>
        </a:xfrm>
        <a:prstGeom prst="rect">
          <a:avLst/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High frequency trading</a:t>
          </a:r>
        </a:p>
      </dsp:txBody>
      <dsp:txXfrm>
        <a:off x="3204368" y="241611"/>
        <a:ext cx="2913062" cy="1747837"/>
      </dsp:txXfrm>
    </dsp:sp>
    <dsp:sp modelId="{CF849DD1-1C08-48B5-8590-4FE24CE5F8F0}">
      <dsp:nvSpPr>
        <dsp:cNvPr id="0" name=""/>
        <dsp:cNvSpPr/>
      </dsp:nvSpPr>
      <dsp:spPr>
        <a:xfrm>
          <a:off x="6408736" y="241611"/>
          <a:ext cx="2913062" cy="1747837"/>
        </a:xfrm>
        <a:prstGeom prst="rect">
          <a:avLst/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Short selling</a:t>
          </a:r>
        </a:p>
      </dsp:txBody>
      <dsp:txXfrm>
        <a:off x="6408736" y="241611"/>
        <a:ext cx="2913062" cy="1747837"/>
      </dsp:txXfrm>
    </dsp:sp>
    <dsp:sp modelId="{1A162D02-4D9B-464C-AEF7-17E0C65FCC40}">
      <dsp:nvSpPr>
        <dsp:cNvPr id="0" name=""/>
        <dsp:cNvSpPr/>
      </dsp:nvSpPr>
      <dsp:spPr>
        <a:xfrm>
          <a:off x="0" y="2280754"/>
          <a:ext cx="2913062" cy="1747837"/>
        </a:xfrm>
        <a:prstGeom prst="rect">
          <a:avLst/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Insider trading</a:t>
          </a:r>
        </a:p>
      </dsp:txBody>
      <dsp:txXfrm>
        <a:off x="0" y="2280754"/>
        <a:ext cx="2913062" cy="1747837"/>
      </dsp:txXfrm>
    </dsp:sp>
    <dsp:sp modelId="{8B59759A-5F98-4ED7-BC08-9A4054267F8C}">
      <dsp:nvSpPr>
        <dsp:cNvPr id="0" name=""/>
        <dsp:cNvSpPr/>
      </dsp:nvSpPr>
      <dsp:spPr>
        <a:xfrm>
          <a:off x="3204368" y="2280754"/>
          <a:ext cx="2913062" cy="1747837"/>
        </a:xfrm>
        <a:prstGeom prst="rect">
          <a:avLst/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Failure of financial professionals (e.g. auditor independence)</a:t>
          </a:r>
        </a:p>
      </dsp:txBody>
      <dsp:txXfrm>
        <a:off x="3204368" y="2280754"/>
        <a:ext cx="2913062" cy="1747837"/>
      </dsp:txXfrm>
    </dsp:sp>
    <dsp:sp modelId="{6D21A7F4-8022-4669-A35D-7E035937939A}">
      <dsp:nvSpPr>
        <dsp:cNvPr id="0" name=""/>
        <dsp:cNvSpPr/>
      </dsp:nvSpPr>
      <dsp:spPr>
        <a:xfrm>
          <a:off x="6408736" y="2280754"/>
          <a:ext cx="2913062" cy="1747837"/>
        </a:xfrm>
        <a:prstGeom prst="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Unregulated cryptocurrencies</a:t>
          </a:r>
        </a:p>
      </dsp:txBody>
      <dsp:txXfrm>
        <a:off x="6408736" y="2280754"/>
        <a:ext cx="2913062" cy="17478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51C0E3-8CF5-4544-A821-20352594BC01}">
      <dsp:nvSpPr>
        <dsp:cNvPr id="0" name=""/>
        <dsp:cNvSpPr/>
      </dsp:nvSpPr>
      <dsp:spPr>
        <a:xfrm>
          <a:off x="0" y="330"/>
          <a:ext cx="812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C9FAEA-0E12-4F90-932A-7A1B4FD202D2}">
      <dsp:nvSpPr>
        <dsp:cNvPr id="0" name=""/>
        <dsp:cNvSpPr/>
      </dsp:nvSpPr>
      <dsp:spPr>
        <a:xfrm>
          <a:off x="0" y="330"/>
          <a:ext cx="8128000" cy="541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en-US" sz="2500" kern="1200">
              <a:ea typeface="ＭＳ Ｐゴシック" panose="020B0600070205080204" pitchFamily="34" charset="-128"/>
            </a:rPr>
            <a:t>Governance and control</a:t>
          </a:r>
          <a:endParaRPr lang="en-GB" sz="2500" kern="1200" dirty="0"/>
        </a:p>
      </dsp:txBody>
      <dsp:txXfrm>
        <a:off x="0" y="330"/>
        <a:ext cx="8128000" cy="541734"/>
      </dsp:txXfrm>
    </dsp:sp>
    <dsp:sp modelId="{D9B8114A-4451-437B-B90F-8F54891013AF}">
      <dsp:nvSpPr>
        <dsp:cNvPr id="0" name=""/>
        <dsp:cNvSpPr/>
      </dsp:nvSpPr>
      <dsp:spPr>
        <a:xfrm>
          <a:off x="0" y="542065"/>
          <a:ext cx="812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0EAD7E-980E-4BD1-91E8-8A99B2899CF1}">
      <dsp:nvSpPr>
        <dsp:cNvPr id="0" name=""/>
        <dsp:cNvSpPr/>
      </dsp:nvSpPr>
      <dsp:spPr>
        <a:xfrm>
          <a:off x="0" y="542065"/>
          <a:ext cx="8128000" cy="541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en-US" sz="2500" kern="1200">
              <a:ea typeface="ＭＳ Ｐゴシック" panose="020B0600070205080204" pitchFamily="34" charset="-128"/>
            </a:rPr>
            <a:t>National security and protectionism</a:t>
          </a:r>
          <a:endParaRPr lang="en-GB" altLang="en-US" sz="2500" kern="1200" dirty="0">
            <a:ea typeface="ＭＳ Ｐゴシック" panose="020B0600070205080204" pitchFamily="34" charset="-128"/>
          </a:endParaRPr>
        </a:p>
      </dsp:txBody>
      <dsp:txXfrm>
        <a:off x="0" y="542065"/>
        <a:ext cx="8128000" cy="541734"/>
      </dsp:txXfrm>
    </dsp:sp>
    <dsp:sp modelId="{16265E57-E987-4B3E-96DC-4F88150C9365}">
      <dsp:nvSpPr>
        <dsp:cNvPr id="0" name=""/>
        <dsp:cNvSpPr/>
      </dsp:nvSpPr>
      <dsp:spPr>
        <a:xfrm>
          <a:off x="0" y="1083799"/>
          <a:ext cx="812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8A38A8-BAFB-477C-A33A-52D225F01BCD}">
      <dsp:nvSpPr>
        <dsp:cNvPr id="0" name=""/>
        <dsp:cNvSpPr/>
      </dsp:nvSpPr>
      <dsp:spPr>
        <a:xfrm>
          <a:off x="0" y="1083799"/>
          <a:ext cx="8128000" cy="541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en-US" sz="2500" kern="1200">
              <a:ea typeface="ＭＳ Ｐゴシック" panose="020B0600070205080204" pitchFamily="34" charset="-128"/>
            </a:rPr>
            <a:t>Speculation </a:t>
          </a:r>
          <a:endParaRPr lang="en-GB" altLang="en-US" sz="2500" kern="1200" dirty="0">
            <a:ea typeface="ＭＳ Ｐゴシック" panose="020B0600070205080204" pitchFamily="34" charset="-128"/>
          </a:endParaRPr>
        </a:p>
      </dsp:txBody>
      <dsp:txXfrm>
        <a:off x="0" y="1083799"/>
        <a:ext cx="8128000" cy="541734"/>
      </dsp:txXfrm>
    </dsp:sp>
    <dsp:sp modelId="{98AF0D62-8306-490B-A37D-4929A8C8B647}">
      <dsp:nvSpPr>
        <dsp:cNvPr id="0" name=""/>
        <dsp:cNvSpPr/>
      </dsp:nvSpPr>
      <dsp:spPr>
        <a:xfrm>
          <a:off x="0" y="1625533"/>
          <a:ext cx="812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644B50-8421-4AD0-838A-826B14332A48}">
      <dsp:nvSpPr>
        <dsp:cNvPr id="0" name=""/>
        <dsp:cNvSpPr/>
      </dsp:nvSpPr>
      <dsp:spPr>
        <a:xfrm>
          <a:off x="0" y="1625533"/>
          <a:ext cx="8128000" cy="541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en-US" sz="2500" kern="1200">
              <a:ea typeface="ＭＳ Ｐゴシック" panose="020B0600070205080204" pitchFamily="34" charset="-128"/>
            </a:rPr>
            <a:t>Unfair competition with developing countries </a:t>
          </a:r>
          <a:endParaRPr lang="en-GB" altLang="en-US" sz="2500" kern="1200" dirty="0">
            <a:ea typeface="ＭＳ Ｐゴシック" panose="020B0600070205080204" pitchFamily="34" charset="-128"/>
          </a:endParaRPr>
        </a:p>
      </dsp:txBody>
      <dsp:txXfrm>
        <a:off x="0" y="1625533"/>
        <a:ext cx="8128000" cy="541734"/>
      </dsp:txXfrm>
    </dsp:sp>
    <dsp:sp modelId="{5610B42D-1E90-48C9-8997-85AC7BD51CD1}">
      <dsp:nvSpPr>
        <dsp:cNvPr id="0" name=""/>
        <dsp:cNvSpPr/>
      </dsp:nvSpPr>
      <dsp:spPr>
        <a:xfrm>
          <a:off x="0" y="2167267"/>
          <a:ext cx="812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45D270-7D53-4081-A7C7-618A79D59EE6}">
      <dsp:nvSpPr>
        <dsp:cNvPr id="0" name=""/>
        <dsp:cNvSpPr/>
      </dsp:nvSpPr>
      <dsp:spPr>
        <a:xfrm>
          <a:off x="0" y="2167267"/>
          <a:ext cx="8128000" cy="541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en-US" sz="2500" kern="1200">
              <a:ea typeface="ＭＳ Ｐゴシック" panose="020B0600070205080204" pitchFamily="34" charset="-128"/>
            </a:rPr>
            <a:t>Space for illegal transactions</a:t>
          </a:r>
          <a:endParaRPr lang="en-GB" sz="2500" kern="1200" dirty="0"/>
        </a:p>
      </dsp:txBody>
      <dsp:txXfrm>
        <a:off x="0" y="2167267"/>
        <a:ext cx="8128000" cy="5417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ACAA1E-E873-4DF0-A6F8-7664F1BB098A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Freedom from discrimination </a:t>
          </a:r>
        </a:p>
      </dsp:txBody>
      <dsp:txXfrm>
        <a:off x="3080" y="587032"/>
        <a:ext cx="2444055" cy="1466433"/>
      </dsp:txXfrm>
    </dsp:sp>
    <dsp:sp modelId="{0096CB7C-B1F0-40AC-A066-C6BE877721B5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Privacy</a:t>
          </a:r>
        </a:p>
      </dsp:txBody>
      <dsp:txXfrm>
        <a:off x="2691541" y="587032"/>
        <a:ext cx="2444055" cy="1466433"/>
      </dsp:txXfrm>
    </dsp:sp>
    <dsp:sp modelId="{AD815D91-01EE-463E-A76F-C841E0DE547C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Due process</a:t>
          </a:r>
        </a:p>
      </dsp:txBody>
      <dsp:txXfrm>
        <a:off x="5380002" y="587032"/>
        <a:ext cx="2444055" cy="1466433"/>
      </dsp:txXfrm>
    </dsp:sp>
    <dsp:sp modelId="{E53CA561-7570-4FEC-BD4E-83E121165B4A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Participation &amp; association</a:t>
          </a:r>
        </a:p>
      </dsp:txBody>
      <dsp:txXfrm>
        <a:off x="8068463" y="587032"/>
        <a:ext cx="2444055" cy="1466433"/>
      </dsp:txXfrm>
    </dsp:sp>
    <dsp:sp modelId="{4CBFDE15-0331-4013-9D5D-9CBE7DC94313}">
      <dsp:nvSpPr>
        <dsp:cNvPr id="0" name=""/>
        <dsp:cNvSpPr/>
      </dsp:nvSpPr>
      <dsp:spPr>
        <a:xfrm>
          <a:off x="3080" y="2297871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Healthy &amp; safe working conditions</a:t>
          </a:r>
        </a:p>
      </dsp:txBody>
      <dsp:txXfrm>
        <a:off x="3080" y="2297871"/>
        <a:ext cx="2444055" cy="1466433"/>
      </dsp:txXfrm>
    </dsp:sp>
    <dsp:sp modelId="{C0427DB9-6455-4A19-99BD-669277039E02}">
      <dsp:nvSpPr>
        <dsp:cNvPr id="0" name=""/>
        <dsp:cNvSpPr/>
      </dsp:nvSpPr>
      <dsp:spPr>
        <a:xfrm>
          <a:off x="2691541" y="2297871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Fair wages</a:t>
          </a:r>
        </a:p>
      </dsp:txBody>
      <dsp:txXfrm>
        <a:off x="2691541" y="2297871"/>
        <a:ext cx="2444055" cy="1466433"/>
      </dsp:txXfrm>
    </dsp:sp>
    <dsp:sp modelId="{3889F0B6-8B3F-4904-83FD-2EA210A4EE07}">
      <dsp:nvSpPr>
        <dsp:cNvPr id="0" name=""/>
        <dsp:cNvSpPr/>
      </dsp:nvSpPr>
      <dsp:spPr>
        <a:xfrm>
          <a:off x="5380002" y="2297871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Freedom of conscience &amp; speech</a:t>
          </a:r>
        </a:p>
      </dsp:txBody>
      <dsp:txXfrm>
        <a:off x="5380002" y="2297871"/>
        <a:ext cx="2444055" cy="1466433"/>
      </dsp:txXfrm>
    </dsp:sp>
    <dsp:sp modelId="{71E0BEF1-D6ED-48B5-A143-85E2DD6B9933}">
      <dsp:nvSpPr>
        <dsp:cNvPr id="0" name=""/>
        <dsp:cNvSpPr/>
      </dsp:nvSpPr>
      <dsp:spPr>
        <a:xfrm>
          <a:off x="8068463" y="2297871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Work (e.g. recruitment practices)</a:t>
          </a:r>
        </a:p>
      </dsp:txBody>
      <dsp:txXfrm>
        <a:off x="8068463" y="2297871"/>
        <a:ext cx="2444055" cy="146643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ACAA1E-E873-4DF0-A6F8-7664F1BB098A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/>
            <a:t>Compliance with labour contract</a:t>
          </a:r>
        </a:p>
      </dsp:txBody>
      <dsp:txXfrm>
        <a:off x="1748064" y="2975"/>
        <a:ext cx="3342605" cy="2005563"/>
      </dsp:txXfrm>
    </dsp:sp>
    <dsp:sp modelId="{B04B8304-5E5D-4B97-8AA2-E1265940EC3E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/>
            <a:t>Compliance with the law (e.g. bribery)</a:t>
          </a:r>
        </a:p>
      </dsp:txBody>
      <dsp:txXfrm>
        <a:off x="5424930" y="2975"/>
        <a:ext cx="3342605" cy="2005563"/>
      </dsp:txXfrm>
    </dsp:sp>
    <dsp:sp modelId="{7747BDF6-867C-408B-B712-F3A54D009AD4}">
      <dsp:nvSpPr>
        <dsp:cNvPr id="0" name=""/>
        <dsp:cNvSpPr/>
      </dsp:nvSpPr>
      <dsp:spPr>
        <a:xfrm>
          <a:off x="3586497" y="2342799"/>
          <a:ext cx="3342605" cy="2005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/>
            <a:t>Respect the employer’s property</a:t>
          </a:r>
        </a:p>
      </dsp:txBody>
      <dsp:txXfrm>
        <a:off x="3586497" y="2342799"/>
        <a:ext cx="3342605" cy="200556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9FAB36-F136-49F3-A74A-09D8B882F84E}">
      <dsp:nvSpPr>
        <dsp:cNvPr id="0" name=""/>
        <dsp:cNvSpPr/>
      </dsp:nvSpPr>
      <dsp:spPr>
        <a:xfrm>
          <a:off x="0" y="2306"/>
          <a:ext cx="10515600" cy="9228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en-US" sz="2800" kern="1200">
              <a:ea typeface="ＭＳ Ｐゴシック" panose="020B0600070205080204" pitchFamily="34" charset="-128"/>
            </a:rPr>
            <a:t>People who are forced to work through threat</a:t>
          </a:r>
          <a:endParaRPr lang="en-GB" sz="2800" kern="1200" dirty="0"/>
        </a:p>
      </dsp:txBody>
      <dsp:txXfrm>
        <a:off x="45052" y="47358"/>
        <a:ext cx="10425496" cy="832782"/>
      </dsp:txXfrm>
    </dsp:sp>
    <dsp:sp modelId="{8BCA0593-F2E4-4FB5-9280-CFE40B2F4C71}">
      <dsp:nvSpPr>
        <dsp:cNvPr id="0" name=""/>
        <dsp:cNvSpPr/>
      </dsp:nvSpPr>
      <dsp:spPr>
        <a:xfrm>
          <a:off x="0" y="937244"/>
          <a:ext cx="10515600" cy="922886"/>
        </a:xfrm>
        <a:prstGeom prst="roundRect">
          <a:avLst/>
        </a:prstGeom>
        <a:solidFill>
          <a:schemeClr val="accent3">
            <a:hueOff val="677650"/>
            <a:satOff val="25000"/>
            <a:lumOff val="-36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en-US" sz="2800" kern="1200" dirty="0">
              <a:ea typeface="ＭＳ Ｐゴシック" panose="020B0600070205080204" pitchFamily="34" charset="-128"/>
            </a:rPr>
            <a:t>People who are owned or controlled by an employer particularly through mental, physical or threatened abuses</a:t>
          </a:r>
        </a:p>
      </dsp:txBody>
      <dsp:txXfrm>
        <a:off x="45052" y="982296"/>
        <a:ext cx="10425496" cy="832782"/>
      </dsp:txXfrm>
    </dsp:sp>
    <dsp:sp modelId="{D23A5359-5D01-4E96-AA2B-690BEB75781D}">
      <dsp:nvSpPr>
        <dsp:cNvPr id="0" name=""/>
        <dsp:cNvSpPr/>
      </dsp:nvSpPr>
      <dsp:spPr>
        <a:xfrm>
          <a:off x="0" y="1872181"/>
          <a:ext cx="10515600" cy="922886"/>
        </a:xfrm>
        <a:prstGeom prst="round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en-US" sz="2800" kern="1200">
              <a:ea typeface="ＭＳ Ｐゴシック" panose="020B0600070205080204" pitchFamily="34" charset="-128"/>
            </a:rPr>
            <a:t>People who are de-humanized and treated as a resource</a:t>
          </a:r>
          <a:endParaRPr lang="en-GB" altLang="en-US" sz="2800" kern="1200" dirty="0">
            <a:ea typeface="ＭＳ Ｐゴシック" panose="020B0600070205080204" pitchFamily="34" charset="-128"/>
          </a:endParaRPr>
        </a:p>
      </dsp:txBody>
      <dsp:txXfrm>
        <a:off x="45052" y="1917233"/>
        <a:ext cx="10425496" cy="832782"/>
      </dsp:txXfrm>
    </dsp:sp>
    <dsp:sp modelId="{6CEC8589-952D-42FE-AA47-A3C2C156AB53}">
      <dsp:nvSpPr>
        <dsp:cNvPr id="0" name=""/>
        <dsp:cNvSpPr/>
      </dsp:nvSpPr>
      <dsp:spPr>
        <a:xfrm>
          <a:off x="0" y="2807119"/>
          <a:ext cx="10515600" cy="922886"/>
        </a:xfrm>
        <a:prstGeom prst="roundRect">
          <a:avLst/>
        </a:prstGeom>
        <a:solidFill>
          <a:schemeClr val="accent3">
            <a:hueOff val="2032949"/>
            <a:satOff val="75000"/>
            <a:lumOff val="-110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en-US" sz="2800" kern="1200">
              <a:ea typeface="ＭＳ Ｐゴシック" panose="020B0600070205080204" pitchFamily="34" charset="-128"/>
            </a:rPr>
            <a:t>People being physically constrained or their movement being controlled</a:t>
          </a:r>
          <a:endParaRPr lang="en-GB" altLang="en-US" sz="2800" kern="1200" dirty="0">
            <a:ea typeface="ＭＳ Ｐゴシック" panose="020B0600070205080204" pitchFamily="34" charset="-128"/>
          </a:endParaRPr>
        </a:p>
      </dsp:txBody>
      <dsp:txXfrm>
        <a:off x="45052" y="2852171"/>
        <a:ext cx="10425496" cy="832782"/>
      </dsp:txXfrm>
    </dsp:sp>
    <dsp:sp modelId="{BC4EBE7E-9FD9-4696-8C07-2C3DD9B69C9C}">
      <dsp:nvSpPr>
        <dsp:cNvPr id="0" name=""/>
        <dsp:cNvSpPr/>
      </dsp:nvSpPr>
      <dsp:spPr>
        <a:xfrm>
          <a:off x="0" y="3742057"/>
          <a:ext cx="10515600" cy="922886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en-US" sz="2800" kern="1200">
              <a:ea typeface="ＭＳ Ｐゴシック" panose="020B0600070205080204" pitchFamily="34" charset="-128"/>
            </a:rPr>
            <a:t>People being subject to economic exploitation through underpayment </a:t>
          </a:r>
          <a:r>
            <a:rPr lang="en-GB" altLang="en-US" sz="2800" b="1" kern="1200">
              <a:ea typeface="ＭＳ Ｐゴシック" panose="020B0600070205080204" pitchFamily="34" charset="-128"/>
            </a:rPr>
            <a:t>	</a:t>
          </a:r>
          <a:endParaRPr lang="en-GB" altLang="en-US" sz="2800" b="1" kern="1200" dirty="0">
            <a:ea typeface="ＭＳ Ｐゴシック" panose="020B0600070205080204" pitchFamily="34" charset="-128"/>
          </a:endParaRPr>
        </a:p>
      </dsp:txBody>
      <dsp:txXfrm>
        <a:off x="45052" y="3787109"/>
        <a:ext cx="10425496" cy="83278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4837DE-7BD2-4A46-AF47-D948B9BC65BC}">
      <dsp:nvSpPr>
        <dsp:cNvPr id="0" name=""/>
        <dsp:cNvSpPr/>
      </dsp:nvSpPr>
      <dsp:spPr>
        <a:xfrm>
          <a:off x="0" y="68865"/>
          <a:ext cx="10515600" cy="10740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People hired to do a specific task rather than longer term for exactly the same task</a:t>
          </a:r>
        </a:p>
      </dsp:txBody>
      <dsp:txXfrm>
        <a:off x="52431" y="121296"/>
        <a:ext cx="10410738" cy="969198"/>
      </dsp:txXfrm>
    </dsp:sp>
    <dsp:sp modelId="{5BA98639-2F77-423C-A210-4DC588784005}">
      <dsp:nvSpPr>
        <dsp:cNvPr id="0" name=""/>
        <dsp:cNvSpPr/>
      </dsp:nvSpPr>
      <dsp:spPr>
        <a:xfrm>
          <a:off x="0" y="1220685"/>
          <a:ext cx="10515600" cy="1074060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Gain flexibility but also personal economic risk</a:t>
          </a:r>
        </a:p>
      </dsp:txBody>
      <dsp:txXfrm>
        <a:off x="52431" y="1273116"/>
        <a:ext cx="10410738" cy="969198"/>
      </dsp:txXfrm>
    </dsp:sp>
    <dsp:sp modelId="{B449B906-FEAA-449A-AA6C-DBEB2A5EDA3E}">
      <dsp:nvSpPr>
        <dsp:cNvPr id="0" name=""/>
        <dsp:cNvSpPr/>
      </dsp:nvSpPr>
      <dsp:spPr>
        <a:xfrm>
          <a:off x="0" y="2372505"/>
          <a:ext cx="10515600" cy="1074060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Lack of social welfare structures, e.g. holiday pay, sick pay, pensions, etc.</a:t>
          </a:r>
        </a:p>
      </dsp:txBody>
      <dsp:txXfrm>
        <a:off x="52431" y="2424936"/>
        <a:ext cx="10410738" cy="969198"/>
      </dsp:txXfrm>
    </dsp:sp>
    <dsp:sp modelId="{A069445D-08AD-41FB-9C75-A325640B43D8}">
      <dsp:nvSpPr>
        <dsp:cNvPr id="0" name=""/>
        <dsp:cNvSpPr/>
      </dsp:nvSpPr>
      <dsp:spPr>
        <a:xfrm>
          <a:off x="0" y="3524325"/>
          <a:ext cx="10515600" cy="107406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Distinction between “workers” and “employees”</a:t>
          </a:r>
        </a:p>
      </dsp:txBody>
      <dsp:txXfrm>
        <a:off x="52431" y="3576756"/>
        <a:ext cx="10410738" cy="9691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920E6-4D3B-495C-8840-445893B61BF1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3EB6C-5306-438F-9582-4E2B989B7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831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Q: Why does this lead to a possible conflict between shareholders and managers?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EB6C-5306-438F-9582-4E2B989B754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519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CG aims to put principles in place to ensure that managers act in the interests of shareholders.</a:t>
            </a:r>
          </a:p>
          <a:p>
            <a:endParaRPr lang="en-GB" dirty="0"/>
          </a:p>
          <a:p>
            <a:r>
              <a:rPr lang="en-GB" dirty="0"/>
              <a:t>Auditors etc help with info asymmetry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EB6C-5306-438F-9582-4E2B989B754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1135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Short selling </a:t>
            </a:r>
            <a:r>
              <a:rPr lang="en-GB" dirty="0" err="1"/>
              <a:t>e.g</a:t>
            </a:r>
            <a:r>
              <a:rPr lang="en-GB" dirty="0"/>
              <a:t> on next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EB6C-5306-438F-9582-4E2B989B754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372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Also insider trading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EB6C-5306-438F-9582-4E2B989B754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356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EB6C-5306-438F-9582-4E2B989B754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840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dirty="0"/>
              <a:t>Why is regulation difficult when shares are traded on international markets</a:t>
            </a:r>
          </a:p>
          <a:p>
            <a:pPr marL="171450" indent="-171450">
              <a:buFontTx/>
              <a:buChar char="-"/>
            </a:pPr>
            <a:r>
              <a:rPr lang="en-GB" dirty="0"/>
              <a:t>Illegal transactions – tax havens, paradise papers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EB6C-5306-438F-9582-4E2B989B754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704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sz="1200" dirty="0">
                <a:ea typeface="ＭＳ Ｐゴシック" panose="020B0600070205080204" pitchFamily="34" charset="-128"/>
              </a:rPr>
              <a:t>“Labour” factor of production in Economics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EB6C-5306-438F-9582-4E2B989B754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9954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EB6C-5306-438F-9582-4E2B989B7546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971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CEOs whose parents/grand were immigrants performed better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EB6C-5306-438F-9582-4E2B989B7546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0666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2FCA4-9E87-2379-F66F-FACC59A6F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921A8-86AD-4A41-297C-550EE8442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82921-E5E7-B30F-08EE-91E5260F8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3CBA-1464-4146-B6AF-2624928E644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D5348-679E-DECA-0C48-C6EC6ED70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3FB09-82A4-A243-BFAF-7188A3B2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7F1C6-8687-418C-9628-1AE4AC57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448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30B-BDB2-853B-0CE8-804F76333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4DBB6-0BD7-E872-E9AE-9D9C4ECAA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DDEE2-27DE-110D-12F4-42CF8DA45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3CBA-1464-4146-B6AF-2624928E644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0E017-783B-E2E5-6495-D203CAD24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20F4F-58A0-FEAD-7BBF-B7CEB9F2E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7F1C6-8687-418C-9628-1AE4AC57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30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0C58-AF4C-3E66-80B4-BB7015EE5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99D8A-D348-7B42-5E66-3F92073B5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AE0F4-996A-92E7-2FD1-F2673CC25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3CBA-1464-4146-B6AF-2624928E644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34E06-BFCA-3552-4E7F-3F02D63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CCF70-772C-6031-EA2D-53EA82617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7F1C6-8687-418C-9628-1AE4AC57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398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4220C-7716-F165-8617-EC752E472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D1177-DB0A-B503-F8FE-CEDB30E387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FBF9F-787D-3126-47A2-0F1E95496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FB965-EA71-ACA7-B161-BE48F43C2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3CBA-1464-4146-B6AF-2624928E644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8ABCD-BC2B-541E-6C94-87D306B55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11577-4645-330F-B388-9D1D3E5B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7F1C6-8687-418C-9628-1AE4AC57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428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5859E-026E-31FB-23C2-31D6BC237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98234-931B-5496-33A9-722819141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8355E-BA75-A773-AFD4-A3C6F21B3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084F7-FC66-60F1-3E26-D8AA80649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C6BF7F-E010-96F5-1E33-A81676D2B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95F8F7-31DF-870A-0355-DE08C4C22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3CBA-1464-4146-B6AF-2624928E644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6E45E0-FFBE-F6B5-B770-C1E35899B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E515C7-8AE2-AFA3-5A21-131F3CAD0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7F1C6-8687-418C-9628-1AE4AC57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316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72AF5-B83B-A439-0EF2-72D363482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3E945E-4BF4-B711-F47B-379C65C4B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3CBA-1464-4146-B6AF-2624928E644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811097-C722-468C-8970-550D2031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A195B4-B07E-7ED5-F6EF-0D8F9946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7F1C6-8687-418C-9628-1AE4AC57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102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FC05CE-A6BC-DF41-A2A7-2631AAED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3CBA-1464-4146-B6AF-2624928E644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67810A-5029-6081-F4CD-293FEDEC9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A2497-895B-8251-79F9-DC5B9D553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7F1C6-8687-418C-9628-1AE4AC57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822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7AD67-623B-D11B-3C93-1483F19F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AE051-CC80-39BD-28FD-EFFF64B58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4E906-92AF-960E-B51E-1A6A9F5F1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1336C-30E1-0305-889B-7A23727A5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3CBA-1464-4146-B6AF-2624928E644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A13B5-9355-C07D-DA4E-4A9E17B2F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0FE8C-28FD-DDB4-0F79-9A5066105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7F1C6-8687-418C-9628-1AE4AC57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47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E59C4-ACE7-0D69-92C1-C4F4AF324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3498A-2903-0175-6659-29AEBF9F51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032DE-6229-1E7D-5816-720899B83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B371B3-CAC8-4EEB-8ACB-FE3E3E50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3CBA-1464-4146-B6AF-2624928E644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6C955-E322-7818-D6CC-9C80B4D00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DDBE3-3AF1-5788-6035-B4E85E73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7F1C6-8687-418C-9628-1AE4AC57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08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99B8D-CFE6-3171-F3EA-53F475C1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D98B5-CF87-CB5B-5544-288FC397C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5CE80-61B4-4D19-3786-414A61E94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3CBA-1464-4146-B6AF-2624928E644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49DBA-65B8-E354-70FB-B38836921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24FBE-CE60-AF6B-CE57-33006C090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7F1C6-8687-418C-9628-1AE4AC57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471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DA8BF-5410-33A0-583D-AFD7799136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BD815-DE00-EA1F-681E-0EE39B81F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F8122-EAA1-EDD3-5740-57A6C403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3CBA-1464-4146-B6AF-2624928E644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0428F-1BA2-05A3-E696-1865282A5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5A5D6-70D2-50A7-C8C3-EAFF96978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7F1C6-8687-418C-9628-1AE4AC57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84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52716B-A5C9-8E50-0D7A-6AED2FE7F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C007C-751E-BBCA-C714-3A0FCDADF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6136A-9461-7DCE-39E2-9F5251D13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03CBA-1464-4146-B6AF-2624928E644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01EC3-995B-0A52-89F3-3B40ACA263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6C4D3-DB59-00D4-1735-DDE7ED981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7F1C6-8687-418C-9628-1AE4AC57DE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54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jobs.ac.uk/job/BVX924/lecturers-assistant-professors-in-accounting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ssets2.hrc.org/files/assets/resources/CEI-2018-FullReport.pdf?_ga=2.159891322.653065534.1571951284-2019403665.1571951284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sbc.com/our-approach/culture-and-people/diversity-and-inclusion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9E75F0-0A7E-B200-3C44-49EAD11EB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030" y="1209220"/>
            <a:ext cx="9147940" cy="2337238"/>
          </a:xfrm>
        </p:spPr>
        <p:txBody>
          <a:bodyPr anchor="b">
            <a:normAutofit/>
          </a:bodyPr>
          <a:lstStyle/>
          <a:p>
            <a:r>
              <a:rPr lang="en-GB" altLang="en-US" sz="5600">
                <a:solidFill>
                  <a:srgbClr val="FFFFFF"/>
                </a:solidFill>
                <a:ea typeface="ＭＳ Ｐゴシック" panose="020B0600070205080204" pitchFamily="34" charset="-128"/>
              </a:rPr>
              <a:t>FA565 Business Ethics and Corporate Governance</a:t>
            </a:r>
            <a:endParaRPr lang="en-GB" sz="56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F051FA-2D04-CB9B-D1B4-FD9A1BBBE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030" y="3605577"/>
            <a:ext cx="9147940" cy="1778824"/>
          </a:xfrm>
        </p:spPr>
        <p:txBody>
          <a:bodyPr anchor="t">
            <a:normAutofit fontScale="77500" lnSpcReduction="20000"/>
          </a:bodyPr>
          <a:lstStyle/>
          <a:p>
            <a:r>
              <a:rPr lang="en-GB" altLang="en-US" sz="4300" dirty="0">
                <a:solidFill>
                  <a:srgbClr val="FFFFFF"/>
                </a:solidFill>
                <a:ea typeface="ＭＳ Ｐゴシック" panose="020B0600070205080204" pitchFamily="34" charset="-128"/>
              </a:rPr>
              <a:t>Week 4: </a:t>
            </a:r>
            <a:br>
              <a:rPr lang="en-GB" altLang="en-US" sz="4300" dirty="0">
                <a:solidFill>
                  <a:srgbClr val="FFFFFF"/>
                </a:solidFill>
                <a:ea typeface="ＭＳ Ｐゴシック" panose="020B0600070205080204" pitchFamily="34" charset="-128"/>
              </a:rPr>
            </a:br>
            <a:r>
              <a:rPr lang="en-GB" altLang="en-US" sz="4300" b="1" dirty="0">
                <a:solidFill>
                  <a:srgbClr val="FFFFFF"/>
                </a:solidFill>
                <a:ea typeface="ＭＳ Ｐゴシック" panose="020B0600070205080204" pitchFamily="34" charset="-128"/>
              </a:rPr>
              <a:t>Shareholders &amp; Employees</a:t>
            </a:r>
          </a:p>
          <a:p>
            <a:endParaRPr lang="en-GB" sz="4300" i="0" dirty="0">
              <a:solidFill>
                <a:srgbClr val="FFFFFF"/>
              </a:solidFill>
              <a:ea typeface="ＭＳ Ｐゴシック" panose="020B0600070205080204" pitchFamily="34" charset="-128"/>
            </a:endParaRPr>
          </a:p>
          <a:p>
            <a:r>
              <a:rPr lang="en-GB" sz="4300" i="0" dirty="0">
                <a:solidFill>
                  <a:srgbClr val="FFFFFF"/>
                </a:solidFill>
                <a:ea typeface="ＭＳ Ｐゴシック" panose="020B0600070205080204" pitchFamily="34" charset="-128"/>
              </a:rPr>
              <a:t>Mark Elliot</a:t>
            </a:r>
            <a:endParaRPr lang="en-GB" sz="4300" i="0" dirty="0">
              <a:solidFill>
                <a:srgbClr val="FFFFFF"/>
              </a:solidFill>
            </a:endParaRPr>
          </a:p>
          <a:p>
            <a:endParaRPr lang="en-GB" sz="1700" dirty="0">
              <a:solidFill>
                <a:srgbClr val="FFFFFF"/>
              </a:solidFill>
            </a:endParaRPr>
          </a:p>
        </p:txBody>
      </p:sp>
      <p:sp>
        <p:nvSpPr>
          <p:cNvPr id="6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Straight Connector 2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70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AF7D82-273F-5CF8-FAF1-858A659FB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Overview: Shareholders, Employees &amp; Business Ethics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4E7BC5-9CDF-B98A-830A-6F22677D5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GB" altLang="en-US" sz="2800" dirty="0">
                <a:ea typeface="ＭＳ Ｐゴシック" panose="020B0600070205080204" pitchFamily="34" charset="-128"/>
              </a:rPr>
              <a:t>The nature of shareholder relations to the corporation</a:t>
            </a:r>
          </a:p>
          <a:p>
            <a:pPr>
              <a:lnSpc>
                <a:spcPct val="80000"/>
              </a:lnSpc>
            </a:pPr>
            <a:r>
              <a:rPr lang="en-GB" altLang="en-US" sz="2800" dirty="0">
                <a:ea typeface="ＭＳ Ｐゴシック" panose="020B0600070205080204" pitchFamily="34" charset="-128"/>
              </a:rPr>
              <a:t>Analysis of the rights and the duties of shareholders</a:t>
            </a:r>
          </a:p>
          <a:p>
            <a:pPr>
              <a:lnSpc>
                <a:spcPct val="80000"/>
              </a:lnSpc>
            </a:pPr>
            <a:r>
              <a:rPr lang="en-GB" altLang="en-US" sz="2800" dirty="0">
                <a:ea typeface="ＭＳ Ｐゴシック" panose="020B0600070205080204" pitchFamily="34" charset="-128"/>
              </a:rPr>
              <a:t>Specific ethical problems and dilemmas arising in the relation between companies and their shareholders</a:t>
            </a:r>
          </a:p>
          <a:p>
            <a:pPr>
              <a:lnSpc>
                <a:spcPct val="80000"/>
              </a:lnSpc>
            </a:pPr>
            <a:r>
              <a:rPr lang="en-GB" altLang="en-US" sz="2800" dirty="0">
                <a:ea typeface="ＭＳ Ｐゴシック" panose="020B0600070205080204" pitchFamily="34" charset="-128"/>
              </a:rPr>
              <a:t>The ethical implications of globalization on shareholder relations</a:t>
            </a:r>
          </a:p>
          <a:p>
            <a:pPr>
              <a:lnSpc>
                <a:spcPct val="90000"/>
              </a:lnSpc>
            </a:pPr>
            <a:r>
              <a:rPr lang="en-GB" altLang="en-US" sz="2800" dirty="0">
                <a:ea typeface="ＭＳ Ｐゴシック" panose="020B0600070205080204" pitchFamily="34" charset="-128"/>
              </a:rPr>
              <a:t>The specific role of employees among the various stakeholder groups</a:t>
            </a:r>
          </a:p>
          <a:p>
            <a:pPr>
              <a:lnSpc>
                <a:spcPct val="90000"/>
              </a:lnSpc>
            </a:pPr>
            <a:r>
              <a:rPr lang="en-GB" altLang="en-US" sz="2800" dirty="0">
                <a:ea typeface="ＭＳ Ｐゴシック" panose="020B0600070205080204" pitchFamily="34" charset="-128"/>
              </a:rPr>
              <a:t>Core ethical topics of employees’ rights and duties</a:t>
            </a:r>
          </a:p>
          <a:p>
            <a:pPr>
              <a:lnSpc>
                <a:spcPct val="90000"/>
              </a:lnSpc>
            </a:pPr>
            <a:r>
              <a:rPr lang="en-GB" altLang="en-US" sz="2800" dirty="0">
                <a:ea typeface="ＭＳ Ｐゴシック" panose="020B0600070205080204" pitchFamily="34" charset="-128"/>
              </a:rPr>
              <a:t>Ethical issues and problems faced in business-employee relations</a:t>
            </a:r>
          </a:p>
          <a:p>
            <a:pPr>
              <a:lnSpc>
                <a:spcPct val="90000"/>
              </a:lnSpc>
            </a:pPr>
            <a:r>
              <a:rPr lang="en-GB" altLang="en-US" sz="2800" dirty="0">
                <a:ea typeface="ＭＳ Ｐゴシック" panose="020B0600070205080204" pitchFamily="34" charset="-128"/>
              </a:rPr>
              <a:t>The implication of sustainability for workplaces and for specific working conditions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4999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F94BF2-F289-365E-0AF2-F408B16DD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Shareholders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A9E623-AA00-2CF4-ABDC-ABCC1D233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0966" y="3428999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20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Graphic 8" descr="Team">
            <a:extLst>
              <a:ext uri="{FF2B5EF4-FFF2-40B4-BE49-F238E27FC236}">
                <a16:creationId xmlns:a16="http://schemas.microsoft.com/office/drawing/2014/main" id="{563639BB-5B0A-0C8A-6E56-222458143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03375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B97A46-81B1-676B-F21B-D7FEAB0DA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GB" sz="5100"/>
              <a:t>Discussion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488BF5-CE52-8541-15DA-07F64FC6E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4000" dirty="0"/>
              <a:t>What are the main challenges around the ethical conduct of companies towards their shareholders?</a:t>
            </a:r>
          </a:p>
        </p:txBody>
      </p:sp>
    </p:spTree>
    <p:extLst>
      <p:ext uri="{BB962C8B-B14F-4D97-AF65-F5344CB8AC3E}">
        <p14:creationId xmlns:p14="http://schemas.microsoft.com/office/powerpoint/2010/main" val="1049701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6BF45-7429-40CE-6344-1DC5BD9F1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Rights &amp; Duties in Firm-Shareholder Relations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70289F6-F7B0-7109-80A4-998D173159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6015119"/>
              </p:ext>
            </p:extLst>
          </p:nvPr>
        </p:nvGraphicFramePr>
        <p:xfrm>
          <a:off x="838200" y="1690688"/>
          <a:ext cx="10515600" cy="4447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53076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EAB0D-4FA2-7DDB-F4D5-AEDBE3E1C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Corporate governance: a principal-agent relationship</a:t>
            </a:r>
            <a:endParaRPr lang="en-GB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A50F917-C8DE-D485-8DFD-662A7ADDEB7E}"/>
              </a:ext>
            </a:extLst>
          </p:cNvPr>
          <p:cNvSpPr/>
          <p:nvPr/>
        </p:nvSpPr>
        <p:spPr>
          <a:xfrm>
            <a:off x="5640669" y="2566219"/>
            <a:ext cx="2081292" cy="1530554"/>
          </a:xfrm>
          <a:custGeom>
            <a:avLst/>
            <a:gdLst>
              <a:gd name="connsiteX0" fmla="*/ 0 w 2081292"/>
              <a:gd name="connsiteY0" fmla="*/ 0 h 1530554"/>
              <a:gd name="connsiteX1" fmla="*/ 2081292 w 2081292"/>
              <a:gd name="connsiteY1" fmla="*/ 0 h 1530554"/>
              <a:gd name="connsiteX2" fmla="*/ 2081292 w 2081292"/>
              <a:gd name="connsiteY2" fmla="*/ 1530554 h 1530554"/>
              <a:gd name="connsiteX3" fmla="*/ 0 w 2081292"/>
              <a:gd name="connsiteY3" fmla="*/ 1530554 h 1530554"/>
              <a:gd name="connsiteX4" fmla="*/ 0 w 2081292"/>
              <a:gd name="connsiteY4" fmla="*/ 0 h 1530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1292" h="1530554">
                <a:moveTo>
                  <a:pt x="0" y="0"/>
                </a:moveTo>
                <a:lnTo>
                  <a:pt x="2081292" y="0"/>
                </a:lnTo>
                <a:lnTo>
                  <a:pt x="2081292" y="1530554"/>
                </a:lnTo>
                <a:lnTo>
                  <a:pt x="0" y="153055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1376" tIns="0" rIns="341376" bIns="341376" numCol="1" spcCol="1270" anchor="ctr" anchorCtr="0">
            <a:noAutofit/>
          </a:bodyPr>
          <a:lstStyle/>
          <a:p>
            <a:pPr marL="0" lvl="0" indent="0" algn="l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800" kern="120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DFED0F7-773B-C18A-388C-64A88DE297D8}"/>
              </a:ext>
            </a:extLst>
          </p:cNvPr>
          <p:cNvSpPr/>
          <p:nvPr/>
        </p:nvSpPr>
        <p:spPr>
          <a:xfrm>
            <a:off x="6008612" y="4224319"/>
            <a:ext cx="2081292" cy="1530554"/>
          </a:xfrm>
          <a:custGeom>
            <a:avLst/>
            <a:gdLst>
              <a:gd name="connsiteX0" fmla="*/ 0 w 2081292"/>
              <a:gd name="connsiteY0" fmla="*/ 0 h 1530554"/>
              <a:gd name="connsiteX1" fmla="*/ 2081292 w 2081292"/>
              <a:gd name="connsiteY1" fmla="*/ 0 h 1530554"/>
              <a:gd name="connsiteX2" fmla="*/ 2081292 w 2081292"/>
              <a:gd name="connsiteY2" fmla="*/ 1530554 h 1530554"/>
              <a:gd name="connsiteX3" fmla="*/ 0 w 2081292"/>
              <a:gd name="connsiteY3" fmla="*/ 1530554 h 1530554"/>
              <a:gd name="connsiteX4" fmla="*/ 0 w 2081292"/>
              <a:gd name="connsiteY4" fmla="*/ 0 h 1530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1292" h="1530554">
                <a:moveTo>
                  <a:pt x="0" y="0"/>
                </a:moveTo>
                <a:lnTo>
                  <a:pt x="2081292" y="0"/>
                </a:lnTo>
                <a:lnTo>
                  <a:pt x="2081292" y="1530554"/>
                </a:lnTo>
                <a:lnTo>
                  <a:pt x="0" y="153055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1376" tIns="0" rIns="341376" bIns="341376" numCol="1" spcCol="1270" anchor="ctr" anchorCtr="0">
            <a:noAutofit/>
          </a:bodyPr>
          <a:lstStyle/>
          <a:p>
            <a:pPr marL="0" lvl="0" indent="0" algn="l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800" kern="120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C81D841-CA15-80E8-C0A2-ECF58F910B0B}"/>
              </a:ext>
            </a:extLst>
          </p:cNvPr>
          <p:cNvGrpSpPr/>
          <p:nvPr/>
        </p:nvGrpSpPr>
        <p:grpSpPr>
          <a:xfrm>
            <a:off x="838200" y="1926031"/>
            <a:ext cx="6784234" cy="4596576"/>
            <a:chOff x="2074632" y="1837898"/>
            <a:chExt cx="6784234" cy="459657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46EC87B-779D-11AD-5E57-2C04145522FA}"/>
                </a:ext>
              </a:extLst>
            </p:cNvPr>
            <p:cNvGrpSpPr/>
            <p:nvPr/>
          </p:nvGrpSpPr>
          <p:grpSpPr>
            <a:xfrm>
              <a:off x="4046250" y="2536724"/>
              <a:ext cx="2830540" cy="3188519"/>
              <a:chOff x="6068077" y="2250299"/>
              <a:chExt cx="2830540" cy="3188519"/>
            </a:xfrm>
          </p:grpSpPr>
          <p:sp>
            <p:nvSpPr>
              <p:cNvPr id="12" name="Arrow: Up 11">
                <a:extLst>
                  <a:ext uri="{FF2B5EF4-FFF2-40B4-BE49-F238E27FC236}">
                    <a16:creationId xmlns:a16="http://schemas.microsoft.com/office/drawing/2014/main" id="{40D19834-F3B3-E28A-43DE-9651C8096A9F}"/>
                  </a:ext>
                </a:extLst>
              </p:cNvPr>
              <p:cNvSpPr/>
              <p:nvPr/>
            </p:nvSpPr>
            <p:spPr>
              <a:xfrm>
                <a:off x="7672141" y="2861479"/>
                <a:ext cx="1226476" cy="2577339"/>
              </a:xfrm>
              <a:prstGeom prst="upArrow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Arrow: Down 13">
                <a:extLst>
                  <a:ext uri="{FF2B5EF4-FFF2-40B4-BE49-F238E27FC236}">
                    <a16:creationId xmlns:a16="http://schemas.microsoft.com/office/drawing/2014/main" id="{F0D1389A-C096-03D3-093E-CC5E75BC5BAD}"/>
                  </a:ext>
                </a:extLst>
              </p:cNvPr>
              <p:cNvSpPr/>
              <p:nvPr/>
            </p:nvSpPr>
            <p:spPr>
              <a:xfrm>
                <a:off x="6068077" y="2250299"/>
                <a:ext cx="1226476" cy="2577338"/>
              </a:xfrm>
              <a:prstGeom prst="downArrow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8A40FEF-E4F6-A3EF-C8BA-09A194E685C8}"/>
                </a:ext>
              </a:extLst>
            </p:cNvPr>
            <p:cNvSpPr txBox="1"/>
            <p:nvPr/>
          </p:nvSpPr>
          <p:spPr>
            <a:xfrm>
              <a:off x="2074632" y="2546556"/>
              <a:ext cx="2094245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dirty="0"/>
                <a:t>Seeks profits, rise in share price, etc.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3DA75D3-299E-938D-D7E8-C5D26AE50F8D}"/>
                </a:ext>
              </a:extLst>
            </p:cNvPr>
            <p:cNvSpPr txBox="1"/>
            <p:nvPr/>
          </p:nvSpPr>
          <p:spPr>
            <a:xfrm>
              <a:off x="6581421" y="3910706"/>
              <a:ext cx="2277445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dirty="0"/>
                <a:t>Seeks remuneration, power, esteem, etc.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E00B74F-8678-648A-5C9A-20B4E42F1A73}"/>
                </a:ext>
              </a:extLst>
            </p:cNvPr>
            <p:cNvSpPr txBox="1"/>
            <p:nvPr/>
          </p:nvSpPr>
          <p:spPr>
            <a:xfrm>
              <a:off x="2142466" y="1837898"/>
              <a:ext cx="4906792" cy="70788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0" dirty="0">
                  <a:solidFill>
                    <a:schemeClr val="bg1"/>
                  </a:solidFill>
                </a:rPr>
                <a:t>Principal - Shareholder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8EFBED3-53CE-3AC9-5870-2FF0D7206C05}"/>
                </a:ext>
              </a:extLst>
            </p:cNvPr>
            <p:cNvSpPr txBox="1"/>
            <p:nvPr/>
          </p:nvSpPr>
          <p:spPr>
            <a:xfrm>
              <a:off x="3868608" y="5726588"/>
              <a:ext cx="4990258" cy="707886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0" dirty="0">
                  <a:solidFill>
                    <a:schemeClr val="bg1"/>
                  </a:solidFill>
                </a:rPr>
                <a:t>Agent - Management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6DFE742-4578-FAC0-EE4C-D074EBC9A320}"/>
              </a:ext>
            </a:extLst>
          </p:cNvPr>
          <p:cNvSpPr txBox="1"/>
          <p:nvPr/>
        </p:nvSpPr>
        <p:spPr>
          <a:xfrm>
            <a:off x="7951549" y="2338553"/>
            <a:ext cx="3419167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Conflict of interest: </a:t>
            </a:r>
            <a:endParaRPr lang="en-GB" sz="2400" dirty="0"/>
          </a:p>
          <a:p>
            <a:pPr algn="ctr"/>
            <a:r>
              <a:rPr lang="en-GB" sz="2400" dirty="0"/>
              <a:t>Maximisation of profits vs. high salaries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b="1" dirty="0"/>
              <a:t>Informational asymmetry:</a:t>
            </a:r>
          </a:p>
          <a:p>
            <a:pPr algn="ctr"/>
            <a:r>
              <a:rPr lang="en-GB" sz="2400" dirty="0"/>
              <a:t>Shareholders have limited information about management’s activities</a:t>
            </a:r>
          </a:p>
        </p:txBody>
      </p:sp>
    </p:spTree>
    <p:extLst>
      <p:ext uri="{BB962C8B-B14F-4D97-AF65-F5344CB8AC3E}">
        <p14:creationId xmlns:p14="http://schemas.microsoft.com/office/powerpoint/2010/main" val="3568584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71382-1BA2-200F-4E19-28CF4221C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Ethical issues in Corporate Governance</a:t>
            </a:r>
            <a:endParaRPr lang="en-GB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1A6100C-C1E1-FBE2-03B9-DB92B91F0F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0095641"/>
              </p:ext>
            </p:extLst>
          </p:nvPr>
        </p:nvGraphicFramePr>
        <p:xfrm>
          <a:off x="838200" y="1789470"/>
          <a:ext cx="10515600" cy="46837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4508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35265-F866-B395-C03F-F8F1CF77F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Financial Markets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F8FD9A1-F45E-88EB-14CA-AF11ECA40F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6305791"/>
              </p:ext>
            </p:extLst>
          </p:nvPr>
        </p:nvGraphicFramePr>
        <p:xfrm>
          <a:off x="1435100" y="1789471"/>
          <a:ext cx="9321799" cy="4270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99890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6295-8B76-DD65-0D0B-8D3C468BD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Short selling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6EB4A-FBDB-ACAF-0A7B-5D6ED27F3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19 September 2022:</a:t>
            </a:r>
          </a:p>
          <a:p>
            <a:pPr marL="0" indent="0">
              <a:buNone/>
            </a:pPr>
            <a:r>
              <a:rPr lang="en-GB" dirty="0"/>
              <a:t>Borrow: £1m</a:t>
            </a:r>
          </a:p>
          <a:p>
            <a:pPr marL="0" indent="0">
              <a:buNone/>
            </a:pPr>
            <a:r>
              <a:rPr lang="en-GB" dirty="0"/>
              <a:t>Exchange to USD at £1: $1.14 </a:t>
            </a:r>
            <a:r>
              <a:rPr lang="en-GB" dirty="0">
                <a:sym typeface="Wingdings" panose="05000000000000000000" pitchFamily="2" charset="2"/>
              </a:rPr>
              <a:t> $1.14m</a:t>
            </a:r>
          </a:p>
          <a:p>
            <a:pPr marL="0" indent="0">
              <a:buNone/>
            </a:pPr>
            <a:endParaRPr lang="en-GB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GB" b="1" dirty="0">
                <a:sym typeface="Wingdings" panose="05000000000000000000" pitchFamily="2" charset="2"/>
              </a:rPr>
              <a:t>23 September 2022:</a:t>
            </a:r>
          </a:p>
          <a:p>
            <a:pPr marL="0" indent="0">
              <a:buNone/>
            </a:pPr>
            <a:r>
              <a:rPr lang="en-GB" dirty="0">
                <a:sym typeface="Wingdings" panose="05000000000000000000" pitchFamily="2" charset="2"/>
              </a:rPr>
              <a:t>Exchange back to GBP at £1: $1.08  £1.05m</a:t>
            </a:r>
          </a:p>
          <a:p>
            <a:pPr marL="0" indent="0">
              <a:buNone/>
            </a:pPr>
            <a:r>
              <a:rPr lang="en-GB" dirty="0">
                <a:sym typeface="Wingdings" panose="05000000000000000000" pitchFamily="2" charset="2"/>
              </a:rPr>
              <a:t>Pay back lender: £1m</a:t>
            </a:r>
          </a:p>
          <a:p>
            <a:pPr marL="0" indent="0">
              <a:buNone/>
            </a:pPr>
            <a:r>
              <a:rPr lang="en-GB" dirty="0">
                <a:sym typeface="Wingdings" panose="05000000000000000000" pitchFamily="2" charset="2"/>
              </a:rPr>
              <a:t>Keep excess: £55k</a:t>
            </a:r>
          </a:p>
        </p:txBody>
      </p:sp>
    </p:spTree>
    <p:extLst>
      <p:ext uri="{BB962C8B-B14F-4D97-AF65-F5344CB8AC3E}">
        <p14:creationId xmlns:p14="http://schemas.microsoft.com/office/powerpoint/2010/main" val="2348494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35265-F866-B395-C03F-F8F1CF77F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Financial Markets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F8FD9A1-F45E-88EB-14CA-AF11ECA40FE7}"/>
              </a:ext>
            </a:extLst>
          </p:cNvPr>
          <p:cNvGraphicFramePr/>
          <p:nvPr/>
        </p:nvGraphicFramePr>
        <p:xfrm>
          <a:off x="1435100" y="1789471"/>
          <a:ext cx="9321799" cy="4270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39403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A69A8-58E9-2943-5F72-C3D97FF75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400" dirty="0">
                <a:ea typeface="ＭＳ Ｐゴシック" panose="020B0600070205080204" pitchFamily="34" charset="-128"/>
              </a:rPr>
              <a:t>Shareholders and globalisation: </a:t>
            </a:r>
            <a:br>
              <a:rPr lang="en-GB" altLang="en-US" sz="4400" dirty="0">
                <a:ea typeface="ＭＳ Ｐゴシック" panose="020B0600070205080204" pitchFamily="34" charset="-128"/>
              </a:rPr>
            </a:br>
            <a:r>
              <a:rPr lang="en-GB" altLang="en-US" sz="4400" dirty="0">
                <a:ea typeface="ＭＳ Ｐゴシック" panose="020B0600070205080204" pitchFamily="34" charset="-128"/>
              </a:rPr>
              <a:t>Global financial markets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3571D-37A3-1697-7AC9-7ABA114E5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9425"/>
            <a:ext cx="10515600" cy="1202498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GB" altLang="en-US" sz="2400" b="1" dirty="0">
                <a:ea typeface="ＭＳ Ｐゴシック" panose="020B0600070205080204" pitchFamily="34" charset="-128"/>
              </a:rPr>
              <a:t>Global financial markets</a:t>
            </a:r>
            <a:r>
              <a:rPr lang="en-GB" altLang="en-US" sz="2400" dirty="0">
                <a:ea typeface="ＭＳ Ｐゴシック" panose="020B0600070205080204" pitchFamily="34" charset="-128"/>
              </a:rPr>
              <a:t> are the total of all physical and virtual (electronic) places where financial titles in the broadest sense (capital, shares, currency, options, etc.) are traded worldwide</a:t>
            </a:r>
            <a:r>
              <a:rPr lang="en-GB" altLang="en-US" sz="2400" dirty="0">
                <a:solidFill>
                  <a:schemeClr val="hlink"/>
                </a:solidFill>
                <a:ea typeface="ＭＳ Ｐゴシック" panose="020B0600070205080204" pitchFamily="34" charset="-128"/>
              </a:rPr>
              <a:t>.</a:t>
            </a:r>
            <a:endParaRPr lang="en-GB" altLang="en-US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14FA437-5F56-DD7B-6A46-5713F6BA98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9111789"/>
              </p:ext>
            </p:extLst>
          </p:nvPr>
        </p:nvGraphicFramePr>
        <p:xfrm>
          <a:off x="2032000" y="3581168"/>
          <a:ext cx="8128000" cy="2709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69273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314E2-935D-DC68-A867-806F98E28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ＭＳ Ｐゴシック" panose="020B0600070205080204" pitchFamily="34" charset="-128"/>
              </a:rPr>
              <a:t>Reforming corporate governance around the globe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AE567-C7E2-1161-2172-12C38D8D0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80153"/>
            <a:ext cx="10515600" cy="4225664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GB" altLang="en-US" sz="3200" dirty="0">
                <a:ea typeface="ＭＳ Ｐゴシック" panose="020B0600070205080204" pitchFamily="34" charset="-128"/>
              </a:rPr>
              <a:t>Some important shortcomings in present systems of governance in many countries</a:t>
            </a:r>
          </a:p>
          <a:p>
            <a:pPr>
              <a:lnSpc>
                <a:spcPct val="80000"/>
              </a:lnSpc>
            </a:pPr>
            <a:r>
              <a:rPr lang="en-GB" altLang="en-US" sz="3200" dirty="0">
                <a:ea typeface="ＭＳ Ｐゴシック" panose="020B0600070205080204" pitchFamily="34" charset="-128"/>
              </a:rPr>
              <a:t>Main tool in Europe is corporate governance codes</a:t>
            </a:r>
          </a:p>
          <a:p>
            <a:pPr>
              <a:lnSpc>
                <a:spcPct val="80000"/>
              </a:lnSpc>
            </a:pPr>
            <a:r>
              <a:rPr lang="en-GB" altLang="en-US" sz="3200" dirty="0">
                <a:ea typeface="ＭＳ Ｐゴシック" panose="020B0600070205080204" pitchFamily="34" charset="-128"/>
              </a:rPr>
              <a:t>Legal basis and power of these codes varies dramatically</a:t>
            </a:r>
          </a:p>
          <a:p>
            <a:pPr>
              <a:lnSpc>
                <a:spcPct val="80000"/>
              </a:lnSpc>
            </a:pPr>
            <a:r>
              <a:rPr lang="en-GB" altLang="en-US" sz="3200" dirty="0">
                <a:ea typeface="ＭＳ Ｐゴシック" panose="020B0600070205080204" pitchFamily="34" charset="-128"/>
              </a:rPr>
              <a:t>US response – Sarbanes-Oxley</a:t>
            </a:r>
          </a:p>
          <a:p>
            <a:pPr>
              <a:lnSpc>
                <a:spcPct val="80000"/>
              </a:lnSpc>
            </a:pPr>
            <a:r>
              <a:rPr lang="en-GB" altLang="en-US" sz="3200" dirty="0">
                <a:ea typeface="ＭＳ Ｐゴシック" panose="020B0600070205080204" pitchFamily="34" charset="-128"/>
              </a:rPr>
              <a:t>Islamic finance</a:t>
            </a:r>
          </a:p>
          <a:p>
            <a:pPr lvl="1">
              <a:lnSpc>
                <a:spcPct val="80000"/>
              </a:lnSpc>
            </a:pPr>
            <a:r>
              <a:rPr lang="en-GB" altLang="en-US" sz="2800" dirty="0">
                <a:ea typeface="ＭＳ Ｐゴシック" panose="020B0600070205080204" pitchFamily="34" charset="-128"/>
              </a:rPr>
              <a:t>E.g. prohibition of interest, speculation, etc.; requirement for financial products to be backed by a tangible asset, etc.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8994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86794-4F4D-17A8-303B-75D903BD5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400" dirty="0">
                <a:ea typeface="ＭＳ Ｐゴシック" panose="020B0600070205080204" pitchFamily="34" charset="-128"/>
              </a:rPr>
              <a:t>Shareholders as citizens of the corporation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1E8F3-B958-9E57-DB41-B2057385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GB" altLang="en-US" sz="2400" dirty="0">
                <a:ea typeface="ＭＳ Ｐゴシック" panose="020B0600070205080204" pitchFamily="34" charset="-128"/>
              </a:rPr>
              <a:t>Shareholder democracy</a:t>
            </a:r>
          </a:p>
          <a:p>
            <a:pPr lvl="1"/>
            <a:r>
              <a:rPr lang="en-GB" altLang="en-US" sz="2000" dirty="0">
                <a:ea typeface="ＭＳ Ｐゴシック" panose="020B0600070205080204" pitchFamily="34" charset="-128"/>
              </a:rPr>
              <a:t>Idea that a shareholder of a company is entitled to have a say in corporate decisions</a:t>
            </a:r>
          </a:p>
          <a:p>
            <a:pPr lvl="1"/>
            <a:r>
              <a:rPr lang="en-GB" altLang="en-US" sz="2000" dirty="0">
                <a:ea typeface="ＭＳ Ｐゴシック" panose="020B0600070205080204" pitchFamily="34" charset="-128"/>
              </a:rPr>
              <a:t>Can shareholders be a force for wider social accountability and performance?</a:t>
            </a:r>
          </a:p>
          <a:p>
            <a:r>
              <a:rPr lang="en-GB" altLang="en-US" sz="2400" dirty="0">
                <a:ea typeface="ＭＳ Ｐゴシック" panose="020B0600070205080204" pitchFamily="34" charset="-128"/>
              </a:rPr>
              <a:t>Shareholder activism</a:t>
            </a:r>
          </a:p>
          <a:p>
            <a:pPr lvl="1"/>
            <a:r>
              <a:rPr lang="en-GB" altLang="en-US" sz="2000" dirty="0">
                <a:ea typeface="ＭＳ Ｐゴシック" panose="020B0600070205080204" pitchFamily="34" charset="-128"/>
              </a:rPr>
              <a:t>Buy shares in company for right to speak at the annual general meetings</a:t>
            </a:r>
          </a:p>
          <a:p>
            <a:pPr lvl="1"/>
            <a:r>
              <a:rPr lang="en-GB" altLang="en-US" sz="2000" dirty="0">
                <a:ea typeface="ＭＳ Ｐゴシック" panose="020B0600070205080204" pitchFamily="34" charset="-128"/>
              </a:rPr>
              <a:t>Voice concern and challenge the company on allegedly unethical practices</a:t>
            </a:r>
          </a:p>
          <a:p>
            <a:r>
              <a:rPr lang="en-GB" altLang="en-US" sz="2400" dirty="0">
                <a:ea typeface="ＭＳ Ｐゴシック" panose="020B0600070205080204" pitchFamily="34" charset="-128"/>
              </a:rPr>
              <a:t>Socially responsible investment (SRI)</a:t>
            </a:r>
          </a:p>
          <a:p>
            <a:pPr lvl="1"/>
            <a:r>
              <a:rPr lang="en-GB" altLang="en-US" sz="2000" dirty="0">
                <a:ea typeface="ＭＳ Ｐゴシック" panose="020B0600070205080204" pitchFamily="34" charset="-128"/>
              </a:rPr>
              <a:t>Investment decisions that combine the search for financial returns with achievement of social, ethical and environmental goals.</a:t>
            </a:r>
          </a:p>
          <a:p>
            <a:r>
              <a:rPr lang="en-GB" altLang="en-US" sz="2400" dirty="0">
                <a:ea typeface="ＭＳ Ｐゴシック" panose="020B0600070205080204" pitchFamily="34" charset="-128"/>
              </a:rPr>
              <a:t>Sustainability</a:t>
            </a:r>
          </a:p>
          <a:p>
            <a:pPr lvl="1"/>
            <a:r>
              <a:rPr lang="en-GB" altLang="en-US" sz="2000" dirty="0">
                <a:ea typeface="ＭＳ Ｐゴシック" panose="020B0600070205080204" pitchFamily="34" charset="-128"/>
              </a:rPr>
              <a:t>Sustainability indices</a:t>
            </a:r>
          </a:p>
          <a:p>
            <a:pPr lvl="1"/>
            <a:r>
              <a:rPr lang="en-GB" altLang="en-US" sz="2000" dirty="0">
                <a:ea typeface="ＭＳ Ｐゴシック" panose="020B0600070205080204" pitchFamily="34" charset="-128"/>
              </a:rPr>
              <a:t>Alternative models of ownership, e.g. cooperatives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4438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F94BF2-F289-365E-0AF2-F408B16DD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Employees</a:t>
            </a:r>
          </a:p>
        </p:txBody>
      </p:sp>
      <p:pic>
        <p:nvPicPr>
          <p:cNvPr id="9" name="Graphic 8" descr="Team">
            <a:extLst>
              <a:ext uri="{FF2B5EF4-FFF2-40B4-BE49-F238E27FC236}">
                <a16:creationId xmlns:a16="http://schemas.microsoft.com/office/drawing/2014/main" id="{563639BB-5B0A-0C8A-6E56-222458143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36751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B97A46-81B1-676B-F21B-D7FEAB0DA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GB" sz="5100"/>
              <a:t>Discussion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488BF5-CE52-8541-15DA-07F64FC6E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4000" dirty="0"/>
              <a:t>What are the main ethical issues that face companies in their ethical treatment of employees?</a:t>
            </a:r>
          </a:p>
        </p:txBody>
      </p:sp>
    </p:spTree>
    <p:extLst>
      <p:ext uri="{BB962C8B-B14F-4D97-AF65-F5344CB8AC3E}">
        <p14:creationId xmlns:p14="http://schemas.microsoft.com/office/powerpoint/2010/main" val="3072627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8FFD7-EF04-991C-A855-2F1B567DD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Management of human resources</a:t>
            </a:r>
            <a:endParaRPr lang="en-GB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FA5D3-DE12-56B2-84A8-EE2AC8C32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sz="3600" dirty="0">
                <a:ea typeface="ＭＳ Ｐゴシック" panose="020B0600070205080204" pitchFamily="34" charset="-128"/>
              </a:rPr>
              <a:t>The term ‘human resource management’ and its implications have been a subject of intense debate in business ethics</a:t>
            </a:r>
          </a:p>
          <a:p>
            <a:r>
              <a:rPr lang="en-GB" altLang="en-US" sz="3600" dirty="0">
                <a:ea typeface="ＭＳ Ｐゴシック" panose="020B0600070205080204" pitchFamily="34" charset="-128"/>
              </a:rPr>
              <a:t>Humans treated as important and costly resource Consequently, employees are subject to a strict managerial rationale of minimising costs and maximising the efficiency of the ‘resource’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711503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92E97-CCF4-3F40-6E1E-75765A5A8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Employee Rights &amp; Employee Duties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3A7A7-0749-7B23-3183-95B0DA063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altLang="en-US" dirty="0">
                <a:ea typeface="ＭＳ Ｐゴシック" panose="020B0600070205080204" pitchFamily="34" charset="-128"/>
              </a:rPr>
              <a:t>Central ethical issues in HRM revolve around rights and duties. </a:t>
            </a:r>
          </a:p>
          <a:p>
            <a:endParaRPr lang="en-CA" altLang="en-US" b="1" dirty="0">
              <a:ea typeface="ＭＳ Ｐゴシック" panose="020B0600070205080204" pitchFamily="34" charset="-128"/>
            </a:endParaRPr>
          </a:p>
          <a:p>
            <a:r>
              <a:rPr lang="en-CA" altLang="en-US" b="1" dirty="0">
                <a:ea typeface="ＭＳ Ｐゴシック" panose="020B0600070205080204" pitchFamily="34" charset="-128"/>
              </a:rPr>
              <a:t>Employee rights</a:t>
            </a:r>
            <a:r>
              <a:rPr lang="en-CA" altLang="en-US" dirty="0">
                <a:ea typeface="ＭＳ Ｐゴシック" panose="020B0600070205080204" pitchFamily="34" charset="-128"/>
              </a:rPr>
              <a:t>:</a:t>
            </a:r>
          </a:p>
          <a:p>
            <a:pPr lvl="1"/>
            <a:r>
              <a:rPr lang="en-CA" altLang="en-US" dirty="0">
                <a:ea typeface="ＭＳ Ｐゴシック" panose="020B0600070205080204" pitchFamily="34" charset="-128"/>
              </a:rPr>
              <a:t>Entitlements of workers with respect to their employer, based on a general understanding of human rights and often codified in employment law.</a:t>
            </a:r>
          </a:p>
          <a:p>
            <a:r>
              <a:rPr lang="en-CA" altLang="en-US" b="1" dirty="0">
                <a:ea typeface="ＭＳ Ｐゴシック" panose="020B0600070205080204" pitchFamily="34" charset="-128"/>
              </a:rPr>
              <a:t>Employee duties:</a:t>
            </a:r>
          </a:p>
          <a:p>
            <a:pPr lvl="1"/>
            <a:r>
              <a:rPr lang="en-CA" altLang="en-US" dirty="0">
                <a:ea typeface="ＭＳ Ｐゴシック" panose="020B0600070205080204" pitchFamily="34" charset="-128"/>
              </a:rPr>
              <a:t>Obligations of workers towards their employer, based on individual contracts and wider employment laws.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2642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3E9A7-539C-F588-5548-DC8A65B6C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Employee Rights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B694E9-BA40-DFB5-3CB2-29AC59C8F6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2392344"/>
              </p:ext>
            </p:extLst>
          </p:nvPr>
        </p:nvGraphicFramePr>
        <p:xfrm>
          <a:off x="838200" y="188825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1349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3E9A7-539C-F588-5548-DC8A65B6C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Employee Duties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B694E9-BA40-DFB5-3CB2-29AC59C8F6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965450"/>
              </p:ext>
            </p:extLst>
          </p:nvPr>
        </p:nvGraphicFramePr>
        <p:xfrm>
          <a:off x="838200" y="188825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6817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3FAB-4612-5C9A-F439-192E26FAA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Ethical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1582B-20C8-23F5-C9E8-6ACAD8EF7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r>
              <a:rPr lang="en-GB" altLang="en-US" sz="3200" dirty="0">
                <a:ea typeface="ＭＳ Ｐゴシック" panose="020B0600070205080204" pitchFamily="34" charset="-128"/>
              </a:rPr>
              <a:t>Modern Slavery</a:t>
            </a:r>
          </a:p>
          <a:p>
            <a:r>
              <a:rPr lang="en-GB" altLang="en-US" sz="3200" dirty="0">
                <a:ea typeface="ＭＳ Ｐゴシック" panose="020B0600070205080204" pitchFamily="34" charset="-128"/>
              </a:rPr>
              <a:t>Gig Economy</a:t>
            </a:r>
          </a:p>
          <a:p>
            <a:r>
              <a:rPr lang="en-GB" altLang="en-US" sz="3200" dirty="0">
                <a:ea typeface="ＭＳ Ｐゴシック" panose="020B0600070205080204" pitchFamily="34" charset="-128"/>
              </a:rPr>
              <a:t>Equality, Diversity &amp; Inclusion; Discrimination</a:t>
            </a:r>
          </a:p>
          <a:p>
            <a:pPr lvl="1"/>
            <a:r>
              <a:rPr lang="en-GB" altLang="en-US" sz="2800" dirty="0">
                <a:ea typeface="ＭＳ Ｐゴシック" panose="020B0600070205080204" pitchFamily="34" charset="-128"/>
              </a:rPr>
              <a:t>Gender, LGBTQ, Age, Maternity, etc.</a:t>
            </a:r>
          </a:p>
          <a:p>
            <a:r>
              <a:rPr lang="en-GB" altLang="en-US" sz="3200" dirty="0">
                <a:ea typeface="ＭＳ Ｐゴシック" panose="020B0600070205080204" pitchFamily="34" charset="-128"/>
              </a:rPr>
              <a:t>Sexual and racial harassment</a:t>
            </a:r>
          </a:p>
          <a:p>
            <a:pPr lvl="1"/>
            <a:r>
              <a:rPr lang="en-GB" altLang="en-US" sz="2800" dirty="0">
                <a:ea typeface="ＭＳ Ｐゴシック" panose="020B0600070205080204" pitchFamily="34" charset="-128"/>
              </a:rPr>
              <a:t>#MeToo</a:t>
            </a:r>
          </a:p>
          <a:p>
            <a:r>
              <a:rPr lang="en-GB" altLang="en-US" sz="3200" dirty="0">
                <a:ea typeface="ＭＳ Ｐゴシック" panose="020B0600070205080204" pitchFamily="34" charset="-128"/>
              </a:rPr>
              <a:t>Employee privacy</a:t>
            </a:r>
          </a:p>
          <a:p>
            <a:r>
              <a:rPr lang="en-GB" altLang="en-US" sz="3200" dirty="0">
                <a:ea typeface="ＭＳ Ｐゴシック" panose="020B0600070205080204" pitchFamily="34" charset="-128"/>
              </a:rPr>
              <a:t>Health and drug testing</a:t>
            </a:r>
          </a:p>
          <a:p>
            <a:r>
              <a:rPr lang="en-GB" altLang="en-US" sz="3200" dirty="0">
                <a:ea typeface="ＭＳ Ｐゴシック" panose="020B0600070205080204" pitchFamily="34" charset="-128"/>
              </a:rPr>
              <a:t>Electronic privacy and data protection</a:t>
            </a:r>
          </a:p>
          <a:p>
            <a:r>
              <a:rPr lang="en-GB" altLang="en-US" sz="3200" dirty="0">
                <a:ea typeface="ＭＳ Ｐゴシック" panose="020B0600070205080204" pitchFamily="34" charset="-128"/>
              </a:rPr>
              <a:t>Due process and lay-offs</a:t>
            </a:r>
          </a:p>
          <a:p>
            <a:r>
              <a:rPr lang="en-GB" altLang="en-US" sz="3200" dirty="0">
                <a:ea typeface="ＭＳ Ｐゴシック" panose="020B0600070205080204" pitchFamily="34" charset="-128"/>
              </a:rPr>
              <a:t>National culture and moral values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429027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2CF52-F513-D1DA-8829-7A62A852D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Ethical Issues – Modern Slavery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7099E7-1EFE-702B-13A9-886DDF81E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4549956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9342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2CF52-F513-D1DA-8829-7A62A852D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Ethical Issues – Gig Economy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7099E7-1EFE-702B-13A9-886DDF81E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5536459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7969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2151F-1B46-A000-638E-37C00C651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Gender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6DAC49-6191-9F65-4E9F-26D527AE3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737814"/>
              </p:ext>
            </p:extLst>
          </p:nvPr>
        </p:nvGraphicFramePr>
        <p:xfrm>
          <a:off x="1422400" y="1736725"/>
          <a:ext cx="9003644" cy="42376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1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4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04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0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088">
                <a:tc>
                  <a:txBody>
                    <a:bodyPr/>
                    <a:lstStyle/>
                    <a:p>
                      <a:pPr algn="ctr"/>
                      <a:endParaRPr lang="en-GB" sz="2000" b="1" dirty="0"/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2000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2004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2008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2014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2017</a:t>
                      </a:r>
                    </a:p>
                  </a:txBody>
                  <a:tcPr marL="91437" marR="9143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085">
                <a:tc>
                  <a:txBody>
                    <a:bodyPr/>
                    <a:lstStyle/>
                    <a:p>
                      <a:r>
                        <a:rPr lang="en-GB" sz="2000" b="1" dirty="0"/>
                        <a:t>Female held directorships (in % of total directorships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69 (5.8%)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110 (9.7%)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131 (11.7%)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231 (20.7%)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294 (27.7%)</a:t>
                      </a:r>
                    </a:p>
                  </a:txBody>
                  <a:tcPr marL="91437" marR="9143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366">
                <a:tc>
                  <a:txBody>
                    <a:bodyPr/>
                    <a:lstStyle/>
                    <a:p>
                      <a:r>
                        <a:rPr lang="en-GB" sz="2000" b="1" dirty="0"/>
                        <a:t>Female executive directors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11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17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17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20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25</a:t>
                      </a:r>
                    </a:p>
                  </a:txBody>
                  <a:tcPr marL="91437" marR="9143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366">
                <a:tc>
                  <a:txBody>
                    <a:bodyPr/>
                    <a:lstStyle/>
                    <a:p>
                      <a:r>
                        <a:rPr lang="en-GB" sz="2000" b="1" dirty="0"/>
                        <a:t>Female non-executive directors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60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93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114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211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269</a:t>
                      </a:r>
                    </a:p>
                  </a:txBody>
                  <a:tcPr marL="91437" marR="9143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366">
                <a:tc>
                  <a:txBody>
                    <a:bodyPr/>
                    <a:lstStyle/>
                    <a:p>
                      <a:r>
                        <a:rPr lang="en-GB" sz="2000" b="1" dirty="0"/>
                        <a:t>Companies with 2 women directors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14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19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39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79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91437" marR="9143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366">
                <a:tc>
                  <a:txBody>
                    <a:bodyPr/>
                    <a:lstStyle/>
                    <a:p>
                      <a:r>
                        <a:rPr lang="en-GB" sz="2000" b="1" dirty="0"/>
                        <a:t>Companies with no women directors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42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31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22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2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0</a:t>
                      </a:r>
                    </a:p>
                  </a:txBody>
                  <a:tcPr marL="91437" marR="9143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Box 89">
            <a:extLst>
              <a:ext uri="{FF2B5EF4-FFF2-40B4-BE49-F238E27FC236}">
                <a16:creationId xmlns:a16="http://schemas.microsoft.com/office/drawing/2014/main" id="{D96897CC-89B1-873A-5FF4-72CC68423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1435" y="5918462"/>
            <a:ext cx="4618037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latin typeface="+mn-lt"/>
              </a:rPr>
              <a:t>(FTSE 100: largest 100 companies on the Financial Times Stock Exchange Index)</a:t>
            </a:r>
            <a:endParaRPr lang="en-GB" alt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507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54E9B-0EF6-C545-3F88-3D7F91E2C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Immigrants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D84D12A-C4E8-5F33-5763-97B9F3CAC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63" y="1507787"/>
            <a:ext cx="8181873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8886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51455-F1DE-E63F-E1BF-653E6A4D0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Equal Opportunities &amp; Affirmative Action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56CE3-E0FA-5731-8407-9F264166E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763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 dirty="0">
                <a:ea typeface="ＭＳ Ｐゴシック" panose="020B0600070205080204" pitchFamily="34" charset="-128"/>
              </a:rPr>
              <a:t>How should organizations respond to problems of discrimination?</a:t>
            </a:r>
          </a:p>
          <a:p>
            <a:pPr>
              <a:lnSpc>
                <a:spcPct val="90000"/>
              </a:lnSpc>
            </a:pPr>
            <a:r>
              <a:rPr lang="en-GB" altLang="en-US" sz="2000" b="1" dirty="0">
                <a:ea typeface="ＭＳ Ｐゴシック" panose="020B0600070205080204" pitchFamily="34" charset="-128"/>
              </a:rPr>
              <a:t>Equal opportunity programme</a:t>
            </a:r>
          </a:p>
          <a:p>
            <a:pPr lvl="1">
              <a:lnSpc>
                <a:spcPct val="90000"/>
              </a:lnSpc>
            </a:pPr>
            <a:r>
              <a:rPr lang="en-GB" altLang="en-US" sz="1800" dirty="0">
                <a:ea typeface="ＭＳ Ｐゴシック" panose="020B0600070205080204" pitchFamily="34" charset="-128"/>
              </a:rPr>
              <a:t>Generally targeted at ensuring </a:t>
            </a:r>
            <a:r>
              <a:rPr lang="en-GB" altLang="en-US" sz="1800" b="1" dirty="0">
                <a:ea typeface="ＭＳ Ｐゴシック" panose="020B0600070205080204" pitchFamily="34" charset="-128"/>
              </a:rPr>
              <a:t>procedural justice</a:t>
            </a:r>
            <a:r>
              <a:rPr lang="en-GB" altLang="en-US" sz="1800" dirty="0">
                <a:ea typeface="ＭＳ Ｐゴシック" panose="020B0600070205080204" pitchFamily="34" charset="-128"/>
              </a:rPr>
              <a:t> is promoted</a:t>
            </a:r>
          </a:p>
          <a:p>
            <a:pPr lvl="1">
              <a:lnSpc>
                <a:spcPct val="90000"/>
              </a:lnSpc>
            </a:pPr>
            <a:r>
              <a:rPr lang="en-GB" altLang="en-US" sz="2000" b="1" dirty="0">
                <a:ea typeface="ＭＳ Ｐゴシック" panose="020B0600070205080204" pitchFamily="34" charset="-128"/>
              </a:rPr>
              <a:t>Affirmative action (AA) </a:t>
            </a:r>
            <a:r>
              <a:rPr lang="en-GB" altLang="en-US" sz="2000" dirty="0">
                <a:ea typeface="ＭＳ Ｐゴシック" panose="020B0600070205080204" pitchFamily="34" charset="-128"/>
              </a:rPr>
              <a:t>programmes: deliberately attempt to target those who might be currently under-represented in the workforce</a:t>
            </a:r>
            <a:endParaRPr lang="en-GB" altLang="en-US" sz="2000" b="1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GB" altLang="en-US" sz="1800" dirty="0">
                <a:ea typeface="ＭＳ Ｐゴシック" panose="020B0600070205080204" pitchFamily="34" charset="-128"/>
              </a:rPr>
              <a:t>Recruitment policies</a:t>
            </a:r>
          </a:p>
          <a:p>
            <a:pPr lvl="2">
              <a:lnSpc>
                <a:spcPct val="90000"/>
              </a:lnSpc>
            </a:pPr>
            <a:r>
              <a:rPr lang="en-GB" altLang="en-US" sz="1800" dirty="0">
                <a:ea typeface="ＭＳ Ｐゴシック" panose="020B0600070205080204" pitchFamily="34" charset="-128"/>
              </a:rPr>
              <a:t>Fair job criteria</a:t>
            </a:r>
          </a:p>
          <a:p>
            <a:pPr lvl="2">
              <a:lnSpc>
                <a:spcPct val="90000"/>
              </a:lnSpc>
            </a:pPr>
            <a:r>
              <a:rPr lang="en-GB" altLang="en-US" sz="1800" dirty="0">
                <a:ea typeface="ＭＳ Ｐゴシック" panose="020B0600070205080204" pitchFamily="34" charset="-128"/>
              </a:rPr>
              <a:t>Training programmes for discriminated minorities</a:t>
            </a:r>
          </a:p>
          <a:p>
            <a:pPr lvl="2">
              <a:lnSpc>
                <a:spcPct val="90000"/>
              </a:lnSpc>
            </a:pPr>
            <a:r>
              <a:rPr lang="en-GB" altLang="en-US" sz="1800" dirty="0">
                <a:ea typeface="ＭＳ Ｐゴシック" panose="020B0600070205080204" pitchFamily="34" charset="-128"/>
              </a:rPr>
              <a:t>Promotion to senior positions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7864DE-6A18-EF7A-FFCA-910A09892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642" y="4914638"/>
            <a:ext cx="2863851" cy="136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8893F0-1973-4A26-AC55-32CAFFD8F1B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348327" y="5036875"/>
            <a:ext cx="6165685" cy="10840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E6BBE7-71F6-6768-2DC3-AD1D216BC66B}"/>
              </a:ext>
            </a:extLst>
          </p:cNvPr>
          <p:cNvSpPr/>
          <p:nvPr/>
        </p:nvSpPr>
        <p:spPr>
          <a:xfrm>
            <a:off x="4348443" y="6100500"/>
            <a:ext cx="6597650" cy="4159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GB" sz="1050" dirty="0"/>
              <a:t>Source: Recruitment of </a:t>
            </a:r>
            <a:r>
              <a:rPr lang="en-US" sz="1050" dirty="0"/>
              <a:t>Lecturers (Assistant Professors) in Accounting.</a:t>
            </a:r>
          </a:p>
          <a:p>
            <a:pPr>
              <a:defRPr/>
            </a:pPr>
            <a:r>
              <a:rPr lang="en-GB" sz="1050" dirty="0">
                <a:hlinkClick r:id="rId4"/>
              </a:rPr>
              <a:t>https://www.jobs.ac.uk/job/BVX924/lecturers-assistant-professors-in-accounting</a:t>
            </a:r>
            <a:r>
              <a:rPr lang="en-GB" sz="1050" dirty="0"/>
              <a:t> (accessed 25/10/2019)</a:t>
            </a:r>
          </a:p>
        </p:txBody>
      </p:sp>
    </p:spTree>
    <p:extLst>
      <p:ext uri="{BB962C8B-B14F-4D97-AF65-F5344CB8AC3E}">
        <p14:creationId xmlns:p14="http://schemas.microsoft.com/office/powerpoint/2010/main" val="162984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7A9E6-DE62-6207-0829-1D5C9B101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LGBTQ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F391F2EB-AE00-4893-EB63-640452A53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3144838"/>
            <a:ext cx="6111875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F6260FB4-8301-BD1A-C1D0-6D0E06B40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025" y="1532690"/>
            <a:ext cx="4478338" cy="344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2DABA04-5399-27C2-70A5-81B0CED9D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025" y="5185381"/>
            <a:ext cx="2598738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en-US" sz="1200" dirty="0">
                <a:latin typeface="+mn-lt"/>
              </a:rPr>
              <a:t>Source: Human rights campaign. </a:t>
            </a:r>
            <a:r>
              <a:rPr lang="en-GB" altLang="en-US" sz="1200" dirty="0">
                <a:latin typeface="+mn-lt"/>
                <a:hlinkClick r:id="rId4"/>
              </a:rPr>
              <a:t>Available at: https://assets2.hrc.org/files/assets/resources/CEI-2018-FullReport.pdf?_ga=2.159891322.653065534.1571951284-2019403665.1571951284</a:t>
            </a:r>
            <a:endParaRPr lang="en-GB" alt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1772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666E9-6E0F-F36D-269C-A4173EF7A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LGBTQ (cont.)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8DAA81-48B7-6CE7-E408-C4C75D630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481" y="1690688"/>
            <a:ext cx="8095038" cy="4844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06597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AF3A5-58D0-924E-A50F-B75151393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HSBC Plc (UK)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6B760D-A944-303F-C564-AF4C9D875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437" y="1538491"/>
            <a:ext cx="6969125" cy="4541837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78AE96EA-C35A-C787-6140-D1C371B6F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6245428"/>
            <a:ext cx="7740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en-US" sz="1400"/>
              <a:t>Source: HSBC. </a:t>
            </a:r>
            <a:r>
              <a:rPr lang="en-GB" altLang="en-US" sz="1400">
                <a:hlinkClick r:id="rId3"/>
              </a:rPr>
              <a:t>Available at: https://www.hsbc.com/our-approach/culture-and-people/diversity-and-inclusion</a:t>
            </a:r>
            <a:endParaRPr lang="en-GB" altLang="en-US" sz="1400"/>
          </a:p>
        </p:txBody>
      </p:sp>
    </p:spTree>
    <p:extLst>
      <p:ext uri="{BB962C8B-B14F-4D97-AF65-F5344CB8AC3E}">
        <p14:creationId xmlns:p14="http://schemas.microsoft.com/office/powerpoint/2010/main" val="1946691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0508C-9092-8ACC-CA82-35A82C5F3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Ethical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B5755-7157-1FA6-DD18-1B09014FE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sz="3200" dirty="0">
                <a:ea typeface="ＭＳ Ｐゴシック" panose="020B0600070205080204" pitchFamily="34" charset="-128"/>
              </a:rPr>
              <a:t>Working conditions</a:t>
            </a:r>
          </a:p>
          <a:p>
            <a:r>
              <a:rPr lang="en-GB" altLang="en-US" sz="3200" dirty="0">
                <a:ea typeface="ＭＳ Ｐゴシック" panose="020B0600070205080204" pitchFamily="34" charset="-128"/>
              </a:rPr>
              <a:t>Excessive working hours</a:t>
            </a:r>
          </a:p>
          <a:p>
            <a:r>
              <a:rPr lang="en-GB" altLang="en-US" sz="3200" dirty="0">
                <a:ea typeface="ＭＳ Ｐゴシック" panose="020B0600070205080204" pitchFamily="34" charset="-128"/>
              </a:rPr>
              <a:t>Work Life Balance</a:t>
            </a:r>
          </a:p>
          <a:p>
            <a:pPr lvl="1"/>
            <a:r>
              <a:rPr lang="en-GB" altLang="en-US" sz="2800" dirty="0">
                <a:ea typeface="ＭＳ Ｐゴシック" panose="020B0600070205080204" pitchFamily="34" charset="-128"/>
              </a:rPr>
              <a:t>4-day work week</a:t>
            </a:r>
            <a:endParaRPr lang="en-GB" altLang="en-US" sz="2000" dirty="0">
              <a:ea typeface="ＭＳ Ｐゴシック" panose="020B0600070205080204" pitchFamily="34" charset="-128"/>
            </a:endParaRPr>
          </a:p>
          <a:p>
            <a:r>
              <a:rPr lang="en-GB" altLang="en-US" sz="3200" dirty="0">
                <a:ea typeface="ＭＳ Ｐゴシック" panose="020B0600070205080204" pitchFamily="34" charset="-128"/>
              </a:rPr>
              <a:t>Flexible working patterns</a:t>
            </a:r>
          </a:p>
          <a:p>
            <a:r>
              <a:rPr lang="en-GB" altLang="en-US" sz="3200" dirty="0">
                <a:ea typeface="ＭＳ Ｐゴシック" panose="020B0600070205080204" pitchFamily="34" charset="-128"/>
              </a:rPr>
              <a:t>Fair wages</a:t>
            </a:r>
          </a:p>
          <a:p>
            <a:r>
              <a:rPr lang="en-GB" altLang="en-US" sz="3200" dirty="0">
                <a:ea typeface="ＭＳ Ｐゴシック" panose="020B0600070205080204" pitchFamily="34" charset="-128"/>
              </a:rPr>
              <a:t>Freedom of conscience and freedom of speech in the workplace</a:t>
            </a:r>
          </a:p>
        </p:txBody>
      </p:sp>
    </p:spTree>
    <p:extLst>
      <p:ext uri="{BB962C8B-B14F-4D97-AF65-F5344CB8AC3E}">
        <p14:creationId xmlns:p14="http://schemas.microsoft.com/office/powerpoint/2010/main" val="40376641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01FAB-0F71-B99C-E481-1228A3D7A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Towards sustainable employment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CBF11-0DA5-EDF9-8BAD-6D5DCB9DC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67835"/>
            <a:ext cx="10515600" cy="3609127"/>
          </a:xfrm>
        </p:spPr>
        <p:txBody>
          <a:bodyPr>
            <a:normAutofit/>
          </a:bodyPr>
          <a:lstStyle/>
          <a:p>
            <a:r>
              <a:rPr lang="en-GB" altLang="en-US" sz="4000" dirty="0">
                <a:ea typeface="ＭＳ Ｐゴシック" panose="020B0600070205080204" pitchFamily="34" charset="-128"/>
              </a:rPr>
              <a:t>Re-humanized workplaces</a:t>
            </a:r>
          </a:p>
          <a:p>
            <a:r>
              <a:rPr lang="en-GB" altLang="en-US" sz="4000" dirty="0">
                <a:ea typeface="ＭＳ Ｐゴシック" panose="020B0600070205080204" pitchFamily="34" charset="-128"/>
              </a:rPr>
              <a:t>Wider employment (meaningful work)</a:t>
            </a:r>
          </a:p>
          <a:p>
            <a:r>
              <a:rPr lang="en-GB" altLang="en-US" sz="4000" dirty="0">
                <a:ea typeface="ＭＳ Ｐゴシック" panose="020B0600070205080204" pitchFamily="34" charset="-128"/>
              </a:rPr>
              <a:t>Green jobs and creating a greener workforce</a:t>
            </a:r>
          </a:p>
          <a:p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8557582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Foosball football players">
            <a:extLst>
              <a:ext uri="{FF2B5EF4-FFF2-40B4-BE49-F238E27FC236}">
                <a16:creationId xmlns:a16="http://schemas.microsoft.com/office/drawing/2014/main" id="{81CCD846-39C5-D772-55C5-1F41F2F3E1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5554" b="986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2F8521F-A126-5ABA-EB5D-9F37FA54A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62340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Case Study: Professional Football Clubs</a:t>
            </a:r>
          </a:p>
        </p:txBody>
      </p:sp>
    </p:spTree>
    <p:extLst>
      <p:ext uri="{BB962C8B-B14F-4D97-AF65-F5344CB8AC3E}">
        <p14:creationId xmlns:p14="http://schemas.microsoft.com/office/powerpoint/2010/main" val="42707387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C1CE0D-67F0-B299-E063-3404248F1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93F81A-EDD2-D065-D72F-FD8B06A2E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57860"/>
          </a:xfrm>
        </p:spPr>
        <p:txBody>
          <a:bodyPr>
            <a:normAutofit fontScale="92500"/>
          </a:bodyPr>
          <a:lstStyle/>
          <a:p>
            <a:r>
              <a:rPr lang="en-GB" dirty="0"/>
              <a:t>Who are the main </a:t>
            </a:r>
            <a:r>
              <a:rPr lang="en-GB" b="1" dirty="0"/>
              <a:t>stakeholders</a:t>
            </a:r>
            <a:r>
              <a:rPr lang="en-GB" dirty="0"/>
              <a:t> of football clubs?</a:t>
            </a:r>
          </a:p>
          <a:p>
            <a:r>
              <a:rPr lang="en-GB" dirty="0"/>
              <a:t>Describe their </a:t>
            </a:r>
            <a:r>
              <a:rPr lang="en-GB" b="1" dirty="0"/>
              <a:t>‘stake’ </a:t>
            </a:r>
            <a:r>
              <a:rPr lang="en-GB" dirty="0"/>
              <a:t>in the organisation.</a:t>
            </a:r>
          </a:p>
          <a:p>
            <a:r>
              <a:rPr lang="en-GB" dirty="0"/>
              <a:t>Assess the </a:t>
            </a:r>
            <a:r>
              <a:rPr lang="en-GB" b="1" dirty="0"/>
              <a:t>legitimacy</a:t>
            </a:r>
            <a:r>
              <a:rPr lang="en-GB" dirty="0"/>
              <a:t> of their interests (based on rights and/or effects).</a:t>
            </a:r>
          </a:p>
          <a:p>
            <a:r>
              <a:rPr lang="en-GB" dirty="0"/>
              <a:t>What are the </a:t>
            </a:r>
            <a:r>
              <a:rPr lang="en-GB" b="1" dirty="0"/>
              <a:t>key governance issues </a:t>
            </a:r>
            <a:r>
              <a:rPr lang="en-GB" dirty="0"/>
              <a:t>that each of these stakeholders might have (inc. their duties, protection of their interests, etc.)?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9CF6D32-6931-B4B5-D18F-71CAE8D07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697546"/>
              </p:ext>
            </p:extLst>
          </p:nvPr>
        </p:nvGraphicFramePr>
        <p:xfrm>
          <a:off x="838199" y="4389791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5590172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005854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670605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1221422"/>
                    </a:ext>
                  </a:extLst>
                </a:gridCol>
              </a:tblGrid>
              <a:tr h="742457">
                <a:tc>
                  <a:txBody>
                    <a:bodyPr/>
                    <a:lstStyle/>
                    <a:p>
                      <a:r>
                        <a:rPr lang="en-GB" sz="2400" dirty="0"/>
                        <a:t>Stakeholder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Stake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Legitimacy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Key governance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976381"/>
                  </a:ext>
                </a:extLst>
              </a:tr>
              <a:tr h="742457">
                <a:tc>
                  <a:txBody>
                    <a:bodyPr/>
                    <a:lstStyle/>
                    <a:p>
                      <a:r>
                        <a:rPr lang="en-GB" sz="2400" dirty="0"/>
                        <a:t>E.g.: Owners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High – Owns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Right to return on their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Maximisation of profits, continued support of fans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954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9585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C1CE0D-67F0-B299-E063-3404248F1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93F81A-EDD2-D065-D72F-FD8B06A2E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4400" dirty="0"/>
              <a:t>What approaches (initiatives) are described in the case study for addressing these governance issues?</a:t>
            </a:r>
          </a:p>
          <a:p>
            <a:r>
              <a:rPr lang="en-GB" sz="4400" dirty="0"/>
              <a:t>How likely are they to be effective?</a:t>
            </a:r>
          </a:p>
          <a:p>
            <a:endParaRPr lang="en-GB" sz="4400" dirty="0"/>
          </a:p>
          <a:p>
            <a:pPr marL="0" indent="0">
              <a:buNone/>
            </a:pPr>
            <a:r>
              <a:rPr lang="en-GB" sz="4400" i="1" dirty="0"/>
              <a:t>Example: “Supporters Direct” gives fans a say in the running of the organisation.</a:t>
            </a:r>
          </a:p>
        </p:txBody>
      </p:sp>
    </p:spTree>
    <p:extLst>
      <p:ext uri="{BB962C8B-B14F-4D97-AF65-F5344CB8AC3E}">
        <p14:creationId xmlns:p14="http://schemas.microsoft.com/office/powerpoint/2010/main" val="7834586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C1CE0D-67F0-B299-E063-3404248F1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3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93F81A-EDD2-D065-D72F-FD8B06A2E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Ultimately, who ‘should’ own football clubs and what should their priorities be in managing the enterprise?</a:t>
            </a:r>
          </a:p>
        </p:txBody>
      </p:sp>
    </p:spTree>
    <p:extLst>
      <p:ext uri="{BB962C8B-B14F-4D97-AF65-F5344CB8AC3E}">
        <p14:creationId xmlns:p14="http://schemas.microsoft.com/office/powerpoint/2010/main" val="15336645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6BD91-5523-4511-DC7B-3AD5531F9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Coming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F422B-82BF-11D1-2E88-824883068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dirty="0"/>
              <a:t>Next session, we will start with the case study on Migrant Labour, so please ensure to have read it in advance!</a:t>
            </a:r>
          </a:p>
          <a:p>
            <a:pPr marL="0" indent="0">
              <a:buNone/>
            </a:pPr>
            <a:endParaRPr lang="en-GB" sz="4000" dirty="0"/>
          </a:p>
          <a:p>
            <a:pPr marL="0" indent="0">
              <a:buNone/>
            </a:pPr>
            <a:r>
              <a:rPr lang="en-GB" sz="4000" dirty="0"/>
              <a:t>Also, a reminder that the deadline for submitting your Assessment 1, Task A presentations is 10am on Friday.</a:t>
            </a:r>
          </a:p>
        </p:txBody>
      </p:sp>
    </p:spTree>
    <p:extLst>
      <p:ext uri="{BB962C8B-B14F-4D97-AF65-F5344CB8AC3E}">
        <p14:creationId xmlns:p14="http://schemas.microsoft.com/office/powerpoint/2010/main" val="2127300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1629</Words>
  <Application>Microsoft Macintosh PowerPoint</Application>
  <PresentationFormat>Widescreen</PresentationFormat>
  <Paragraphs>256</Paragraphs>
  <Slides>35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ＭＳ Ｐゴシック</vt:lpstr>
      <vt:lpstr>Arial</vt:lpstr>
      <vt:lpstr>Calibri</vt:lpstr>
      <vt:lpstr>Calibri Light</vt:lpstr>
      <vt:lpstr>Wingdings</vt:lpstr>
      <vt:lpstr>Office Theme</vt:lpstr>
      <vt:lpstr>FA565 Business Ethics and Corporate Governance</vt:lpstr>
      <vt:lpstr>Overview: Shareholders, Employees &amp; Business Ethics</vt:lpstr>
      <vt:lpstr>Shareholders</vt:lpstr>
      <vt:lpstr>Discussion</vt:lpstr>
      <vt:lpstr>Rights &amp; Duties in Firm-Shareholder Relations</vt:lpstr>
      <vt:lpstr>Corporate governance: a principal-agent relationship</vt:lpstr>
      <vt:lpstr>Ethical issues in Corporate Governance</vt:lpstr>
      <vt:lpstr>Financial Markets</vt:lpstr>
      <vt:lpstr>Short selling example</vt:lpstr>
      <vt:lpstr>Financial Markets</vt:lpstr>
      <vt:lpstr>Shareholders and globalisation:  Global financial markets</vt:lpstr>
      <vt:lpstr>Reforming corporate governance around the globe</vt:lpstr>
      <vt:lpstr>Shareholders as citizens of the corporation</vt:lpstr>
      <vt:lpstr>Employees</vt:lpstr>
      <vt:lpstr>Discussion</vt:lpstr>
      <vt:lpstr>Management of human resources</vt:lpstr>
      <vt:lpstr>Employee Rights &amp; Employee Duties</vt:lpstr>
      <vt:lpstr>Employee Rights</vt:lpstr>
      <vt:lpstr>Employee Duties</vt:lpstr>
      <vt:lpstr>Ethical Issues</vt:lpstr>
      <vt:lpstr>Ethical Issues – Modern Slavery</vt:lpstr>
      <vt:lpstr>Ethical Issues – Gig Economy</vt:lpstr>
      <vt:lpstr>Gender</vt:lpstr>
      <vt:lpstr>Immigrants</vt:lpstr>
      <vt:lpstr>Equal Opportunities &amp; Affirmative Action </vt:lpstr>
      <vt:lpstr>LGBTQ</vt:lpstr>
      <vt:lpstr>LGBTQ (cont.)</vt:lpstr>
      <vt:lpstr>HSBC Plc (UK)</vt:lpstr>
      <vt:lpstr>Ethical Issues</vt:lpstr>
      <vt:lpstr>Towards sustainable employment</vt:lpstr>
      <vt:lpstr>Case Study: Professional Football Clubs</vt:lpstr>
      <vt:lpstr>Question 1</vt:lpstr>
      <vt:lpstr>Question 2</vt:lpstr>
      <vt:lpstr>Question 3</vt:lpstr>
      <vt:lpstr>Coming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FA565 Business Ethics and Corporate Governance</dc:title>
  <dc:creator>Ali Hepburn</dc:creator>
  <cp:lastModifiedBy>Mark Elliot</cp:lastModifiedBy>
  <cp:revision>2</cp:revision>
  <dcterms:created xsi:type="dcterms:W3CDTF">2022-07-21T22:18:36Z</dcterms:created>
  <dcterms:modified xsi:type="dcterms:W3CDTF">2026-03-03T09:02:52Z</dcterms:modified>
</cp:coreProperties>
</file>