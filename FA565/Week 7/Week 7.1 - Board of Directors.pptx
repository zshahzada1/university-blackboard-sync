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04" r:id="rId2"/>
    <p:sldId id="257" r:id="rId3"/>
    <p:sldId id="259" r:id="rId4"/>
    <p:sldId id="321" r:id="rId5"/>
    <p:sldId id="333" r:id="rId6"/>
    <p:sldId id="260" r:id="rId7"/>
    <p:sldId id="258" r:id="rId8"/>
    <p:sldId id="262" r:id="rId9"/>
    <p:sldId id="316" r:id="rId10"/>
    <p:sldId id="264" r:id="rId11"/>
    <p:sldId id="265" r:id="rId12"/>
    <p:sldId id="266" r:id="rId13"/>
    <p:sldId id="334" r:id="rId14"/>
    <p:sldId id="306" r:id="rId15"/>
    <p:sldId id="322" r:id="rId16"/>
    <p:sldId id="307" r:id="rId17"/>
    <p:sldId id="320" r:id="rId18"/>
    <p:sldId id="323" r:id="rId19"/>
    <p:sldId id="337" r:id="rId20"/>
    <p:sldId id="309" r:id="rId21"/>
    <p:sldId id="336" r:id="rId22"/>
    <p:sldId id="310" r:id="rId23"/>
    <p:sldId id="318" r:id="rId24"/>
    <p:sldId id="326" r:id="rId25"/>
    <p:sldId id="328" r:id="rId26"/>
    <p:sldId id="325" r:id="rId27"/>
    <p:sldId id="267" r:id="rId28"/>
    <p:sldId id="308" r:id="rId29"/>
    <p:sldId id="335" r:id="rId30"/>
    <p:sldId id="329" r:id="rId31"/>
    <p:sldId id="330" r:id="rId32"/>
    <p:sldId id="331" r:id="rId33"/>
    <p:sldId id="33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B73BDA-0A85-419E-ADCA-E2BD698B4BE3}">
          <p14:sldIdLst>
            <p14:sldId id="304"/>
            <p14:sldId id="257"/>
            <p14:sldId id="259"/>
            <p14:sldId id="321"/>
          </p14:sldIdLst>
        </p14:section>
        <p14:section name="Principles A-E" id="{FCB06365-B2BB-49E9-8C69-1D5F8E0F206B}">
          <p14:sldIdLst>
            <p14:sldId id="333"/>
            <p14:sldId id="260"/>
            <p14:sldId id="258"/>
            <p14:sldId id="262"/>
            <p14:sldId id="316"/>
            <p14:sldId id="264"/>
            <p14:sldId id="265"/>
            <p14:sldId id="266"/>
          </p14:sldIdLst>
        </p14:section>
        <p14:section name="Provisions 1-8" id="{345AE9FD-8CE4-4C24-949A-99911C5591CE}">
          <p14:sldIdLst>
            <p14:sldId id="334"/>
            <p14:sldId id="306"/>
            <p14:sldId id="322"/>
            <p14:sldId id="307"/>
            <p14:sldId id="320"/>
            <p14:sldId id="323"/>
            <p14:sldId id="337"/>
            <p14:sldId id="309"/>
            <p14:sldId id="336"/>
            <p14:sldId id="310"/>
            <p14:sldId id="318"/>
            <p14:sldId id="326"/>
            <p14:sldId id="328"/>
            <p14:sldId id="325"/>
            <p14:sldId id="267"/>
            <p14:sldId id="308"/>
            <p14:sldId id="335"/>
          </p14:sldIdLst>
        </p14:section>
        <p14:section name="Activity" id="{2FADB039-D367-4476-82F0-CED9841C19CC}">
          <p14:sldIdLst>
            <p14:sldId id="329"/>
            <p14:sldId id="330"/>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860A6B-0B3D-4FBD-B48E-80ED66166107}" v="11" dt="2024-01-03T18:30:24.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8" autoAdjust="0"/>
    <p:restoredTop sz="89863" autoAdjust="0"/>
  </p:normalViewPr>
  <p:slideViewPr>
    <p:cSldViewPr snapToGrid="0">
      <p:cViewPr varScale="1">
        <p:scale>
          <a:sx n="114" d="100"/>
          <a:sy n="114" d="100"/>
        </p:scale>
        <p:origin x="43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Hepburn" userId="4e8e14d8-d579-466d-803b-afb427748fed" providerId="ADAL" clId="{33F60621-E030-4387-8503-F34A3270F498}"/>
    <pc:docChg chg="delSld">
      <pc:chgData name="Ali Hepburn" userId="4e8e14d8-d579-466d-803b-afb427748fed" providerId="ADAL" clId="{33F60621-E030-4387-8503-F34A3270F498}" dt="2022-11-22T09:52:02.333" v="0" actId="47"/>
      <pc:docMkLst>
        <pc:docMk/>
      </pc:docMkLst>
      <pc:sldChg chg="del">
        <pc:chgData name="Ali Hepburn" userId="4e8e14d8-d579-466d-803b-afb427748fed" providerId="ADAL" clId="{33F60621-E030-4387-8503-F34A3270F498}" dt="2022-11-22T09:52:02.333" v="0" actId="47"/>
        <pc:sldMkLst>
          <pc:docMk/>
          <pc:sldMk cId="2880596402" sldId="327"/>
        </pc:sldMkLst>
      </pc:sldChg>
    </pc:docChg>
  </pc:docChgLst>
  <pc:docChgLst>
    <pc:chgData name="Ali Hepburn" userId="4e8e14d8-d579-466d-803b-afb427748fed" providerId="ADAL" clId="{356E60C2-B711-4EF8-BAB8-2EFE6DC1729D}"/>
    <pc:docChg chg="undo custSel addSld delSld modSld sldOrd">
      <pc:chgData name="Ali Hepburn" userId="4e8e14d8-d579-466d-803b-afb427748fed" providerId="ADAL" clId="{356E60C2-B711-4EF8-BAB8-2EFE6DC1729D}" dt="2022-11-21T12:33:51.347" v="3844" actId="14100"/>
      <pc:docMkLst>
        <pc:docMk/>
      </pc:docMkLst>
      <pc:sldChg chg="del">
        <pc:chgData name="Ali Hepburn" userId="4e8e14d8-d579-466d-803b-afb427748fed" providerId="ADAL" clId="{356E60C2-B711-4EF8-BAB8-2EFE6DC1729D}" dt="2022-11-21T10:41:03.594" v="0" actId="47"/>
        <pc:sldMkLst>
          <pc:docMk/>
          <pc:sldMk cId="728174566" sldId="256"/>
        </pc:sldMkLst>
      </pc:sldChg>
      <pc:sldChg chg="addSp delSp modSp mod setBg">
        <pc:chgData name="Ali Hepburn" userId="4e8e14d8-d579-466d-803b-afb427748fed" providerId="ADAL" clId="{356E60C2-B711-4EF8-BAB8-2EFE6DC1729D}" dt="2022-11-21T10:43:32.754" v="72" actId="1076"/>
        <pc:sldMkLst>
          <pc:docMk/>
          <pc:sldMk cId="4012644511" sldId="257"/>
        </pc:sldMkLst>
        <pc:spChg chg="mod">
          <ac:chgData name="Ali Hepburn" userId="4e8e14d8-d579-466d-803b-afb427748fed" providerId="ADAL" clId="{356E60C2-B711-4EF8-BAB8-2EFE6DC1729D}" dt="2022-11-21T10:43:32.754" v="72" actId="1076"/>
          <ac:spMkLst>
            <pc:docMk/>
            <pc:sldMk cId="4012644511" sldId="257"/>
            <ac:spMk id="4" creationId="{B7FB94D9-0D89-C34B-E4B1-F51D5A4749F7}"/>
          </ac:spMkLst>
        </pc:spChg>
        <pc:spChg chg="del mod">
          <ac:chgData name="Ali Hepburn" userId="4e8e14d8-d579-466d-803b-afb427748fed" providerId="ADAL" clId="{356E60C2-B711-4EF8-BAB8-2EFE6DC1729D}" dt="2022-11-21T10:42:24.975" v="23" actId="478"/>
          <ac:spMkLst>
            <pc:docMk/>
            <pc:sldMk cId="4012644511" sldId="257"/>
            <ac:spMk id="5" creationId="{194422A7-B2CB-81D5-8089-86B5937E376E}"/>
          </ac:spMkLst>
        </pc:spChg>
        <pc:spChg chg="add">
          <ac:chgData name="Ali Hepburn" userId="4e8e14d8-d579-466d-803b-afb427748fed" providerId="ADAL" clId="{356E60C2-B711-4EF8-BAB8-2EFE6DC1729D}" dt="2022-11-21T10:42:22.083" v="22" actId="26606"/>
          <ac:spMkLst>
            <pc:docMk/>
            <pc:sldMk cId="4012644511" sldId="257"/>
            <ac:spMk id="10" creationId="{4D4677D2-D5AC-4CF9-9EED-2B89D0A1C212}"/>
          </ac:spMkLst>
        </pc:spChg>
        <pc:spChg chg="add">
          <ac:chgData name="Ali Hepburn" userId="4e8e14d8-d579-466d-803b-afb427748fed" providerId="ADAL" clId="{356E60C2-B711-4EF8-BAB8-2EFE6DC1729D}" dt="2022-11-21T10:42:22.083" v="22" actId="26606"/>
          <ac:spMkLst>
            <pc:docMk/>
            <pc:sldMk cId="4012644511" sldId="257"/>
            <ac:spMk id="12" creationId="{C6D54F7E-825A-4BBA-815F-35CCA8B97786}"/>
          </ac:spMkLst>
        </pc:spChg>
        <pc:picChg chg="add mod ord">
          <ac:chgData name="Ali Hepburn" userId="4e8e14d8-d579-466d-803b-afb427748fed" providerId="ADAL" clId="{356E60C2-B711-4EF8-BAB8-2EFE6DC1729D}" dt="2022-11-21T10:42:22.083" v="22" actId="26606"/>
          <ac:picMkLst>
            <pc:docMk/>
            <pc:sldMk cId="4012644511" sldId="257"/>
            <ac:picMk id="3" creationId="{9242C350-44EE-2686-03B4-26E838941CA8}"/>
          </ac:picMkLst>
        </pc:picChg>
      </pc:sldChg>
      <pc:sldChg chg="addSp modSp mod ord setBg">
        <pc:chgData name="Ali Hepburn" userId="4e8e14d8-d579-466d-803b-afb427748fed" providerId="ADAL" clId="{356E60C2-B711-4EF8-BAB8-2EFE6DC1729D}" dt="2022-11-21T12:21:10.169" v="3015"/>
        <pc:sldMkLst>
          <pc:docMk/>
          <pc:sldMk cId="1621261403" sldId="258"/>
        </pc:sldMkLst>
        <pc:spChg chg="mod">
          <ac:chgData name="Ali Hepburn" userId="4e8e14d8-d579-466d-803b-afb427748fed" providerId="ADAL" clId="{356E60C2-B711-4EF8-BAB8-2EFE6DC1729D}" dt="2022-11-21T11:45:47.934" v="2762" actId="26606"/>
          <ac:spMkLst>
            <pc:docMk/>
            <pc:sldMk cId="1621261403" sldId="258"/>
            <ac:spMk id="4" creationId="{325C5634-42BE-FEE5-383E-E1C61727CD42}"/>
          </ac:spMkLst>
        </pc:spChg>
        <pc:spChg chg="mod">
          <ac:chgData name="Ali Hepburn" userId="4e8e14d8-d579-466d-803b-afb427748fed" providerId="ADAL" clId="{356E60C2-B711-4EF8-BAB8-2EFE6DC1729D}" dt="2022-11-21T11:45:59.459" v="2766" actId="14100"/>
          <ac:spMkLst>
            <pc:docMk/>
            <pc:sldMk cId="1621261403" sldId="258"/>
            <ac:spMk id="5" creationId="{C9254B1C-97AC-8597-F2FA-35D57763D680}"/>
          </ac:spMkLst>
        </pc:spChg>
        <pc:picChg chg="add mod">
          <ac:chgData name="Ali Hepburn" userId="4e8e14d8-d579-466d-803b-afb427748fed" providerId="ADAL" clId="{356E60C2-B711-4EF8-BAB8-2EFE6DC1729D}" dt="2022-11-21T11:45:47.934" v="2762" actId="26606"/>
          <ac:picMkLst>
            <pc:docMk/>
            <pc:sldMk cId="1621261403" sldId="258"/>
            <ac:picMk id="1026" creationId="{CD594B69-D723-EEC2-3B5E-FDDF54A2B2C5}"/>
          </ac:picMkLst>
        </pc:picChg>
      </pc:sldChg>
      <pc:sldChg chg="addSp modSp mod setBg">
        <pc:chgData name="Ali Hepburn" userId="4e8e14d8-d579-466d-803b-afb427748fed" providerId="ADAL" clId="{356E60C2-B711-4EF8-BAB8-2EFE6DC1729D}" dt="2022-11-21T12:21:41.160" v="3020" actId="403"/>
        <pc:sldMkLst>
          <pc:docMk/>
          <pc:sldMk cId="359843064" sldId="260"/>
        </pc:sldMkLst>
        <pc:spChg chg="mod">
          <ac:chgData name="Ali Hepburn" userId="4e8e14d8-d579-466d-803b-afb427748fed" providerId="ADAL" clId="{356E60C2-B711-4EF8-BAB8-2EFE6DC1729D}" dt="2022-11-21T12:21:37.641" v="3016" actId="26606"/>
          <ac:spMkLst>
            <pc:docMk/>
            <pc:sldMk cId="359843064" sldId="260"/>
            <ac:spMk id="2" creationId="{DC6D413B-A94C-8A3E-0AE7-01B20DAADE68}"/>
          </ac:spMkLst>
        </pc:spChg>
        <pc:spChg chg="mod">
          <ac:chgData name="Ali Hepburn" userId="4e8e14d8-d579-466d-803b-afb427748fed" providerId="ADAL" clId="{356E60C2-B711-4EF8-BAB8-2EFE6DC1729D}" dt="2022-11-21T12:21:41.160" v="3020" actId="403"/>
          <ac:spMkLst>
            <pc:docMk/>
            <pc:sldMk cId="359843064" sldId="260"/>
            <ac:spMk id="3" creationId="{308F5D34-CC9D-0096-1028-40820ECFCFFF}"/>
          </ac:spMkLst>
        </pc:spChg>
        <pc:spChg chg="add">
          <ac:chgData name="Ali Hepburn" userId="4e8e14d8-d579-466d-803b-afb427748fed" providerId="ADAL" clId="{356E60C2-B711-4EF8-BAB8-2EFE6DC1729D}" dt="2022-11-21T12:21:37.641" v="3016" actId="26606"/>
          <ac:spMkLst>
            <pc:docMk/>
            <pc:sldMk cId="359843064" sldId="260"/>
            <ac:spMk id="8" creationId="{70DFC902-7D23-471A-B557-B6B6917D7A0D}"/>
          </ac:spMkLst>
        </pc:spChg>
        <pc:spChg chg="add">
          <ac:chgData name="Ali Hepburn" userId="4e8e14d8-d579-466d-803b-afb427748fed" providerId="ADAL" clId="{356E60C2-B711-4EF8-BAB8-2EFE6DC1729D}" dt="2022-11-21T12:21:37.641" v="3016" actId="26606"/>
          <ac:spMkLst>
            <pc:docMk/>
            <pc:sldMk cId="359843064" sldId="260"/>
            <ac:spMk id="10" creationId="{A55D5633-D557-4DCA-982C-FF36EB7A1C00}"/>
          </ac:spMkLst>
        </pc:spChg>
        <pc:spChg chg="add">
          <ac:chgData name="Ali Hepburn" userId="4e8e14d8-d579-466d-803b-afb427748fed" providerId="ADAL" clId="{356E60C2-B711-4EF8-BAB8-2EFE6DC1729D}" dt="2022-11-21T12:21:37.641" v="3016" actId="26606"/>
          <ac:spMkLst>
            <pc:docMk/>
            <pc:sldMk cId="359843064" sldId="260"/>
            <ac:spMk id="12" creationId="{450D3AD2-FA80-415F-A9CE-54D884561CD7}"/>
          </ac:spMkLst>
        </pc:spChg>
      </pc:sldChg>
      <pc:sldChg chg="addSp delSp modSp mod setBg">
        <pc:chgData name="Ali Hepburn" userId="4e8e14d8-d579-466d-803b-afb427748fed" providerId="ADAL" clId="{356E60C2-B711-4EF8-BAB8-2EFE6DC1729D}" dt="2022-11-21T12:21:56.809" v="3025" actId="403"/>
        <pc:sldMkLst>
          <pc:docMk/>
          <pc:sldMk cId="3996575229" sldId="262"/>
        </pc:sldMkLst>
        <pc:spChg chg="mod">
          <ac:chgData name="Ali Hepburn" userId="4e8e14d8-d579-466d-803b-afb427748fed" providerId="ADAL" clId="{356E60C2-B711-4EF8-BAB8-2EFE6DC1729D}" dt="2022-11-21T12:21:52.387" v="3021" actId="26606"/>
          <ac:spMkLst>
            <pc:docMk/>
            <pc:sldMk cId="3996575229" sldId="262"/>
            <ac:spMk id="2" creationId="{203C9219-AF41-7D5F-129C-86962373600A}"/>
          </ac:spMkLst>
        </pc:spChg>
        <pc:spChg chg="mod">
          <ac:chgData name="Ali Hepburn" userId="4e8e14d8-d579-466d-803b-afb427748fed" providerId="ADAL" clId="{356E60C2-B711-4EF8-BAB8-2EFE6DC1729D}" dt="2022-11-21T12:21:56.809" v="3025" actId="403"/>
          <ac:spMkLst>
            <pc:docMk/>
            <pc:sldMk cId="3996575229" sldId="262"/>
            <ac:spMk id="3" creationId="{3F29CB13-B26D-E4A4-F40C-0818DF6F46AA}"/>
          </ac:spMkLst>
        </pc:spChg>
        <pc:spChg chg="add">
          <ac:chgData name="Ali Hepburn" userId="4e8e14d8-d579-466d-803b-afb427748fed" providerId="ADAL" clId="{356E60C2-B711-4EF8-BAB8-2EFE6DC1729D}" dt="2022-11-21T12:21:52.387" v="3021" actId="26606"/>
          <ac:spMkLst>
            <pc:docMk/>
            <pc:sldMk cId="3996575229" sldId="262"/>
            <ac:spMk id="8" creationId="{70DFC902-7D23-471A-B557-B6B6917D7A0D}"/>
          </ac:spMkLst>
        </pc:spChg>
        <pc:spChg chg="add">
          <ac:chgData name="Ali Hepburn" userId="4e8e14d8-d579-466d-803b-afb427748fed" providerId="ADAL" clId="{356E60C2-B711-4EF8-BAB8-2EFE6DC1729D}" dt="2022-11-21T12:21:52.387" v="3021" actId="26606"/>
          <ac:spMkLst>
            <pc:docMk/>
            <pc:sldMk cId="3996575229" sldId="262"/>
            <ac:spMk id="10" creationId="{A55D5633-D557-4DCA-982C-FF36EB7A1C00}"/>
          </ac:spMkLst>
        </pc:spChg>
        <pc:spChg chg="add">
          <ac:chgData name="Ali Hepburn" userId="4e8e14d8-d579-466d-803b-afb427748fed" providerId="ADAL" clId="{356E60C2-B711-4EF8-BAB8-2EFE6DC1729D}" dt="2022-11-21T12:21:52.387" v="3021" actId="26606"/>
          <ac:spMkLst>
            <pc:docMk/>
            <pc:sldMk cId="3996575229" sldId="262"/>
            <ac:spMk id="12" creationId="{450D3AD2-FA80-415F-A9CE-54D884561CD7}"/>
          </ac:spMkLst>
        </pc:spChg>
        <pc:picChg chg="del">
          <ac:chgData name="Ali Hepburn" userId="4e8e14d8-d579-466d-803b-afb427748fed" providerId="ADAL" clId="{356E60C2-B711-4EF8-BAB8-2EFE6DC1729D}" dt="2022-11-21T10:50:59.062" v="203" actId="21"/>
          <ac:picMkLst>
            <pc:docMk/>
            <pc:sldMk cId="3996575229" sldId="262"/>
            <ac:picMk id="4" creationId="{1B29DA1C-EA9D-6A1A-D71B-CB1CCF2FB30B}"/>
          </ac:picMkLst>
        </pc:picChg>
      </pc:sldChg>
      <pc:sldChg chg="addSp modSp mod setBg">
        <pc:chgData name="Ali Hepburn" userId="4e8e14d8-d579-466d-803b-afb427748fed" providerId="ADAL" clId="{356E60C2-B711-4EF8-BAB8-2EFE6DC1729D}" dt="2022-11-21T12:22:05.355" v="3030" actId="403"/>
        <pc:sldMkLst>
          <pc:docMk/>
          <pc:sldMk cId="3748149693" sldId="264"/>
        </pc:sldMkLst>
        <pc:spChg chg="mod">
          <ac:chgData name="Ali Hepburn" userId="4e8e14d8-d579-466d-803b-afb427748fed" providerId="ADAL" clId="{356E60C2-B711-4EF8-BAB8-2EFE6DC1729D}" dt="2022-11-21T12:22:02.037" v="3026" actId="26606"/>
          <ac:spMkLst>
            <pc:docMk/>
            <pc:sldMk cId="3748149693" sldId="264"/>
            <ac:spMk id="2" creationId="{AE3B14A0-E396-409A-4D39-02DB3D673729}"/>
          </ac:spMkLst>
        </pc:spChg>
        <pc:spChg chg="mod">
          <ac:chgData name="Ali Hepburn" userId="4e8e14d8-d579-466d-803b-afb427748fed" providerId="ADAL" clId="{356E60C2-B711-4EF8-BAB8-2EFE6DC1729D}" dt="2022-11-21T12:22:05.355" v="3030" actId="403"/>
          <ac:spMkLst>
            <pc:docMk/>
            <pc:sldMk cId="3748149693" sldId="264"/>
            <ac:spMk id="3" creationId="{8CDE634C-B81C-B01A-01C0-8991E77B9F32}"/>
          </ac:spMkLst>
        </pc:spChg>
        <pc:spChg chg="add">
          <ac:chgData name="Ali Hepburn" userId="4e8e14d8-d579-466d-803b-afb427748fed" providerId="ADAL" clId="{356E60C2-B711-4EF8-BAB8-2EFE6DC1729D}" dt="2022-11-21T12:22:02.037" v="3026" actId="26606"/>
          <ac:spMkLst>
            <pc:docMk/>
            <pc:sldMk cId="3748149693" sldId="264"/>
            <ac:spMk id="8" creationId="{70DFC902-7D23-471A-B557-B6B6917D7A0D}"/>
          </ac:spMkLst>
        </pc:spChg>
        <pc:spChg chg="add">
          <ac:chgData name="Ali Hepburn" userId="4e8e14d8-d579-466d-803b-afb427748fed" providerId="ADAL" clId="{356E60C2-B711-4EF8-BAB8-2EFE6DC1729D}" dt="2022-11-21T12:22:02.037" v="3026" actId="26606"/>
          <ac:spMkLst>
            <pc:docMk/>
            <pc:sldMk cId="3748149693" sldId="264"/>
            <ac:spMk id="10" creationId="{A55D5633-D557-4DCA-982C-FF36EB7A1C00}"/>
          </ac:spMkLst>
        </pc:spChg>
        <pc:spChg chg="add">
          <ac:chgData name="Ali Hepburn" userId="4e8e14d8-d579-466d-803b-afb427748fed" providerId="ADAL" clId="{356E60C2-B711-4EF8-BAB8-2EFE6DC1729D}" dt="2022-11-21T12:22:02.037" v="3026" actId="26606"/>
          <ac:spMkLst>
            <pc:docMk/>
            <pc:sldMk cId="3748149693" sldId="264"/>
            <ac:spMk id="12" creationId="{450D3AD2-FA80-415F-A9CE-54D884561CD7}"/>
          </ac:spMkLst>
        </pc:spChg>
      </pc:sldChg>
      <pc:sldChg chg="addSp modSp mod setBg">
        <pc:chgData name="Ali Hepburn" userId="4e8e14d8-d579-466d-803b-afb427748fed" providerId="ADAL" clId="{356E60C2-B711-4EF8-BAB8-2EFE6DC1729D}" dt="2022-11-21T12:22:12.618" v="3035" actId="403"/>
        <pc:sldMkLst>
          <pc:docMk/>
          <pc:sldMk cId="1364056349" sldId="265"/>
        </pc:sldMkLst>
        <pc:spChg chg="mod">
          <ac:chgData name="Ali Hepburn" userId="4e8e14d8-d579-466d-803b-afb427748fed" providerId="ADAL" clId="{356E60C2-B711-4EF8-BAB8-2EFE6DC1729D}" dt="2022-11-21T12:22:09.641" v="3031" actId="26606"/>
          <ac:spMkLst>
            <pc:docMk/>
            <pc:sldMk cId="1364056349" sldId="265"/>
            <ac:spMk id="2" creationId="{5EFA624E-C2FA-AC35-6C3D-61ADA7CF3249}"/>
          </ac:spMkLst>
        </pc:spChg>
        <pc:spChg chg="mod">
          <ac:chgData name="Ali Hepburn" userId="4e8e14d8-d579-466d-803b-afb427748fed" providerId="ADAL" clId="{356E60C2-B711-4EF8-BAB8-2EFE6DC1729D}" dt="2022-11-21T12:22:12.618" v="3035" actId="403"/>
          <ac:spMkLst>
            <pc:docMk/>
            <pc:sldMk cId="1364056349" sldId="265"/>
            <ac:spMk id="3" creationId="{61D56FF5-455F-0BD5-FD3E-3B6517676B7F}"/>
          </ac:spMkLst>
        </pc:spChg>
        <pc:spChg chg="add">
          <ac:chgData name="Ali Hepburn" userId="4e8e14d8-d579-466d-803b-afb427748fed" providerId="ADAL" clId="{356E60C2-B711-4EF8-BAB8-2EFE6DC1729D}" dt="2022-11-21T12:22:09.641" v="3031" actId="26606"/>
          <ac:spMkLst>
            <pc:docMk/>
            <pc:sldMk cId="1364056349" sldId="265"/>
            <ac:spMk id="8" creationId="{70DFC902-7D23-471A-B557-B6B6917D7A0D}"/>
          </ac:spMkLst>
        </pc:spChg>
        <pc:spChg chg="add">
          <ac:chgData name="Ali Hepburn" userId="4e8e14d8-d579-466d-803b-afb427748fed" providerId="ADAL" clId="{356E60C2-B711-4EF8-BAB8-2EFE6DC1729D}" dt="2022-11-21T12:22:09.641" v="3031" actId="26606"/>
          <ac:spMkLst>
            <pc:docMk/>
            <pc:sldMk cId="1364056349" sldId="265"/>
            <ac:spMk id="10" creationId="{A55D5633-D557-4DCA-982C-FF36EB7A1C00}"/>
          </ac:spMkLst>
        </pc:spChg>
        <pc:spChg chg="add">
          <ac:chgData name="Ali Hepburn" userId="4e8e14d8-d579-466d-803b-afb427748fed" providerId="ADAL" clId="{356E60C2-B711-4EF8-BAB8-2EFE6DC1729D}" dt="2022-11-21T12:22:09.641" v="3031" actId="26606"/>
          <ac:spMkLst>
            <pc:docMk/>
            <pc:sldMk cId="1364056349" sldId="265"/>
            <ac:spMk id="12" creationId="{450D3AD2-FA80-415F-A9CE-54D884561CD7}"/>
          </ac:spMkLst>
        </pc:spChg>
      </pc:sldChg>
      <pc:sldChg chg="addSp delSp modSp mod setBg">
        <pc:chgData name="Ali Hepburn" userId="4e8e14d8-d579-466d-803b-afb427748fed" providerId="ADAL" clId="{356E60C2-B711-4EF8-BAB8-2EFE6DC1729D}" dt="2022-11-21T12:22:19.838" v="3040" actId="403"/>
        <pc:sldMkLst>
          <pc:docMk/>
          <pc:sldMk cId="3214956395" sldId="266"/>
        </pc:sldMkLst>
        <pc:spChg chg="mod">
          <ac:chgData name="Ali Hepburn" userId="4e8e14d8-d579-466d-803b-afb427748fed" providerId="ADAL" clId="{356E60C2-B711-4EF8-BAB8-2EFE6DC1729D}" dt="2022-11-21T12:22:16.350" v="3036" actId="26606"/>
          <ac:spMkLst>
            <pc:docMk/>
            <pc:sldMk cId="3214956395" sldId="266"/>
            <ac:spMk id="2" creationId="{1E6A41C8-6152-6798-7094-BDFE0B83D59F}"/>
          </ac:spMkLst>
        </pc:spChg>
        <pc:spChg chg="mod">
          <ac:chgData name="Ali Hepburn" userId="4e8e14d8-d579-466d-803b-afb427748fed" providerId="ADAL" clId="{356E60C2-B711-4EF8-BAB8-2EFE6DC1729D}" dt="2022-11-21T12:22:19.838" v="3040" actId="403"/>
          <ac:spMkLst>
            <pc:docMk/>
            <pc:sldMk cId="3214956395" sldId="266"/>
            <ac:spMk id="3" creationId="{AD7A372D-3392-E52A-F836-FA427198E817}"/>
          </ac:spMkLst>
        </pc:spChg>
        <pc:spChg chg="add">
          <ac:chgData name="Ali Hepburn" userId="4e8e14d8-d579-466d-803b-afb427748fed" providerId="ADAL" clId="{356E60C2-B711-4EF8-BAB8-2EFE6DC1729D}" dt="2022-11-21T12:22:16.350" v="3036" actId="26606"/>
          <ac:spMkLst>
            <pc:docMk/>
            <pc:sldMk cId="3214956395" sldId="266"/>
            <ac:spMk id="8" creationId="{70DFC902-7D23-471A-B557-B6B6917D7A0D}"/>
          </ac:spMkLst>
        </pc:spChg>
        <pc:spChg chg="add">
          <ac:chgData name="Ali Hepburn" userId="4e8e14d8-d579-466d-803b-afb427748fed" providerId="ADAL" clId="{356E60C2-B711-4EF8-BAB8-2EFE6DC1729D}" dt="2022-11-21T12:22:16.350" v="3036" actId="26606"/>
          <ac:spMkLst>
            <pc:docMk/>
            <pc:sldMk cId="3214956395" sldId="266"/>
            <ac:spMk id="10" creationId="{A55D5633-D557-4DCA-982C-FF36EB7A1C00}"/>
          </ac:spMkLst>
        </pc:spChg>
        <pc:spChg chg="add">
          <ac:chgData name="Ali Hepburn" userId="4e8e14d8-d579-466d-803b-afb427748fed" providerId="ADAL" clId="{356E60C2-B711-4EF8-BAB8-2EFE6DC1729D}" dt="2022-11-21T12:22:16.350" v="3036" actId="26606"/>
          <ac:spMkLst>
            <pc:docMk/>
            <pc:sldMk cId="3214956395" sldId="266"/>
            <ac:spMk id="12" creationId="{450D3AD2-FA80-415F-A9CE-54D884561CD7}"/>
          </ac:spMkLst>
        </pc:spChg>
        <pc:picChg chg="add del">
          <ac:chgData name="Ali Hepburn" userId="4e8e14d8-d579-466d-803b-afb427748fed" providerId="ADAL" clId="{356E60C2-B711-4EF8-BAB8-2EFE6DC1729D}" dt="2022-11-21T12:12:13.672" v="2803"/>
          <ac:picMkLst>
            <pc:docMk/>
            <pc:sldMk cId="3214956395" sldId="266"/>
            <ac:picMk id="2050" creationId="{9E7254D3-C0B1-A575-62E3-C1CD453AFBD7}"/>
          </ac:picMkLst>
        </pc:picChg>
      </pc:sldChg>
      <pc:sldChg chg="del">
        <pc:chgData name="Ali Hepburn" userId="4e8e14d8-d579-466d-803b-afb427748fed" providerId="ADAL" clId="{356E60C2-B711-4EF8-BAB8-2EFE6DC1729D}" dt="2022-11-21T10:42:49.004" v="32" actId="47"/>
        <pc:sldMkLst>
          <pc:docMk/>
          <pc:sldMk cId="3982380235" sldId="268"/>
        </pc:sldMkLst>
      </pc:sldChg>
      <pc:sldChg chg="addSp modSp mod setBg">
        <pc:chgData name="Ali Hepburn" userId="4e8e14d8-d579-466d-803b-afb427748fed" providerId="ADAL" clId="{356E60C2-B711-4EF8-BAB8-2EFE6DC1729D}" dt="2022-11-21T12:22:28.108" v="3046" actId="403"/>
        <pc:sldMkLst>
          <pc:docMk/>
          <pc:sldMk cId="1487452106" sldId="269"/>
        </pc:sldMkLst>
        <pc:spChg chg="mod">
          <ac:chgData name="Ali Hepburn" userId="4e8e14d8-d579-466d-803b-afb427748fed" providerId="ADAL" clId="{356E60C2-B711-4EF8-BAB8-2EFE6DC1729D}" dt="2022-11-21T12:22:24.316" v="3041" actId="26606"/>
          <ac:spMkLst>
            <pc:docMk/>
            <pc:sldMk cId="1487452106" sldId="269"/>
            <ac:spMk id="4" creationId="{D0ECD3A3-3088-23D6-3D9B-6B40352DC949}"/>
          </ac:spMkLst>
        </pc:spChg>
        <pc:spChg chg="mod">
          <ac:chgData name="Ali Hepburn" userId="4e8e14d8-d579-466d-803b-afb427748fed" providerId="ADAL" clId="{356E60C2-B711-4EF8-BAB8-2EFE6DC1729D}" dt="2022-11-21T12:22:28.108" v="3046" actId="403"/>
          <ac:spMkLst>
            <pc:docMk/>
            <pc:sldMk cId="1487452106" sldId="269"/>
            <ac:spMk id="5" creationId="{90B63659-695C-5C9D-E9E0-37D4AC3F983D}"/>
          </ac:spMkLst>
        </pc:spChg>
        <pc:spChg chg="add">
          <ac:chgData name="Ali Hepburn" userId="4e8e14d8-d579-466d-803b-afb427748fed" providerId="ADAL" clId="{356E60C2-B711-4EF8-BAB8-2EFE6DC1729D}" dt="2022-11-21T12:22:24.316" v="3041" actId="26606"/>
          <ac:spMkLst>
            <pc:docMk/>
            <pc:sldMk cId="1487452106" sldId="269"/>
            <ac:spMk id="10" creationId="{70DFC902-7D23-471A-B557-B6B6917D7A0D}"/>
          </ac:spMkLst>
        </pc:spChg>
        <pc:spChg chg="add">
          <ac:chgData name="Ali Hepburn" userId="4e8e14d8-d579-466d-803b-afb427748fed" providerId="ADAL" clId="{356E60C2-B711-4EF8-BAB8-2EFE6DC1729D}" dt="2022-11-21T12:22:24.316" v="3041" actId="26606"/>
          <ac:spMkLst>
            <pc:docMk/>
            <pc:sldMk cId="1487452106" sldId="269"/>
            <ac:spMk id="12" creationId="{A55D5633-D557-4DCA-982C-FF36EB7A1C00}"/>
          </ac:spMkLst>
        </pc:spChg>
        <pc:spChg chg="add">
          <ac:chgData name="Ali Hepburn" userId="4e8e14d8-d579-466d-803b-afb427748fed" providerId="ADAL" clId="{356E60C2-B711-4EF8-BAB8-2EFE6DC1729D}" dt="2022-11-21T12:22:24.316" v="3041" actId="26606"/>
          <ac:spMkLst>
            <pc:docMk/>
            <pc:sldMk cId="1487452106" sldId="269"/>
            <ac:spMk id="14" creationId="{450D3AD2-FA80-415F-A9CE-54D884561CD7}"/>
          </ac:spMkLst>
        </pc:spChg>
      </pc:sldChg>
      <pc:sldChg chg="addSp modSp mod setBg">
        <pc:chgData name="Ali Hepburn" userId="4e8e14d8-d579-466d-803b-afb427748fed" providerId="ADAL" clId="{356E60C2-B711-4EF8-BAB8-2EFE6DC1729D}" dt="2022-11-21T12:22:36.105" v="3052" actId="403"/>
        <pc:sldMkLst>
          <pc:docMk/>
          <pc:sldMk cId="3502603618" sldId="270"/>
        </pc:sldMkLst>
        <pc:spChg chg="mod">
          <ac:chgData name="Ali Hepburn" userId="4e8e14d8-d579-466d-803b-afb427748fed" providerId="ADAL" clId="{356E60C2-B711-4EF8-BAB8-2EFE6DC1729D}" dt="2022-11-21T12:22:32.124" v="3047" actId="26606"/>
          <ac:spMkLst>
            <pc:docMk/>
            <pc:sldMk cId="3502603618" sldId="270"/>
            <ac:spMk id="4" creationId="{D0ECD3A3-3088-23D6-3D9B-6B40352DC949}"/>
          </ac:spMkLst>
        </pc:spChg>
        <pc:spChg chg="mod">
          <ac:chgData name="Ali Hepburn" userId="4e8e14d8-d579-466d-803b-afb427748fed" providerId="ADAL" clId="{356E60C2-B711-4EF8-BAB8-2EFE6DC1729D}" dt="2022-11-21T12:22:36.105" v="3052" actId="403"/>
          <ac:spMkLst>
            <pc:docMk/>
            <pc:sldMk cId="3502603618" sldId="270"/>
            <ac:spMk id="5" creationId="{90B63659-695C-5C9D-E9E0-37D4AC3F983D}"/>
          </ac:spMkLst>
        </pc:spChg>
        <pc:spChg chg="add">
          <ac:chgData name="Ali Hepburn" userId="4e8e14d8-d579-466d-803b-afb427748fed" providerId="ADAL" clId="{356E60C2-B711-4EF8-BAB8-2EFE6DC1729D}" dt="2022-11-21T12:22:32.124" v="3047" actId="26606"/>
          <ac:spMkLst>
            <pc:docMk/>
            <pc:sldMk cId="3502603618" sldId="270"/>
            <ac:spMk id="10" creationId="{70DFC902-7D23-471A-B557-B6B6917D7A0D}"/>
          </ac:spMkLst>
        </pc:spChg>
        <pc:spChg chg="add">
          <ac:chgData name="Ali Hepburn" userId="4e8e14d8-d579-466d-803b-afb427748fed" providerId="ADAL" clId="{356E60C2-B711-4EF8-BAB8-2EFE6DC1729D}" dt="2022-11-21T12:22:32.124" v="3047" actId="26606"/>
          <ac:spMkLst>
            <pc:docMk/>
            <pc:sldMk cId="3502603618" sldId="270"/>
            <ac:spMk id="12" creationId="{A55D5633-D557-4DCA-982C-FF36EB7A1C00}"/>
          </ac:spMkLst>
        </pc:spChg>
        <pc:spChg chg="add">
          <ac:chgData name="Ali Hepburn" userId="4e8e14d8-d579-466d-803b-afb427748fed" providerId="ADAL" clId="{356E60C2-B711-4EF8-BAB8-2EFE6DC1729D}" dt="2022-11-21T12:22:32.124" v="3047" actId="26606"/>
          <ac:spMkLst>
            <pc:docMk/>
            <pc:sldMk cId="3502603618" sldId="270"/>
            <ac:spMk id="14" creationId="{450D3AD2-FA80-415F-A9CE-54D884561CD7}"/>
          </ac:spMkLst>
        </pc:spChg>
      </pc:sldChg>
      <pc:sldChg chg="del">
        <pc:chgData name="Ali Hepburn" userId="4e8e14d8-d579-466d-803b-afb427748fed" providerId="ADAL" clId="{356E60C2-B711-4EF8-BAB8-2EFE6DC1729D}" dt="2022-11-21T11:30:23.777" v="1037" actId="47"/>
        <pc:sldMkLst>
          <pc:docMk/>
          <pc:sldMk cId="289908249" sldId="271"/>
        </pc:sldMkLst>
      </pc:sldChg>
      <pc:sldChg chg="del">
        <pc:chgData name="Ali Hepburn" userId="4e8e14d8-d579-466d-803b-afb427748fed" providerId="ADAL" clId="{356E60C2-B711-4EF8-BAB8-2EFE6DC1729D}" dt="2022-11-21T11:35:01.096" v="2128" actId="47"/>
        <pc:sldMkLst>
          <pc:docMk/>
          <pc:sldMk cId="2819332135" sldId="272"/>
        </pc:sldMkLst>
      </pc:sldChg>
      <pc:sldChg chg="del">
        <pc:chgData name="Ali Hepburn" userId="4e8e14d8-d579-466d-803b-afb427748fed" providerId="ADAL" clId="{356E60C2-B711-4EF8-BAB8-2EFE6DC1729D}" dt="2022-11-21T11:38:03.185" v="2493" actId="47"/>
        <pc:sldMkLst>
          <pc:docMk/>
          <pc:sldMk cId="2985288595" sldId="273"/>
        </pc:sldMkLst>
      </pc:sldChg>
      <pc:sldChg chg="del">
        <pc:chgData name="Ali Hepburn" userId="4e8e14d8-d579-466d-803b-afb427748fed" providerId="ADAL" clId="{356E60C2-B711-4EF8-BAB8-2EFE6DC1729D}" dt="2022-11-21T11:38:18.956" v="2494" actId="47"/>
        <pc:sldMkLst>
          <pc:docMk/>
          <pc:sldMk cId="150264120" sldId="274"/>
        </pc:sldMkLst>
      </pc:sldChg>
      <pc:sldChg chg="del">
        <pc:chgData name="Ali Hepburn" userId="4e8e14d8-d579-466d-803b-afb427748fed" providerId="ADAL" clId="{356E60C2-B711-4EF8-BAB8-2EFE6DC1729D}" dt="2022-11-21T12:28:22.327" v="3515" actId="47"/>
        <pc:sldMkLst>
          <pc:docMk/>
          <pc:sldMk cId="594121704" sldId="275"/>
        </pc:sldMkLst>
      </pc:sldChg>
      <pc:sldChg chg="addSp modSp mod setBg">
        <pc:chgData name="Ali Hepburn" userId="4e8e14d8-d579-466d-803b-afb427748fed" providerId="ADAL" clId="{356E60C2-B711-4EF8-BAB8-2EFE6DC1729D}" dt="2022-11-21T12:22:44.421" v="3057" actId="403"/>
        <pc:sldMkLst>
          <pc:docMk/>
          <pc:sldMk cId="4072928625" sldId="276"/>
        </pc:sldMkLst>
        <pc:spChg chg="mod">
          <ac:chgData name="Ali Hepburn" userId="4e8e14d8-d579-466d-803b-afb427748fed" providerId="ADAL" clId="{356E60C2-B711-4EF8-BAB8-2EFE6DC1729D}" dt="2022-11-21T12:22:40.912" v="3053" actId="26606"/>
          <ac:spMkLst>
            <pc:docMk/>
            <pc:sldMk cId="4072928625" sldId="276"/>
            <ac:spMk id="2" creationId="{71AB6729-297B-C2AC-99A6-EAA4C599E2AB}"/>
          </ac:spMkLst>
        </pc:spChg>
        <pc:spChg chg="mod">
          <ac:chgData name="Ali Hepburn" userId="4e8e14d8-d579-466d-803b-afb427748fed" providerId="ADAL" clId="{356E60C2-B711-4EF8-BAB8-2EFE6DC1729D}" dt="2022-11-21T12:22:44.421" v="3057" actId="403"/>
          <ac:spMkLst>
            <pc:docMk/>
            <pc:sldMk cId="4072928625" sldId="276"/>
            <ac:spMk id="3" creationId="{F94EB70F-42BE-5962-F6D2-1CE8EAB41913}"/>
          </ac:spMkLst>
        </pc:spChg>
        <pc:spChg chg="add">
          <ac:chgData name="Ali Hepburn" userId="4e8e14d8-d579-466d-803b-afb427748fed" providerId="ADAL" clId="{356E60C2-B711-4EF8-BAB8-2EFE6DC1729D}" dt="2022-11-21T12:22:40.912" v="3053" actId="26606"/>
          <ac:spMkLst>
            <pc:docMk/>
            <pc:sldMk cId="4072928625" sldId="276"/>
            <ac:spMk id="8" creationId="{70DFC902-7D23-471A-B557-B6B6917D7A0D}"/>
          </ac:spMkLst>
        </pc:spChg>
        <pc:spChg chg="add">
          <ac:chgData name="Ali Hepburn" userId="4e8e14d8-d579-466d-803b-afb427748fed" providerId="ADAL" clId="{356E60C2-B711-4EF8-BAB8-2EFE6DC1729D}" dt="2022-11-21T12:22:40.912" v="3053" actId="26606"/>
          <ac:spMkLst>
            <pc:docMk/>
            <pc:sldMk cId="4072928625" sldId="276"/>
            <ac:spMk id="10" creationId="{A55D5633-D557-4DCA-982C-FF36EB7A1C00}"/>
          </ac:spMkLst>
        </pc:spChg>
        <pc:spChg chg="add">
          <ac:chgData name="Ali Hepburn" userId="4e8e14d8-d579-466d-803b-afb427748fed" providerId="ADAL" clId="{356E60C2-B711-4EF8-BAB8-2EFE6DC1729D}" dt="2022-11-21T12:22:40.912" v="3053" actId="26606"/>
          <ac:spMkLst>
            <pc:docMk/>
            <pc:sldMk cId="4072928625" sldId="276"/>
            <ac:spMk id="12" creationId="{450D3AD2-FA80-415F-A9CE-54D884561CD7}"/>
          </ac:spMkLst>
        </pc:spChg>
      </pc:sldChg>
      <pc:sldChg chg="addSp delSp modSp mod">
        <pc:chgData name="Ali Hepburn" userId="4e8e14d8-d579-466d-803b-afb427748fed" providerId="ADAL" clId="{356E60C2-B711-4EF8-BAB8-2EFE6DC1729D}" dt="2022-11-21T11:41:13.645" v="2620" actId="1076"/>
        <pc:sldMkLst>
          <pc:docMk/>
          <pc:sldMk cId="3061115754" sldId="277"/>
        </pc:sldMkLst>
        <pc:spChg chg="del">
          <ac:chgData name="Ali Hepburn" userId="4e8e14d8-d579-466d-803b-afb427748fed" providerId="ADAL" clId="{356E60C2-B711-4EF8-BAB8-2EFE6DC1729D}" dt="2022-11-21T11:40:53.654" v="2615" actId="478"/>
          <ac:spMkLst>
            <pc:docMk/>
            <pc:sldMk cId="3061115754" sldId="277"/>
            <ac:spMk id="3" creationId="{02314943-A1BD-50BC-B57D-FFDB0DC2DAF7}"/>
          </ac:spMkLst>
        </pc:spChg>
        <pc:spChg chg="add del mod">
          <ac:chgData name="Ali Hepburn" userId="4e8e14d8-d579-466d-803b-afb427748fed" providerId="ADAL" clId="{356E60C2-B711-4EF8-BAB8-2EFE6DC1729D}" dt="2022-11-21T11:40:58.698" v="2616" actId="478"/>
          <ac:spMkLst>
            <pc:docMk/>
            <pc:sldMk cId="3061115754" sldId="277"/>
            <ac:spMk id="6" creationId="{D96BA438-021F-CF49-7529-6C8174CFB866}"/>
          </ac:spMkLst>
        </pc:spChg>
        <pc:picChg chg="mod">
          <ac:chgData name="Ali Hepburn" userId="4e8e14d8-d579-466d-803b-afb427748fed" providerId="ADAL" clId="{356E60C2-B711-4EF8-BAB8-2EFE6DC1729D}" dt="2022-11-21T11:41:13.645" v="2620" actId="1076"/>
          <ac:picMkLst>
            <pc:docMk/>
            <pc:sldMk cId="3061115754" sldId="277"/>
            <ac:picMk id="4" creationId="{5BBA52D0-49B0-FDA2-E142-28558B87A297}"/>
          </ac:picMkLst>
        </pc:picChg>
      </pc:sldChg>
      <pc:sldChg chg="addSp modSp mod setBg">
        <pc:chgData name="Ali Hepburn" userId="4e8e14d8-d579-466d-803b-afb427748fed" providerId="ADAL" clId="{356E60C2-B711-4EF8-BAB8-2EFE6DC1729D}" dt="2022-11-21T12:22:52.123" v="3062" actId="403"/>
        <pc:sldMkLst>
          <pc:docMk/>
          <pc:sldMk cId="2254183378" sldId="278"/>
        </pc:sldMkLst>
        <pc:spChg chg="mod">
          <ac:chgData name="Ali Hepburn" userId="4e8e14d8-d579-466d-803b-afb427748fed" providerId="ADAL" clId="{356E60C2-B711-4EF8-BAB8-2EFE6DC1729D}" dt="2022-11-21T12:22:49.946" v="3058" actId="26606"/>
          <ac:spMkLst>
            <pc:docMk/>
            <pc:sldMk cId="2254183378" sldId="278"/>
            <ac:spMk id="2" creationId="{AC42A1A9-F07D-4CAE-B7D2-0F9009CD9FF0}"/>
          </ac:spMkLst>
        </pc:spChg>
        <pc:spChg chg="mod">
          <ac:chgData name="Ali Hepburn" userId="4e8e14d8-d579-466d-803b-afb427748fed" providerId="ADAL" clId="{356E60C2-B711-4EF8-BAB8-2EFE6DC1729D}" dt="2022-11-21T12:22:52.123" v="3062" actId="403"/>
          <ac:spMkLst>
            <pc:docMk/>
            <pc:sldMk cId="2254183378" sldId="278"/>
            <ac:spMk id="3" creationId="{60231497-98E4-CD74-963C-8AC9AECAD5A7}"/>
          </ac:spMkLst>
        </pc:spChg>
        <pc:spChg chg="add">
          <ac:chgData name="Ali Hepburn" userId="4e8e14d8-d579-466d-803b-afb427748fed" providerId="ADAL" clId="{356E60C2-B711-4EF8-BAB8-2EFE6DC1729D}" dt="2022-11-21T12:22:49.946" v="3058" actId="26606"/>
          <ac:spMkLst>
            <pc:docMk/>
            <pc:sldMk cId="2254183378" sldId="278"/>
            <ac:spMk id="8" creationId="{70DFC902-7D23-471A-B557-B6B6917D7A0D}"/>
          </ac:spMkLst>
        </pc:spChg>
        <pc:spChg chg="add">
          <ac:chgData name="Ali Hepburn" userId="4e8e14d8-d579-466d-803b-afb427748fed" providerId="ADAL" clId="{356E60C2-B711-4EF8-BAB8-2EFE6DC1729D}" dt="2022-11-21T12:22:49.946" v="3058" actId="26606"/>
          <ac:spMkLst>
            <pc:docMk/>
            <pc:sldMk cId="2254183378" sldId="278"/>
            <ac:spMk id="10" creationId="{A55D5633-D557-4DCA-982C-FF36EB7A1C00}"/>
          </ac:spMkLst>
        </pc:spChg>
        <pc:spChg chg="add">
          <ac:chgData name="Ali Hepburn" userId="4e8e14d8-d579-466d-803b-afb427748fed" providerId="ADAL" clId="{356E60C2-B711-4EF8-BAB8-2EFE6DC1729D}" dt="2022-11-21T12:22:49.946" v="3058" actId="26606"/>
          <ac:spMkLst>
            <pc:docMk/>
            <pc:sldMk cId="2254183378" sldId="278"/>
            <ac:spMk id="12" creationId="{450D3AD2-FA80-415F-A9CE-54D884561CD7}"/>
          </ac:spMkLst>
        </pc:spChg>
      </pc:sldChg>
      <pc:sldChg chg="modSp mod">
        <pc:chgData name="Ali Hepburn" userId="4e8e14d8-d579-466d-803b-afb427748fed" providerId="ADAL" clId="{356E60C2-B711-4EF8-BAB8-2EFE6DC1729D}" dt="2022-11-21T10:41:10.777" v="20" actId="20577"/>
        <pc:sldMkLst>
          <pc:docMk/>
          <pc:sldMk cId="2002770558" sldId="304"/>
        </pc:sldMkLst>
        <pc:spChg chg="mod">
          <ac:chgData name="Ali Hepburn" userId="4e8e14d8-d579-466d-803b-afb427748fed" providerId="ADAL" clId="{356E60C2-B711-4EF8-BAB8-2EFE6DC1729D}" dt="2022-11-21T10:41:10.777" v="20" actId="20577"/>
          <ac:spMkLst>
            <pc:docMk/>
            <pc:sldMk cId="2002770558" sldId="304"/>
            <ac:spMk id="3" creationId="{50F051FA-2D04-CB9B-D1B4-FD9A1BBBEE71}"/>
          </ac:spMkLst>
        </pc:spChg>
      </pc:sldChg>
      <pc:sldChg chg="modSp add mod ord">
        <pc:chgData name="Ali Hepburn" userId="4e8e14d8-d579-466d-803b-afb427748fed" providerId="ADAL" clId="{356E60C2-B711-4EF8-BAB8-2EFE6DC1729D}" dt="2022-11-21T10:44:52.220" v="74" actId="14826"/>
        <pc:sldMkLst>
          <pc:docMk/>
          <pc:sldMk cId="3798609310" sldId="305"/>
        </pc:sldMkLst>
        <pc:spChg chg="mod">
          <ac:chgData name="Ali Hepburn" userId="4e8e14d8-d579-466d-803b-afb427748fed" providerId="ADAL" clId="{356E60C2-B711-4EF8-BAB8-2EFE6DC1729D}" dt="2022-11-21T10:43:11.476" v="68" actId="403"/>
          <ac:spMkLst>
            <pc:docMk/>
            <pc:sldMk cId="3798609310" sldId="305"/>
            <ac:spMk id="4" creationId="{B7FB94D9-0D89-C34B-E4B1-F51D5A4749F7}"/>
          </ac:spMkLst>
        </pc:spChg>
        <pc:picChg chg="mod">
          <ac:chgData name="Ali Hepburn" userId="4e8e14d8-d579-466d-803b-afb427748fed" providerId="ADAL" clId="{356E60C2-B711-4EF8-BAB8-2EFE6DC1729D}" dt="2022-11-21T10:44:52.220" v="74" actId="14826"/>
          <ac:picMkLst>
            <pc:docMk/>
            <pc:sldMk cId="3798609310" sldId="305"/>
            <ac:picMk id="3" creationId="{9242C350-44EE-2686-03B4-26E838941CA8}"/>
          </ac:picMkLst>
        </pc:picChg>
      </pc:sldChg>
      <pc:sldChg chg="modSp new mod">
        <pc:chgData name="Ali Hepburn" userId="4e8e14d8-d579-466d-803b-afb427748fed" providerId="ADAL" clId="{356E60C2-B711-4EF8-BAB8-2EFE6DC1729D}" dt="2022-11-21T12:09:05.246" v="2772" actId="27636"/>
        <pc:sldMkLst>
          <pc:docMk/>
          <pc:sldMk cId="1005890835" sldId="306"/>
        </pc:sldMkLst>
        <pc:spChg chg="mod">
          <ac:chgData name="Ali Hepburn" userId="4e8e14d8-d579-466d-803b-afb427748fed" providerId="ADAL" clId="{356E60C2-B711-4EF8-BAB8-2EFE6DC1729D}" dt="2022-11-21T10:50:09.245" v="124" actId="20577"/>
          <ac:spMkLst>
            <pc:docMk/>
            <pc:sldMk cId="1005890835" sldId="306"/>
            <ac:spMk id="2" creationId="{06C94893-F202-EFE6-7D7B-55E57B9B4695}"/>
          </ac:spMkLst>
        </pc:spChg>
        <pc:spChg chg="mod">
          <ac:chgData name="Ali Hepburn" userId="4e8e14d8-d579-466d-803b-afb427748fed" providerId="ADAL" clId="{356E60C2-B711-4EF8-BAB8-2EFE6DC1729D}" dt="2022-11-21T12:09:05.246" v="2772" actId="27636"/>
          <ac:spMkLst>
            <pc:docMk/>
            <pc:sldMk cId="1005890835" sldId="306"/>
            <ac:spMk id="3" creationId="{B30A7039-822F-028D-E6D9-A0C715568417}"/>
          </ac:spMkLst>
        </pc:spChg>
      </pc:sldChg>
      <pc:sldChg chg="addSp modSp new mod">
        <pc:chgData name="Ali Hepburn" userId="4e8e14d8-d579-466d-803b-afb427748fed" providerId="ADAL" clId="{356E60C2-B711-4EF8-BAB8-2EFE6DC1729D}" dt="2022-11-21T12:09:34.017" v="2775" actId="6549"/>
        <pc:sldMkLst>
          <pc:docMk/>
          <pc:sldMk cId="3593293977" sldId="307"/>
        </pc:sldMkLst>
        <pc:spChg chg="mod">
          <ac:chgData name="Ali Hepburn" userId="4e8e14d8-d579-466d-803b-afb427748fed" providerId="ADAL" clId="{356E60C2-B711-4EF8-BAB8-2EFE6DC1729D}" dt="2022-11-21T10:50:44.643" v="185" actId="20577"/>
          <ac:spMkLst>
            <pc:docMk/>
            <pc:sldMk cId="3593293977" sldId="307"/>
            <ac:spMk id="2" creationId="{B9F13D45-6A10-BCFF-67A3-359678503EDC}"/>
          </ac:spMkLst>
        </pc:spChg>
        <pc:spChg chg="mod">
          <ac:chgData name="Ali Hepburn" userId="4e8e14d8-d579-466d-803b-afb427748fed" providerId="ADAL" clId="{356E60C2-B711-4EF8-BAB8-2EFE6DC1729D}" dt="2022-11-21T12:09:34.017" v="2775" actId="6549"/>
          <ac:spMkLst>
            <pc:docMk/>
            <pc:sldMk cId="3593293977" sldId="307"/>
            <ac:spMk id="3" creationId="{477282AE-B5B8-B8BA-13C7-7F0C03BAEB7B}"/>
          </ac:spMkLst>
        </pc:spChg>
        <pc:picChg chg="add mod">
          <ac:chgData name="Ali Hepburn" userId="4e8e14d8-d579-466d-803b-afb427748fed" providerId="ADAL" clId="{356E60C2-B711-4EF8-BAB8-2EFE6DC1729D}" dt="2022-11-21T10:51:07.543" v="206" actId="1076"/>
          <ac:picMkLst>
            <pc:docMk/>
            <pc:sldMk cId="3593293977" sldId="307"/>
            <ac:picMk id="4" creationId="{3132B2BD-BEDD-4502-4A7F-D43C24EEFABC}"/>
          </ac:picMkLst>
        </pc:picChg>
      </pc:sldChg>
      <pc:sldChg chg="modSp new mod ord">
        <pc:chgData name="Ali Hepburn" userId="4e8e14d8-d579-466d-803b-afb427748fed" providerId="ADAL" clId="{356E60C2-B711-4EF8-BAB8-2EFE6DC1729D}" dt="2022-11-21T10:57:15.692" v="512" actId="6549"/>
        <pc:sldMkLst>
          <pc:docMk/>
          <pc:sldMk cId="1630845292" sldId="308"/>
        </pc:sldMkLst>
        <pc:spChg chg="mod">
          <ac:chgData name="Ali Hepburn" userId="4e8e14d8-d579-466d-803b-afb427748fed" providerId="ADAL" clId="{356E60C2-B711-4EF8-BAB8-2EFE6DC1729D}" dt="2022-11-21T10:52:05.933" v="250" actId="20577"/>
          <ac:spMkLst>
            <pc:docMk/>
            <pc:sldMk cId="1630845292" sldId="308"/>
            <ac:spMk id="2" creationId="{4D735901-1ED1-C7A6-B4FD-3BCFE0ADDC0B}"/>
          </ac:spMkLst>
        </pc:spChg>
        <pc:spChg chg="mod">
          <ac:chgData name="Ali Hepburn" userId="4e8e14d8-d579-466d-803b-afb427748fed" providerId="ADAL" clId="{356E60C2-B711-4EF8-BAB8-2EFE6DC1729D}" dt="2022-11-21T10:57:15.692" v="512" actId="6549"/>
          <ac:spMkLst>
            <pc:docMk/>
            <pc:sldMk cId="1630845292" sldId="308"/>
            <ac:spMk id="3" creationId="{3DE917C0-A79F-6C32-0D42-82F03A0BB199}"/>
          </ac:spMkLst>
        </pc:spChg>
      </pc:sldChg>
      <pc:sldChg chg="modSp new mod">
        <pc:chgData name="Ali Hepburn" userId="4e8e14d8-d579-466d-803b-afb427748fed" providerId="ADAL" clId="{356E60C2-B711-4EF8-BAB8-2EFE6DC1729D}" dt="2022-11-21T10:58:21.621" v="584" actId="20577"/>
        <pc:sldMkLst>
          <pc:docMk/>
          <pc:sldMk cId="1862788795" sldId="309"/>
        </pc:sldMkLst>
        <pc:spChg chg="mod">
          <ac:chgData name="Ali Hepburn" userId="4e8e14d8-d579-466d-803b-afb427748fed" providerId="ADAL" clId="{356E60C2-B711-4EF8-BAB8-2EFE6DC1729D}" dt="2022-11-21T10:53:34.225" v="359" actId="20577"/>
          <ac:spMkLst>
            <pc:docMk/>
            <pc:sldMk cId="1862788795" sldId="309"/>
            <ac:spMk id="2" creationId="{AB2BCBDD-94DE-8EC7-2AAD-7369FE8A6E90}"/>
          </ac:spMkLst>
        </pc:spChg>
        <pc:spChg chg="mod">
          <ac:chgData name="Ali Hepburn" userId="4e8e14d8-d579-466d-803b-afb427748fed" providerId="ADAL" clId="{356E60C2-B711-4EF8-BAB8-2EFE6DC1729D}" dt="2022-11-21T10:58:21.621" v="584" actId="20577"/>
          <ac:spMkLst>
            <pc:docMk/>
            <pc:sldMk cId="1862788795" sldId="309"/>
            <ac:spMk id="3" creationId="{B8CEA261-3373-7222-1175-6CFDE11C29A8}"/>
          </ac:spMkLst>
        </pc:spChg>
      </pc:sldChg>
      <pc:sldChg chg="modSp new mod">
        <pc:chgData name="Ali Hepburn" userId="4e8e14d8-d579-466d-803b-afb427748fed" providerId="ADAL" clId="{356E60C2-B711-4EF8-BAB8-2EFE6DC1729D}" dt="2022-11-21T12:10:13.472" v="2777" actId="15"/>
        <pc:sldMkLst>
          <pc:docMk/>
          <pc:sldMk cId="1200909553" sldId="310"/>
        </pc:sldMkLst>
        <pc:spChg chg="mod">
          <ac:chgData name="Ali Hepburn" userId="4e8e14d8-d579-466d-803b-afb427748fed" providerId="ADAL" clId="{356E60C2-B711-4EF8-BAB8-2EFE6DC1729D}" dt="2022-11-21T10:58:12.954" v="580" actId="20577"/>
          <ac:spMkLst>
            <pc:docMk/>
            <pc:sldMk cId="1200909553" sldId="310"/>
            <ac:spMk id="2" creationId="{CE7F816D-0C70-5FF5-50C5-EDBEE368AD6D}"/>
          </ac:spMkLst>
        </pc:spChg>
        <pc:spChg chg="mod">
          <ac:chgData name="Ali Hepburn" userId="4e8e14d8-d579-466d-803b-afb427748fed" providerId="ADAL" clId="{356E60C2-B711-4EF8-BAB8-2EFE6DC1729D}" dt="2022-11-21T12:10:13.472" v="2777" actId="15"/>
          <ac:spMkLst>
            <pc:docMk/>
            <pc:sldMk cId="1200909553" sldId="310"/>
            <ac:spMk id="3" creationId="{FA141832-F6D1-50AE-735C-627720AD508A}"/>
          </ac:spMkLst>
        </pc:spChg>
      </pc:sldChg>
      <pc:sldChg chg="modSp add mod">
        <pc:chgData name="Ali Hepburn" userId="4e8e14d8-d579-466d-803b-afb427748fed" providerId="ADAL" clId="{356E60C2-B711-4EF8-BAB8-2EFE6DC1729D}" dt="2022-11-21T11:29:39.237" v="1010" actId="20577"/>
        <pc:sldMkLst>
          <pc:docMk/>
          <pc:sldMk cId="396070192" sldId="311"/>
        </pc:sldMkLst>
        <pc:spChg chg="mod">
          <ac:chgData name="Ali Hepburn" userId="4e8e14d8-d579-466d-803b-afb427748fed" providerId="ADAL" clId="{356E60C2-B711-4EF8-BAB8-2EFE6DC1729D}" dt="2022-11-21T11:28:19.882" v="710" actId="20577"/>
          <ac:spMkLst>
            <pc:docMk/>
            <pc:sldMk cId="396070192" sldId="311"/>
            <ac:spMk id="4" creationId="{D0ECD3A3-3088-23D6-3D9B-6B40352DC949}"/>
          </ac:spMkLst>
        </pc:spChg>
        <pc:spChg chg="mod">
          <ac:chgData name="Ali Hepburn" userId="4e8e14d8-d579-466d-803b-afb427748fed" providerId="ADAL" clId="{356E60C2-B711-4EF8-BAB8-2EFE6DC1729D}" dt="2022-11-21T11:29:39.237" v="1010" actId="20577"/>
          <ac:spMkLst>
            <pc:docMk/>
            <pc:sldMk cId="396070192" sldId="311"/>
            <ac:spMk id="5" creationId="{90B63659-695C-5C9D-E9E0-37D4AC3F983D}"/>
          </ac:spMkLst>
        </pc:spChg>
      </pc:sldChg>
      <pc:sldChg chg="modSp new mod">
        <pc:chgData name="Ali Hepburn" userId="4e8e14d8-d579-466d-803b-afb427748fed" providerId="ADAL" clId="{356E60C2-B711-4EF8-BAB8-2EFE6DC1729D}" dt="2022-11-21T12:10:37.586" v="2779" actId="27636"/>
        <pc:sldMkLst>
          <pc:docMk/>
          <pc:sldMk cId="844959057" sldId="312"/>
        </pc:sldMkLst>
        <pc:spChg chg="mod">
          <ac:chgData name="Ali Hepburn" userId="4e8e14d8-d579-466d-803b-afb427748fed" providerId="ADAL" clId="{356E60C2-B711-4EF8-BAB8-2EFE6DC1729D}" dt="2022-11-21T11:30:33.844" v="1069" actId="20577"/>
          <ac:spMkLst>
            <pc:docMk/>
            <pc:sldMk cId="844959057" sldId="312"/>
            <ac:spMk id="2" creationId="{6E83949C-7ACB-DE9D-ED53-77E779921F88}"/>
          </ac:spMkLst>
        </pc:spChg>
        <pc:spChg chg="mod">
          <ac:chgData name="Ali Hepburn" userId="4e8e14d8-d579-466d-803b-afb427748fed" providerId="ADAL" clId="{356E60C2-B711-4EF8-BAB8-2EFE6DC1729D}" dt="2022-11-21T12:10:37.586" v="2779" actId="27636"/>
          <ac:spMkLst>
            <pc:docMk/>
            <pc:sldMk cId="844959057" sldId="312"/>
            <ac:spMk id="3" creationId="{CA1AAD8E-8966-10F5-5514-6CAC45144515}"/>
          </ac:spMkLst>
        </pc:spChg>
      </pc:sldChg>
      <pc:sldChg chg="modSp add mod">
        <pc:chgData name="Ali Hepburn" userId="4e8e14d8-d579-466d-803b-afb427748fed" providerId="ADAL" clId="{356E60C2-B711-4EF8-BAB8-2EFE6DC1729D}" dt="2022-11-21T11:37:58.341" v="2492" actId="113"/>
        <pc:sldMkLst>
          <pc:docMk/>
          <pc:sldMk cId="2235521234" sldId="313"/>
        </pc:sldMkLst>
        <pc:spChg chg="mod">
          <ac:chgData name="Ali Hepburn" userId="4e8e14d8-d579-466d-803b-afb427748fed" providerId="ADAL" clId="{356E60C2-B711-4EF8-BAB8-2EFE6DC1729D}" dt="2022-11-21T11:37:58.341" v="2492" actId="113"/>
          <ac:spMkLst>
            <pc:docMk/>
            <pc:sldMk cId="2235521234" sldId="313"/>
            <ac:spMk id="3" creationId="{CA1AAD8E-8966-10F5-5514-6CAC45144515}"/>
          </ac:spMkLst>
        </pc:spChg>
      </pc:sldChg>
      <pc:sldChg chg="modSp new mod">
        <pc:chgData name="Ali Hepburn" userId="4e8e14d8-d579-466d-803b-afb427748fed" providerId="ADAL" clId="{356E60C2-B711-4EF8-BAB8-2EFE6DC1729D}" dt="2022-11-21T11:40:47.829" v="2614" actId="20577"/>
        <pc:sldMkLst>
          <pc:docMk/>
          <pc:sldMk cId="447110181" sldId="314"/>
        </pc:sldMkLst>
        <pc:spChg chg="mod">
          <ac:chgData name="Ali Hepburn" userId="4e8e14d8-d579-466d-803b-afb427748fed" providerId="ADAL" clId="{356E60C2-B711-4EF8-BAB8-2EFE6DC1729D}" dt="2022-11-21T11:38:43.268" v="2536" actId="20577"/>
          <ac:spMkLst>
            <pc:docMk/>
            <pc:sldMk cId="447110181" sldId="314"/>
            <ac:spMk id="2" creationId="{4FF10561-49F8-B4DF-EC77-FB74A2159EEA}"/>
          </ac:spMkLst>
        </pc:spChg>
        <pc:spChg chg="mod">
          <ac:chgData name="Ali Hepburn" userId="4e8e14d8-d579-466d-803b-afb427748fed" providerId="ADAL" clId="{356E60C2-B711-4EF8-BAB8-2EFE6DC1729D}" dt="2022-11-21T11:40:47.829" v="2614" actId="20577"/>
          <ac:spMkLst>
            <pc:docMk/>
            <pc:sldMk cId="447110181" sldId="314"/>
            <ac:spMk id="3" creationId="{A3BE0C76-962A-1D0E-0492-9F68A86B36BA}"/>
          </ac:spMkLst>
        </pc:spChg>
      </pc:sldChg>
      <pc:sldChg chg="modSp add mod">
        <pc:chgData name="Ali Hepburn" userId="4e8e14d8-d579-466d-803b-afb427748fed" providerId="ADAL" clId="{356E60C2-B711-4EF8-BAB8-2EFE6DC1729D}" dt="2022-11-21T11:42:07.171" v="2675" actId="404"/>
        <pc:sldMkLst>
          <pc:docMk/>
          <pc:sldMk cId="3432947005" sldId="315"/>
        </pc:sldMkLst>
        <pc:spChg chg="mod">
          <ac:chgData name="Ali Hepburn" userId="4e8e14d8-d579-466d-803b-afb427748fed" providerId="ADAL" clId="{356E60C2-B711-4EF8-BAB8-2EFE6DC1729D}" dt="2022-11-21T11:41:41.234" v="2651" actId="20577"/>
          <ac:spMkLst>
            <pc:docMk/>
            <pc:sldMk cId="3432947005" sldId="315"/>
            <ac:spMk id="2" creationId="{AC42A1A9-F07D-4CAE-B7D2-0F9009CD9FF0}"/>
          </ac:spMkLst>
        </pc:spChg>
        <pc:spChg chg="mod">
          <ac:chgData name="Ali Hepburn" userId="4e8e14d8-d579-466d-803b-afb427748fed" providerId="ADAL" clId="{356E60C2-B711-4EF8-BAB8-2EFE6DC1729D}" dt="2022-11-21T11:42:07.171" v="2675" actId="404"/>
          <ac:spMkLst>
            <pc:docMk/>
            <pc:sldMk cId="3432947005" sldId="315"/>
            <ac:spMk id="3" creationId="{60231497-98E4-CD74-963C-8AC9AECAD5A7}"/>
          </ac:spMkLst>
        </pc:spChg>
      </pc:sldChg>
      <pc:sldChg chg="addSp delSp modSp new mod">
        <pc:chgData name="Ali Hepburn" userId="4e8e14d8-d579-466d-803b-afb427748fed" providerId="ADAL" clId="{356E60C2-B711-4EF8-BAB8-2EFE6DC1729D}" dt="2022-11-21T12:25:36.684" v="3236" actId="113"/>
        <pc:sldMkLst>
          <pc:docMk/>
          <pc:sldMk cId="1234657893" sldId="316"/>
        </pc:sldMkLst>
        <pc:spChg chg="mod">
          <ac:chgData name="Ali Hepburn" userId="4e8e14d8-d579-466d-803b-afb427748fed" providerId="ADAL" clId="{356E60C2-B711-4EF8-BAB8-2EFE6DC1729D}" dt="2022-11-21T12:25:36.684" v="3236" actId="113"/>
          <ac:spMkLst>
            <pc:docMk/>
            <pc:sldMk cId="1234657893" sldId="316"/>
            <ac:spMk id="2" creationId="{64F50B5E-A481-B33B-E31C-F2E833043AF9}"/>
          </ac:spMkLst>
        </pc:spChg>
        <pc:spChg chg="del">
          <ac:chgData name="Ali Hepburn" userId="4e8e14d8-d579-466d-803b-afb427748fed" providerId="ADAL" clId="{356E60C2-B711-4EF8-BAB8-2EFE6DC1729D}" dt="2022-11-21T12:17:49.321" v="2846" actId="478"/>
          <ac:spMkLst>
            <pc:docMk/>
            <pc:sldMk cId="1234657893" sldId="316"/>
            <ac:spMk id="3" creationId="{CE2CBB1E-DBD1-43B1-C233-640AF8CDB394}"/>
          </ac:spMkLst>
        </pc:spChg>
        <pc:picChg chg="add mod">
          <ac:chgData name="Ali Hepburn" userId="4e8e14d8-d579-466d-803b-afb427748fed" providerId="ADAL" clId="{356E60C2-B711-4EF8-BAB8-2EFE6DC1729D}" dt="2022-11-21T12:25:21.353" v="3235" actId="1076"/>
          <ac:picMkLst>
            <pc:docMk/>
            <pc:sldMk cId="1234657893" sldId="316"/>
            <ac:picMk id="5" creationId="{611CE52E-AB03-4A41-4D25-5B9B1C16556E}"/>
          </ac:picMkLst>
        </pc:picChg>
        <pc:picChg chg="add mod">
          <ac:chgData name="Ali Hepburn" userId="4e8e14d8-d579-466d-803b-afb427748fed" providerId="ADAL" clId="{356E60C2-B711-4EF8-BAB8-2EFE6DC1729D}" dt="2022-11-21T12:25:21.353" v="3235" actId="1076"/>
          <ac:picMkLst>
            <pc:docMk/>
            <pc:sldMk cId="1234657893" sldId="316"/>
            <ac:picMk id="7" creationId="{62EE23D9-9AC0-5061-E0E6-33C33F2274D3}"/>
          </ac:picMkLst>
        </pc:picChg>
        <pc:picChg chg="add mod">
          <ac:chgData name="Ali Hepburn" userId="4e8e14d8-d579-466d-803b-afb427748fed" providerId="ADAL" clId="{356E60C2-B711-4EF8-BAB8-2EFE6DC1729D}" dt="2022-11-21T12:25:21.353" v="3235" actId="1076"/>
          <ac:picMkLst>
            <pc:docMk/>
            <pc:sldMk cId="1234657893" sldId="316"/>
            <ac:picMk id="9" creationId="{505ABC92-A688-AF12-561B-B0990615FCAB}"/>
          </ac:picMkLst>
        </pc:picChg>
      </pc:sldChg>
      <pc:sldChg chg="modSp new mod">
        <pc:chgData name="Ali Hepburn" userId="4e8e14d8-d579-466d-803b-afb427748fed" providerId="ADAL" clId="{356E60C2-B711-4EF8-BAB8-2EFE6DC1729D}" dt="2022-11-21T12:24:20.748" v="3202" actId="27636"/>
        <pc:sldMkLst>
          <pc:docMk/>
          <pc:sldMk cId="3660510309" sldId="317"/>
        </pc:sldMkLst>
        <pc:spChg chg="mod">
          <ac:chgData name="Ali Hepburn" userId="4e8e14d8-d579-466d-803b-afb427748fed" providerId="ADAL" clId="{356E60C2-B711-4EF8-BAB8-2EFE6DC1729D}" dt="2022-11-21T12:19:35.538" v="2880" actId="20577"/>
          <ac:spMkLst>
            <pc:docMk/>
            <pc:sldMk cId="3660510309" sldId="317"/>
            <ac:spMk id="2" creationId="{622C98A1-56D3-54B6-D845-BCFF46B9EEAF}"/>
          </ac:spMkLst>
        </pc:spChg>
        <pc:spChg chg="mod">
          <ac:chgData name="Ali Hepburn" userId="4e8e14d8-d579-466d-803b-afb427748fed" providerId="ADAL" clId="{356E60C2-B711-4EF8-BAB8-2EFE6DC1729D}" dt="2022-11-21T12:24:20.748" v="3202" actId="27636"/>
          <ac:spMkLst>
            <pc:docMk/>
            <pc:sldMk cId="3660510309" sldId="317"/>
            <ac:spMk id="3" creationId="{14D2826D-000E-7B9D-7CD7-81E117D96088}"/>
          </ac:spMkLst>
        </pc:spChg>
      </pc:sldChg>
      <pc:sldChg chg="modSp new mod">
        <pc:chgData name="Ali Hepburn" userId="4e8e14d8-d579-466d-803b-afb427748fed" providerId="ADAL" clId="{356E60C2-B711-4EF8-BAB8-2EFE6DC1729D}" dt="2022-11-21T12:27:39.543" v="3514" actId="20577"/>
        <pc:sldMkLst>
          <pc:docMk/>
          <pc:sldMk cId="3694956713" sldId="318"/>
        </pc:sldMkLst>
        <pc:spChg chg="mod">
          <ac:chgData name="Ali Hepburn" userId="4e8e14d8-d579-466d-803b-afb427748fed" providerId="ADAL" clId="{356E60C2-B711-4EF8-BAB8-2EFE6DC1729D}" dt="2022-11-21T12:27:39.543" v="3514" actId="20577"/>
          <ac:spMkLst>
            <pc:docMk/>
            <pc:sldMk cId="3694956713" sldId="318"/>
            <ac:spMk id="2" creationId="{85254FB3-B532-86F5-13F0-0C3DB4CFCDC7}"/>
          </ac:spMkLst>
        </pc:spChg>
        <pc:spChg chg="mod">
          <ac:chgData name="Ali Hepburn" userId="4e8e14d8-d579-466d-803b-afb427748fed" providerId="ADAL" clId="{356E60C2-B711-4EF8-BAB8-2EFE6DC1729D}" dt="2022-11-21T12:27:34.640" v="3504" actId="20577"/>
          <ac:spMkLst>
            <pc:docMk/>
            <pc:sldMk cId="3694956713" sldId="318"/>
            <ac:spMk id="3" creationId="{F34AEB41-120E-6F55-9725-4423D2489561}"/>
          </ac:spMkLst>
        </pc:spChg>
      </pc:sldChg>
      <pc:sldChg chg="addSp modSp new mod">
        <pc:chgData name="Ali Hepburn" userId="4e8e14d8-d579-466d-803b-afb427748fed" providerId="ADAL" clId="{356E60C2-B711-4EF8-BAB8-2EFE6DC1729D}" dt="2022-11-21T12:33:51.347" v="3844" actId="14100"/>
        <pc:sldMkLst>
          <pc:docMk/>
          <pc:sldMk cId="3098866369" sldId="319"/>
        </pc:sldMkLst>
        <pc:spChg chg="mod">
          <ac:chgData name="Ali Hepburn" userId="4e8e14d8-d579-466d-803b-afb427748fed" providerId="ADAL" clId="{356E60C2-B711-4EF8-BAB8-2EFE6DC1729D}" dt="2022-11-21T12:29:27.438" v="3560" actId="20577"/>
          <ac:spMkLst>
            <pc:docMk/>
            <pc:sldMk cId="3098866369" sldId="319"/>
            <ac:spMk id="2" creationId="{035D98F0-FCA8-9DB7-3DAF-12CBDC792635}"/>
          </ac:spMkLst>
        </pc:spChg>
        <pc:spChg chg="mod">
          <ac:chgData name="Ali Hepburn" userId="4e8e14d8-d579-466d-803b-afb427748fed" providerId="ADAL" clId="{356E60C2-B711-4EF8-BAB8-2EFE6DC1729D}" dt="2022-11-21T12:33:19.875" v="3817" actId="20577"/>
          <ac:spMkLst>
            <pc:docMk/>
            <pc:sldMk cId="3098866369" sldId="319"/>
            <ac:spMk id="3" creationId="{DC858846-C2AB-F6D4-A1F7-48CC7E33B85E}"/>
          </ac:spMkLst>
        </pc:spChg>
        <pc:spChg chg="add mod">
          <ac:chgData name="Ali Hepburn" userId="4e8e14d8-d579-466d-803b-afb427748fed" providerId="ADAL" clId="{356E60C2-B711-4EF8-BAB8-2EFE6DC1729D}" dt="2022-11-21T12:30:39.204" v="3662" actId="1076"/>
          <ac:spMkLst>
            <pc:docMk/>
            <pc:sldMk cId="3098866369" sldId="319"/>
            <ac:spMk id="5" creationId="{9A1084FF-9720-87B1-810D-8089B9751F1A}"/>
          </ac:spMkLst>
        </pc:spChg>
        <pc:spChg chg="add mod">
          <ac:chgData name="Ali Hepburn" userId="4e8e14d8-d579-466d-803b-afb427748fed" providerId="ADAL" clId="{356E60C2-B711-4EF8-BAB8-2EFE6DC1729D}" dt="2022-11-21T12:33:51.347" v="3844" actId="14100"/>
          <ac:spMkLst>
            <pc:docMk/>
            <pc:sldMk cId="3098866369" sldId="319"/>
            <ac:spMk id="7" creationId="{12B44277-E448-27B8-294B-A749C231E7B9}"/>
          </ac:spMkLst>
        </pc:spChg>
      </pc:sldChg>
    </pc:docChg>
  </pc:docChgLst>
  <pc:docChgLst>
    <pc:chgData name="Ali Hepburn" userId="4e8e14d8-d579-466d-803b-afb427748fed" providerId="ADAL" clId="{F35AEC57-8FDF-4F66-9921-2F4E7654762E}"/>
    <pc:docChg chg="custSel addSld delSld modSld">
      <pc:chgData name="Ali Hepburn" userId="4e8e14d8-d579-466d-803b-afb427748fed" providerId="ADAL" clId="{F35AEC57-8FDF-4F66-9921-2F4E7654762E}" dt="2022-07-22T16:52:42.131" v="20" actId="2696"/>
      <pc:docMkLst>
        <pc:docMk/>
      </pc:docMkLst>
      <pc:sldChg chg="del">
        <pc:chgData name="Ali Hepburn" userId="4e8e14d8-d579-466d-803b-afb427748fed" providerId="ADAL" clId="{F35AEC57-8FDF-4F66-9921-2F4E7654762E}" dt="2022-07-22T16:52:42.131" v="20" actId="2696"/>
        <pc:sldMkLst>
          <pc:docMk/>
          <pc:sldMk cId="1985716245" sldId="279"/>
        </pc:sldMkLst>
      </pc:sldChg>
      <pc:sldChg chg="addSp delSp modSp new del mod modClrScheme chgLayout">
        <pc:chgData name="Ali Hepburn" userId="4e8e14d8-d579-466d-803b-afb427748fed" providerId="ADAL" clId="{F35AEC57-8FDF-4F66-9921-2F4E7654762E}" dt="2022-07-22T16:52:42.131" v="20" actId="2696"/>
        <pc:sldMkLst>
          <pc:docMk/>
          <pc:sldMk cId="784148028" sldId="280"/>
        </pc:sldMkLst>
        <pc:spChg chg="del mod ord">
          <ac:chgData name="Ali Hepburn" userId="4e8e14d8-d579-466d-803b-afb427748fed" providerId="ADAL" clId="{F35AEC57-8FDF-4F66-9921-2F4E7654762E}" dt="2022-07-22T16:51:17.514" v="1" actId="700"/>
          <ac:spMkLst>
            <pc:docMk/>
            <pc:sldMk cId="784148028" sldId="280"/>
            <ac:spMk id="2" creationId="{BAD13EE7-3A93-2320-2A07-5E2B09261F87}"/>
          </ac:spMkLst>
        </pc:spChg>
        <pc:spChg chg="del mod ord">
          <ac:chgData name="Ali Hepburn" userId="4e8e14d8-d579-466d-803b-afb427748fed" providerId="ADAL" clId="{F35AEC57-8FDF-4F66-9921-2F4E7654762E}" dt="2022-07-22T16:51:17.514" v="1" actId="700"/>
          <ac:spMkLst>
            <pc:docMk/>
            <pc:sldMk cId="784148028" sldId="280"/>
            <ac:spMk id="3" creationId="{FD0CE7EC-5082-1482-C2FD-04D39B6C1D6A}"/>
          </ac:spMkLst>
        </pc:spChg>
        <pc:spChg chg="add mod ord">
          <ac:chgData name="Ali Hepburn" userId="4e8e14d8-d579-466d-803b-afb427748fed" providerId="ADAL" clId="{F35AEC57-8FDF-4F66-9921-2F4E7654762E}" dt="2022-07-22T16:51:28.014" v="2"/>
          <ac:spMkLst>
            <pc:docMk/>
            <pc:sldMk cId="784148028" sldId="280"/>
            <ac:spMk id="4" creationId="{F97E15BC-D017-BABD-4741-95370846EA89}"/>
          </ac:spMkLst>
        </pc:spChg>
        <pc:spChg chg="add mod ord">
          <ac:chgData name="Ali Hepburn" userId="4e8e14d8-d579-466d-803b-afb427748fed" providerId="ADAL" clId="{F35AEC57-8FDF-4F66-9921-2F4E7654762E}" dt="2022-07-22T16:51:31.682" v="3"/>
          <ac:spMkLst>
            <pc:docMk/>
            <pc:sldMk cId="784148028" sldId="280"/>
            <ac:spMk id="5" creationId="{69276838-7533-E089-7339-6F707D57CDFA}"/>
          </ac:spMkLst>
        </pc:spChg>
      </pc:sldChg>
      <pc:sldChg chg="modSp new del mod">
        <pc:chgData name="Ali Hepburn" userId="4e8e14d8-d579-466d-803b-afb427748fed" providerId="ADAL" clId="{F35AEC57-8FDF-4F66-9921-2F4E7654762E}" dt="2022-07-22T16:52:42.131" v="20" actId="2696"/>
        <pc:sldMkLst>
          <pc:docMk/>
          <pc:sldMk cId="2651440230" sldId="281"/>
        </pc:sldMkLst>
        <pc:spChg chg="mod">
          <ac:chgData name="Ali Hepburn" userId="4e8e14d8-d579-466d-803b-afb427748fed" providerId="ADAL" clId="{F35AEC57-8FDF-4F66-9921-2F4E7654762E}" dt="2022-07-22T16:51:38.024" v="5"/>
          <ac:spMkLst>
            <pc:docMk/>
            <pc:sldMk cId="2651440230" sldId="281"/>
            <ac:spMk id="2" creationId="{337E789D-77D2-5A3F-1680-569259888A4D}"/>
          </ac:spMkLst>
        </pc:spChg>
        <pc:spChg chg="mod">
          <ac:chgData name="Ali Hepburn" userId="4e8e14d8-d579-466d-803b-afb427748fed" providerId="ADAL" clId="{F35AEC57-8FDF-4F66-9921-2F4E7654762E}" dt="2022-07-22T16:51:43.106" v="9" actId="20577"/>
          <ac:spMkLst>
            <pc:docMk/>
            <pc:sldMk cId="2651440230" sldId="281"/>
            <ac:spMk id="3" creationId="{65A951CE-8DE3-627B-7E01-D9FA5C0DE661}"/>
          </ac:spMkLst>
        </pc:spChg>
      </pc:sldChg>
      <pc:sldChg chg="modSp new del mod">
        <pc:chgData name="Ali Hepburn" userId="4e8e14d8-d579-466d-803b-afb427748fed" providerId="ADAL" clId="{F35AEC57-8FDF-4F66-9921-2F4E7654762E}" dt="2022-07-22T16:52:42.131" v="20" actId="2696"/>
        <pc:sldMkLst>
          <pc:docMk/>
          <pc:sldMk cId="3722875254" sldId="282"/>
        </pc:sldMkLst>
        <pc:spChg chg="mod">
          <ac:chgData name="Ali Hepburn" userId="4e8e14d8-d579-466d-803b-afb427748fed" providerId="ADAL" clId="{F35AEC57-8FDF-4F66-9921-2F4E7654762E}" dt="2022-07-22T16:51:51.504" v="11"/>
          <ac:spMkLst>
            <pc:docMk/>
            <pc:sldMk cId="3722875254" sldId="282"/>
            <ac:spMk id="2" creationId="{41D19730-4373-9CFB-3365-27E825DB4DCA}"/>
          </ac:spMkLst>
        </pc:spChg>
        <pc:spChg chg="mod">
          <ac:chgData name="Ali Hepburn" userId="4e8e14d8-d579-466d-803b-afb427748fed" providerId="ADAL" clId="{F35AEC57-8FDF-4F66-9921-2F4E7654762E}" dt="2022-07-22T16:52:04.028" v="17" actId="12"/>
          <ac:spMkLst>
            <pc:docMk/>
            <pc:sldMk cId="3722875254" sldId="282"/>
            <ac:spMk id="3" creationId="{460C7487-161B-EC70-5EEE-05DF196F3811}"/>
          </ac:spMkLst>
        </pc:spChg>
      </pc:sldChg>
      <pc:sldChg chg="modSp new del mod">
        <pc:chgData name="Ali Hepburn" userId="4e8e14d8-d579-466d-803b-afb427748fed" providerId="ADAL" clId="{F35AEC57-8FDF-4F66-9921-2F4E7654762E}" dt="2022-07-22T16:52:42.131" v="20" actId="2696"/>
        <pc:sldMkLst>
          <pc:docMk/>
          <pc:sldMk cId="4269197614" sldId="283"/>
        </pc:sldMkLst>
        <pc:spChg chg="mod">
          <ac:chgData name="Ali Hepburn" userId="4e8e14d8-d579-466d-803b-afb427748fed" providerId="ADAL" clId="{F35AEC57-8FDF-4F66-9921-2F4E7654762E}" dt="2022-07-22T16:52:12.187" v="19"/>
          <ac:spMkLst>
            <pc:docMk/>
            <pc:sldMk cId="4269197614" sldId="283"/>
            <ac:spMk id="2" creationId="{AE3F9FEB-1E7D-FD47-365B-78182CBE268D}"/>
          </ac:spMkLst>
        </pc:spChg>
      </pc:sldChg>
    </pc:docChg>
  </pc:docChgLst>
  <pc:docChgLst>
    <pc:chgData name="Ali Hepburn" userId="4e8e14d8-d579-466d-803b-afb427748fed" providerId="ADAL" clId="{EA51F3CD-681E-4638-9D7E-B08B022E6740}"/>
    <pc:docChg chg="undo custSel modSld">
      <pc:chgData name="Ali Hepburn" userId="4e8e14d8-d579-466d-803b-afb427748fed" providerId="ADAL" clId="{EA51F3CD-681E-4638-9D7E-B08B022E6740}" dt="2022-11-22T19:22:48.660" v="8" actId="20577"/>
      <pc:docMkLst>
        <pc:docMk/>
      </pc:docMkLst>
      <pc:sldChg chg="modSp mod">
        <pc:chgData name="Ali Hepburn" userId="4e8e14d8-d579-466d-803b-afb427748fed" providerId="ADAL" clId="{EA51F3CD-681E-4638-9D7E-B08B022E6740}" dt="2022-11-22T19:22:48.660" v="8" actId="20577"/>
        <pc:sldMkLst>
          <pc:docMk/>
          <pc:sldMk cId="1200909553" sldId="310"/>
        </pc:sldMkLst>
        <pc:spChg chg="mod">
          <ac:chgData name="Ali Hepburn" userId="4e8e14d8-d579-466d-803b-afb427748fed" providerId="ADAL" clId="{EA51F3CD-681E-4638-9D7E-B08B022E6740}" dt="2022-11-22T19:22:48.660" v="8" actId="20577"/>
          <ac:spMkLst>
            <pc:docMk/>
            <pc:sldMk cId="1200909553" sldId="310"/>
            <ac:spMk id="2" creationId="{CE7F816D-0C70-5FF5-50C5-EDBEE368AD6D}"/>
          </ac:spMkLst>
        </pc:spChg>
      </pc:sldChg>
      <pc:sldChg chg="modSp mod">
        <pc:chgData name="Ali Hepburn" userId="4e8e14d8-d579-466d-803b-afb427748fed" providerId="ADAL" clId="{EA51F3CD-681E-4638-9D7E-B08B022E6740}" dt="2022-11-22T19:18:00.134" v="5" actId="20577"/>
        <pc:sldMkLst>
          <pc:docMk/>
          <pc:sldMk cId="691636846" sldId="324"/>
        </pc:sldMkLst>
        <pc:spChg chg="mod">
          <ac:chgData name="Ali Hepburn" userId="4e8e14d8-d579-466d-803b-afb427748fed" providerId="ADAL" clId="{EA51F3CD-681E-4638-9D7E-B08B022E6740}" dt="2022-11-22T19:18:00.134" v="5" actId="20577"/>
          <ac:spMkLst>
            <pc:docMk/>
            <pc:sldMk cId="691636846" sldId="324"/>
            <ac:spMk id="6" creationId="{BD01BB9D-E3EA-743F-5148-6ED12B75738E}"/>
          </ac:spMkLst>
        </pc:spChg>
      </pc:sldChg>
    </pc:docChg>
  </pc:docChgLst>
  <pc:docChgLst>
    <pc:chgData name="Ali Hepburn" userId="4e8e14d8-d579-466d-803b-afb427748fed" providerId="ADAL" clId="{95860A6B-0B3D-4FBD-B48E-80ED66166107}"/>
    <pc:docChg chg="undo custSel addSld delSld modSld sldOrd addSection modSection">
      <pc:chgData name="Ali Hepburn" userId="4e8e14d8-d579-466d-803b-afb427748fed" providerId="ADAL" clId="{95860A6B-0B3D-4FBD-B48E-80ED66166107}" dt="2024-01-03T18:37:42.572" v="373" actId="20577"/>
      <pc:docMkLst>
        <pc:docMk/>
      </pc:docMkLst>
      <pc:sldChg chg="ord">
        <pc:chgData name="Ali Hepburn" userId="4e8e14d8-d579-466d-803b-afb427748fed" providerId="ADAL" clId="{95860A6B-0B3D-4FBD-B48E-80ED66166107}" dt="2024-01-03T18:23:52.417" v="10"/>
        <pc:sldMkLst>
          <pc:docMk/>
          <pc:sldMk cId="1621261403" sldId="258"/>
        </pc:sldMkLst>
      </pc:sldChg>
      <pc:sldChg chg="ord">
        <pc:chgData name="Ali Hepburn" userId="4e8e14d8-d579-466d-803b-afb427748fed" providerId="ADAL" clId="{95860A6B-0B3D-4FBD-B48E-80ED66166107}" dt="2024-01-03T18:23:58.254" v="12"/>
        <pc:sldMkLst>
          <pc:docMk/>
          <pc:sldMk cId="3996575229" sldId="262"/>
        </pc:sldMkLst>
      </pc:sldChg>
      <pc:sldChg chg="ord">
        <pc:chgData name="Ali Hepburn" userId="4e8e14d8-d579-466d-803b-afb427748fed" providerId="ADAL" clId="{95860A6B-0B3D-4FBD-B48E-80ED66166107}" dt="2024-01-03T18:25:24.979" v="39"/>
        <pc:sldMkLst>
          <pc:docMk/>
          <pc:sldMk cId="3748149693" sldId="264"/>
        </pc:sldMkLst>
      </pc:sldChg>
      <pc:sldChg chg="del">
        <pc:chgData name="Ali Hepburn" userId="4e8e14d8-d579-466d-803b-afb427748fed" providerId="ADAL" clId="{95860A6B-0B3D-4FBD-B48E-80ED66166107}" dt="2024-01-03T18:26:08.307" v="58" actId="2696"/>
        <pc:sldMkLst>
          <pc:docMk/>
          <pc:sldMk cId="1364056349" sldId="265"/>
        </pc:sldMkLst>
      </pc:sldChg>
      <pc:sldChg chg="addSp delSp add del setBg delDesignElem">
        <pc:chgData name="Ali Hepburn" userId="4e8e14d8-d579-466d-803b-afb427748fed" providerId="ADAL" clId="{95860A6B-0B3D-4FBD-B48E-80ED66166107}" dt="2024-01-03T18:26:30.841" v="61"/>
        <pc:sldMkLst>
          <pc:docMk/>
          <pc:sldMk cId="1632428820" sldId="265"/>
        </pc:sldMkLst>
        <pc:spChg chg="add del">
          <ac:chgData name="Ali Hepburn" userId="4e8e14d8-d579-466d-803b-afb427748fed" providerId="ADAL" clId="{95860A6B-0B3D-4FBD-B48E-80ED66166107}" dt="2024-01-03T18:26:30.841" v="61"/>
          <ac:spMkLst>
            <pc:docMk/>
            <pc:sldMk cId="1632428820" sldId="265"/>
            <ac:spMk id="8" creationId="{70DFC902-7D23-471A-B557-B6B6917D7A0D}"/>
          </ac:spMkLst>
        </pc:spChg>
        <pc:spChg chg="add del">
          <ac:chgData name="Ali Hepburn" userId="4e8e14d8-d579-466d-803b-afb427748fed" providerId="ADAL" clId="{95860A6B-0B3D-4FBD-B48E-80ED66166107}" dt="2024-01-03T18:26:30.841" v="61"/>
          <ac:spMkLst>
            <pc:docMk/>
            <pc:sldMk cId="1632428820" sldId="265"/>
            <ac:spMk id="10" creationId="{A55D5633-D557-4DCA-982C-FF36EB7A1C00}"/>
          </ac:spMkLst>
        </pc:spChg>
        <pc:spChg chg="add del">
          <ac:chgData name="Ali Hepburn" userId="4e8e14d8-d579-466d-803b-afb427748fed" providerId="ADAL" clId="{95860A6B-0B3D-4FBD-B48E-80ED66166107}" dt="2024-01-03T18:26:30.841" v="61"/>
          <ac:spMkLst>
            <pc:docMk/>
            <pc:sldMk cId="1632428820" sldId="265"/>
            <ac:spMk id="12" creationId="{450D3AD2-FA80-415F-A9CE-54D884561CD7}"/>
          </ac:spMkLst>
        </pc:spChg>
      </pc:sldChg>
      <pc:sldChg chg="del">
        <pc:chgData name="Ali Hepburn" userId="4e8e14d8-d579-466d-803b-afb427748fed" providerId="ADAL" clId="{95860A6B-0B3D-4FBD-B48E-80ED66166107}" dt="2024-01-03T18:28:54.269" v="72"/>
        <pc:sldMkLst>
          <pc:docMk/>
          <pc:sldMk cId="3078090559" sldId="266"/>
        </pc:sldMkLst>
      </pc:sldChg>
      <pc:sldChg chg="add del">
        <pc:chgData name="Ali Hepburn" userId="4e8e14d8-d579-466d-803b-afb427748fed" providerId="ADAL" clId="{95860A6B-0B3D-4FBD-B48E-80ED66166107}" dt="2024-01-03T18:29:08.447" v="74" actId="2696"/>
        <pc:sldMkLst>
          <pc:docMk/>
          <pc:sldMk cId="3214956395" sldId="266"/>
        </pc:sldMkLst>
      </pc:sldChg>
      <pc:sldChg chg="del">
        <pc:chgData name="Ali Hepburn" userId="4e8e14d8-d579-466d-803b-afb427748fed" providerId="ADAL" clId="{95860A6B-0B3D-4FBD-B48E-80ED66166107}" dt="2024-01-03T18:28:12.699" v="69"/>
        <pc:sldMkLst>
          <pc:docMk/>
          <pc:sldMk cId="3796218195" sldId="266"/>
        </pc:sldMkLst>
      </pc:sldChg>
      <pc:sldChg chg="modSp add del mod">
        <pc:chgData name="Ali Hepburn" userId="4e8e14d8-d579-466d-803b-afb427748fed" providerId="ADAL" clId="{95860A6B-0B3D-4FBD-B48E-80ED66166107}" dt="2024-01-03T18:35:37.878" v="361" actId="20577"/>
        <pc:sldMkLst>
          <pc:docMk/>
          <pc:sldMk cId="910839458" sldId="267"/>
        </pc:sldMkLst>
        <pc:spChg chg="mod">
          <ac:chgData name="Ali Hepburn" userId="4e8e14d8-d579-466d-803b-afb427748fed" providerId="ADAL" clId="{95860A6B-0B3D-4FBD-B48E-80ED66166107}" dt="2024-01-03T18:35:37.878" v="361" actId="20577"/>
          <ac:spMkLst>
            <pc:docMk/>
            <pc:sldMk cId="910839458" sldId="267"/>
            <ac:spMk id="2" creationId="{F9557393-5031-46B5-25EE-B77487218227}"/>
          </ac:spMkLst>
        </pc:spChg>
      </pc:sldChg>
      <pc:sldChg chg="del">
        <pc:chgData name="Ali Hepburn" userId="4e8e14d8-d579-466d-803b-afb427748fed" providerId="ADAL" clId="{95860A6B-0B3D-4FBD-B48E-80ED66166107}" dt="2024-01-03T18:28:54.269" v="72"/>
        <pc:sldMkLst>
          <pc:docMk/>
          <pc:sldMk cId="2521381632" sldId="267"/>
        </pc:sldMkLst>
      </pc:sldChg>
      <pc:sldChg chg="modSp mod">
        <pc:chgData name="Ali Hepburn" userId="4e8e14d8-d579-466d-803b-afb427748fed" providerId="ADAL" clId="{95860A6B-0B3D-4FBD-B48E-80ED66166107}" dt="2024-01-03T18:29:36.279" v="87" actId="20577"/>
        <pc:sldMkLst>
          <pc:docMk/>
          <pc:sldMk cId="1005890835" sldId="306"/>
        </pc:sldMkLst>
        <pc:spChg chg="mod">
          <ac:chgData name="Ali Hepburn" userId="4e8e14d8-d579-466d-803b-afb427748fed" providerId="ADAL" clId="{95860A6B-0B3D-4FBD-B48E-80ED66166107}" dt="2024-01-03T18:29:36.279" v="87" actId="20577"/>
          <ac:spMkLst>
            <pc:docMk/>
            <pc:sldMk cId="1005890835" sldId="306"/>
            <ac:spMk id="2" creationId="{06C94893-F202-EFE6-7D7B-55E57B9B4695}"/>
          </ac:spMkLst>
        </pc:spChg>
        <pc:spChg chg="mod">
          <ac:chgData name="Ali Hepburn" userId="4e8e14d8-d579-466d-803b-afb427748fed" providerId="ADAL" clId="{95860A6B-0B3D-4FBD-B48E-80ED66166107}" dt="2024-01-03T18:29:29.504" v="75" actId="20577"/>
          <ac:spMkLst>
            <pc:docMk/>
            <pc:sldMk cId="1005890835" sldId="306"/>
            <ac:spMk id="3" creationId="{B30A7039-822F-028D-E6D9-A0C715568417}"/>
          </ac:spMkLst>
        </pc:spChg>
      </pc:sldChg>
      <pc:sldChg chg="addSp modSp mod">
        <pc:chgData name="Ali Hepburn" userId="4e8e14d8-d579-466d-803b-afb427748fed" providerId="ADAL" clId="{95860A6B-0B3D-4FBD-B48E-80ED66166107}" dt="2024-01-03T18:31:10.637" v="227" actId="208"/>
        <pc:sldMkLst>
          <pc:docMk/>
          <pc:sldMk cId="3593293977" sldId="307"/>
        </pc:sldMkLst>
        <pc:spChg chg="mod">
          <ac:chgData name="Ali Hepburn" userId="4e8e14d8-d579-466d-803b-afb427748fed" providerId="ADAL" clId="{95860A6B-0B3D-4FBD-B48E-80ED66166107}" dt="2024-01-03T18:29:57.101" v="98" actId="20577"/>
          <ac:spMkLst>
            <pc:docMk/>
            <pc:sldMk cId="3593293977" sldId="307"/>
            <ac:spMk id="2" creationId="{B9F13D45-6A10-BCFF-67A3-359678503EDC}"/>
          </ac:spMkLst>
        </pc:spChg>
        <pc:spChg chg="mod">
          <ac:chgData name="Ali Hepburn" userId="4e8e14d8-d579-466d-803b-afb427748fed" providerId="ADAL" clId="{95860A6B-0B3D-4FBD-B48E-80ED66166107}" dt="2024-01-03T18:29:59.551" v="99" actId="20577"/>
          <ac:spMkLst>
            <pc:docMk/>
            <pc:sldMk cId="3593293977" sldId="307"/>
            <ac:spMk id="3" creationId="{477282AE-B5B8-B8BA-13C7-7F0C03BAEB7B}"/>
          </ac:spMkLst>
        </pc:spChg>
        <pc:spChg chg="add mod">
          <ac:chgData name="Ali Hepburn" userId="4e8e14d8-d579-466d-803b-afb427748fed" providerId="ADAL" clId="{95860A6B-0B3D-4FBD-B48E-80ED66166107}" dt="2024-01-03T18:31:10.637" v="227" actId="208"/>
          <ac:spMkLst>
            <pc:docMk/>
            <pc:sldMk cId="3593293977" sldId="307"/>
            <ac:spMk id="5" creationId="{08CCE08A-295A-E7C6-78C9-1294B8A8751D}"/>
          </ac:spMkLst>
        </pc:spChg>
      </pc:sldChg>
      <pc:sldChg chg="modSp mod ord">
        <pc:chgData name="Ali Hepburn" userId="4e8e14d8-d579-466d-803b-afb427748fed" providerId="ADAL" clId="{95860A6B-0B3D-4FBD-B48E-80ED66166107}" dt="2024-01-03T18:32:20.643" v="259"/>
        <pc:sldMkLst>
          <pc:docMk/>
          <pc:sldMk cId="1630845292" sldId="308"/>
        </pc:sldMkLst>
        <pc:spChg chg="mod">
          <ac:chgData name="Ali Hepburn" userId="4e8e14d8-d579-466d-803b-afb427748fed" providerId="ADAL" clId="{95860A6B-0B3D-4FBD-B48E-80ED66166107}" dt="2024-01-03T18:31:47.936" v="240" actId="20577"/>
          <ac:spMkLst>
            <pc:docMk/>
            <pc:sldMk cId="1630845292" sldId="308"/>
            <ac:spMk id="2" creationId="{4D735901-1ED1-C7A6-B4FD-3BCFE0ADDC0B}"/>
          </ac:spMkLst>
        </pc:spChg>
        <pc:spChg chg="mod">
          <ac:chgData name="Ali Hepburn" userId="4e8e14d8-d579-466d-803b-afb427748fed" providerId="ADAL" clId="{95860A6B-0B3D-4FBD-B48E-80ED66166107}" dt="2024-01-03T18:31:52.483" v="242" actId="20577"/>
          <ac:spMkLst>
            <pc:docMk/>
            <pc:sldMk cId="1630845292" sldId="308"/>
            <ac:spMk id="3" creationId="{3DE917C0-A79F-6C32-0D42-82F03A0BB199}"/>
          </ac:spMkLst>
        </pc:spChg>
      </pc:sldChg>
      <pc:sldChg chg="modSp mod">
        <pc:chgData name="Ali Hepburn" userId="4e8e14d8-d579-466d-803b-afb427748fed" providerId="ADAL" clId="{95860A6B-0B3D-4FBD-B48E-80ED66166107}" dt="2024-01-03T18:32:45.201" v="281" actId="20577"/>
        <pc:sldMkLst>
          <pc:docMk/>
          <pc:sldMk cId="1862788795" sldId="309"/>
        </pc:sldMkLst>
        <pc:spChg chg="mod">
          <ac:chgData name="Ali Hepburn" userId="4e8e14d8-d579-466d-803b-afb427748fed" providerId="ADAL" clId="{95860A6B-0B3D-4FBD-B48E-80ED66166107}" dt="2024-01-03T18:32:40.639" v="279" actId="20577"/>
          <ac:spMkLst>
            <pc:docMk/>
            <pc:sldMk cId="1862788795" sldId="309"/>
            <ac:spMk id="2" creationId="{AB2BCBDD-94DE-8EC7-2AAD-7369FE8A6E90}"/>
          </ac:spMkLst>
        </pc:spChg>
        <pc:spChg chg="mod">
          <ac:chgData name="Ali Hepburn" userId="4e8e14d8-d579-466d-803b-afb427748fed" providerId="ADAL" clId="{95860A6B-0B3D-4FBD-B48E-80ED66166107}" dt="2024-01-03T18:32:45.201" v="281" actId="20577"/>
          <ac:spMkLst>
            <pc:docMk/>
            <pc:sldMk cId="1862788795" sldId="309"/>
            <ac:spMk id="3" creationId="{B8CEA261-3373-7222-1175-6CFDE11C29A8}"/>
          </ac:spMkLst>
        </pc:spChg>
      </pc:sldChg>
      <pc:sldChg chg="modSp mod">
        <pc:chgData name="Ali Hepburn" userId="4e8e14d8-d579-466d-803b-afb427748fed" providerId="ADAL" clId="{95860A6B-0B3D-4FBD-B48E-80ED66166107}" dt="2024-01-03T18:34:45.737" v="339" actId="113"/>
        <pc:sldMkLst>
          <pc:docMk/>
          <pc:sldMk cId="1200909553" sldId="310"/>
        </pc:sldMkLst>
        <pc:spChg chg="mod">
          <ac:chgData name="Ali Hepburn" userId="4e8e14d8-d579-466d-803b-afb427748fed" providerId="ADAL" clId="{95860A6B-0B3D-4FBD-B48E-80ED66166107}" dt="2024-01-03T18:33:25.045" v="312" actId="20577"/>
          <ac:spMkLst>
            <pc:docMk/>
            <pc:sldMk cId="1200909553" sldId="310"/>
            <ac:spMk id="2" creationId="{CE7F816D-0C70-5FF5-50C5-EDBEE368AD6D}"/>
          </ac:spMkLst>
        </pc:spChg>
        <pc:spChg chg="mod">
          <ac:chgData name="Ali Hepburn" userId="4e8e14d8-d579-466d-803b-afb427748fed" providerId="ADAL" clId="{95860A6B-0B3D-4FBD-B48E-80ED66166107}" dt="2024-01-03T18:34:45.737" v="339" actId="113"/>
          <ac:spMkLst>
            <pc:docMk/>
            <pc:sldMk cId="1200909553" sldId="310"/>
            <ac:spMk id="3" creationId="{FA141832-F6D1-50AE-735C-627720AD508A}"/>
          </ac:spMkLst>
        </pc:spChg>
      </pc:sldChg>
      <pc:sldChg chg="ord">
        <pc:chgData name="Ali Hepburn" userId="4e8e14d8-d579-466d-803b-afb427748fed" providerId="ADAL" clId="{95860A6B-0B3D-4FBD-B48E-80ED66166107}" dt="2024-01-03T18:24:00.517" v="14"/>
        <pc:sldMkLst>
          <pc:docMk/>
          <pc:sldMk cId="1234657893" sldId="316"/>
        </pc:sldMkLst>
      </pc:sldChg>
      <pc:sldChg chg="ord">
        <pc:chgData name="Ali Hepburn" userId="4e8e14d8-d579-466d-803b-afb427748fed" providerId="ADAL" clId="{95860A6B-0B3D-4FBD-B48E-80ED66166107}" dt="2024-01-03T18:25:00.569" v="35"/>
        <pc:sldMkLst>
          <pc:docMk/>
          <pc:sldMk cId="122406023" sldId="320"/>
        </pc:sldMkLst>
      </pc:sldChg>
      <pc:sldChg chg="del">
        <pc:chgData name="Ali Hepburn" userId="4e8e14d8-d579-466d-803b-afb427748fed" providerId="ADAL" clId="{95860A6B-0B3D-4FBD-B48E-80ED66166107}" dt="2024-01-03T18:31:36.263" v="228" actId="47"/>
        <pc:sldMkLst>
          <pc:docMk/>
          <pc:sldMk cId="691636846" sldId="324"/>
        </pc:sldMkLst>
      </pc:sldChg>
      <pc:sldChg chg="modSp mod">
        <pc:chgData name="Ali Hepburn" userId="4e8e14d8-d579-466d-803b-afb427748fed" providerId="ADAL" clId="{95860A6B-0B3D-4FBD-B48E-80ED66166107}" dt="2024-01-03T18:34:04.510" v="325" actId="20577"/>
        <pc:sldMkLst>
          <pc:docMk/>
          <pc:sldMk cId="1228769724" sldId="325"/>
        </pc:sldMkLst>
        <pc:spChg chg="mod">
          <ac:chgData name="Ali Hepburn" userId="4e8e14d8-d579-466d-803b-afb427748fed" providerId="ADAL" clId="{95860A6B-0B3D-4FBD-B48E-80ED66166107}" dt="2024-01-03T18:34:01.793" v="324" actId="20577"/>
          <ac:spMkLst>
            <pc:docMk/>
            <pc:sldMk cId="1228769724" sldId="325"/>
            <ac:spMk id="2" creationId="{CE7F816D-0C70-5FF5-50C5-EDBEE368AD6D}"/>
          </ac:spMkLst>
        </pc:spChg>
        <pc:spChg chg="mod">
          <ac:chgData name="Ali Hepburn" userId="4e8e14d8-d579-466d-803b-afb427748fed" providerId="ADAL" clId="{95860A6B-0B3D-4FBD-B48E-80ED66166107}" dt="2024-01-03T18:34:04.510" v="325" actId="20577"/>
          <ac:spMkLst>
            <pc:docMk/>
            <pc:sldMk cId="1228769724" sldId="325"/>
            <ac:spMk id="3" creationId="{FA141832-F6D1-50AE-735C-627720AD508A}"/>
          </ac:spMkLst>
        </pc:spChg>
      </pc:sldChg>
      <pc:sldChg chg="modSp mod">
        <pc:chgData name="Ali Hepburn" userId="4e8e14d8-d579-466d-803b-afb427748fed" providerId="ADAL" clId="{95860A6B-0B3D-4FBD-B48E-80ED66166107}" dt="2024-01-03T18:37:42.572" v="373" actId="20577"/>
        <pc:sldMkLst>
          <pc:docMk/>
          <pc:sldMk cId="1651972193" sldId="332"/>
        </pc:sldMkLst>
        <pc:spChg chg="mod">
          <ac:chgData name="Ali Hepburn" userId="4e8e14d8-d579-466d-803b-afb427748fed" providerId="ADAL" clId="{95860A6B-0B3D-4FBD-B48E-80ED66166107}" dt="2024-01-03T18:37:42.572" v="373" actId="20577"/>
          <ac:spMkLst>
            <pc:docMk/>
            <pc:sldMk cId="1651972193" sldId="332"/>
            <ac:spMk id="5" creationId="{3F5A6217-9FFB-0550-319B-CC023B9F76B9}"/>
          </ac:spMkLst>
        </pc:spChg>
      </pc:sldChg>
      <pc:sldChg chg="addSp delSp modSp new mod modClrScheme chgLayout">
        <pc:chgData name="Ali Hepburn" userId="4e8e14d8-d579-466d-803b-afb427748fed" providerId="ADAL" clId="{95860A6B-0B3D-4FBD-B48E-80ED66166107}" dt="2024-01-03T18:24:45.380" v="33"/>
        <pc:sldMkLst>
          <pc:docMk/>
          <pc:sldMk cId="629206293" sldId="333"/>
        </pc:sldMkLst>
        <pc:spChg chg="del mod ord">
          <ac:chgData name="Ali Hepburn" userId="4e8e14d8-d579-466d-803b-afb427748fed" providerId="ADAL" clId="{95860A6B-0B3D-4FBD-B48E-80ED66166107}" dt="2024-01-03T18:24:27.495" v="18" actId="700"/>
          <ac:spMkLst>
            <pc:docMk/>
            <pc:sldMk cId="629206293" sldId="333"/>
            <ac:spMk id="2" creationId="{C0E24840-8C58-9400-FEC2-12DC10FFAE81}"/>
          </ac:spMkLst>
        </pc:spChg>
        <pc:spChg chg="del mod ord">
          <ac:chgData name="Ali Hepburn" userId="4e8e14d8-d579-466d-803b-afb427748fed" providerId="ADAL" clId="{95860A6B-0B3D-4FBD-B48E-80ED66166107}" dt="2024-01-03T18:24:27.495" v="18" actId="700"/>
          <ac:spMkLst>
            <pc:docMk/>
            <pc:sldMk cId="629206293" sldId="333"/>
            <ac:spMk id="3" creationId="{D8005C68-943A-5AAE-BED6-03C3581A35AB}"/>
          </ac:spMkLst>
        </pc:spChg>
        <pc:spChg chg="add mod ord">
          <ac:chgData name="Ali Hepburn" userId="4e8e14d8-d579-466d-803b-afb427748fed" providerId="ADAL" clId="{95860A6B-0B3D-4FBD-B48E-80ED66166107}" dt="2024-01-03T18:24:32.153" v="32" actId="20577"/>
          <ac:spMkLst>
            <pc:docMk/>
            <pc:sldMk cId="629206293" sldId="333"/>
            <ac:spMk id="4" creationId="{8F3C9044-B5CE-393B-8AA7-EEA1D662D206}"/>
          </ac:spMkLst>
        </pc:spChg>
        <pc:spChg chg="add mod ord">
          <ac:chgData name="Ali Hepburn" userId="4e8e14d8-d579-466d-803b-afb427748fed" providerId="ADAL" clId="{95860A6B-0B3D-4FBD-B48E-80ED66166107}" dt="2024-01-03T18:24:45.380" v="33"/>
          <ac:spMkLst>
            <pc:docMk/>
            <pc:sldMk cId="629206293" sldId="333"/>
            <ac:spMk id="5" creationId="{B07E92C3-D98C-577D-BBD8-96D96E26C13B}"/>
          </ac:spMkLst>
        </pc:spChg>
      </pc:sldChg>
      <pc:sldChg chg="addSp delSp modSp new mod modClrScheme chgLayout">
        <pc:chgData name="Ali Hepburn" userId="4e8e14d8-d579-466d-803b-afb427748fed" providerId="ADAL" clId="{95860A6B-0B3D-4FBD-B48E-80ED66166107}" dt="2024-01-03T18:29:32.118" v="76" actId="20577"/>
        <pc:sldMkLst>
          <pc:docMk/>
          <pc:sldMk cId="3501668067" sldId="334"/>
        </pc:sldMkLst>
        <pc:spChg chg="del mod ord">
          <ac:chgData name="Ali Hepburn" userId="4e8e14d8-d579-466d-803b-afb427748fed" providerId="ADAL" clId="{95860A6B-0B3D-4FBD-B48E-80ED66166107}" dt="2024-01-03T18:25:33.168" v="41" actId="700"/>
          <ac:spMkLst>
            <pc:docMk/>
            <pc:sldMk cId="3501668067" sldId="334"/>
            <ac:spMk id="2" creationId="{730BBC58-2E32-44A9-9A28-C24E24EA1117}"/>
          </ac:spMkLst>
        </pc:spChg>
        <pc:spChg chg="del mod ord">
          <ac:chgData name="Ali Hepburn" userId="4e8e14d8-d579-466d-803b-afb427748fed" providerId="ADAL" clId="{95860A6B-0B3D-4FBD-B48E-80ED66166107}" dt="2024-01-03T18:25:33.168" v="41" actId="700"/>
          <ac:spMkLst>
            <pc:docMk/>
            <pc:sldMk cId="3501668067" sldId="334"/>
            <ac:spMk id="3" creationId="{01B97F98-52F9-6657-13DB-076089DFDC2D}"/>
          </ac:spMkLst>
        </pc:spChg>
        <pc:spChg chg="add mod ord">
          <ac:chgData name="Ali Hepburn" userId="4e8e14d8-d579-466d-803b-afb427748fed" providerId="ADAL" clId="{95860A6B-0B3D-4FBD-B48E-80ED66166107}" dt="2024-01-03T18:29:32.118" v="76" actId="20577"/>
          <ac:spMkLst>
            <pc:docMk/>
            <pc:sldMk cId="3501668067" sldId="334"/>
            <ac:spMk id="4" creationId="{A8844AE8-A045-CC10-665C-BC7A2CE0EDFA}"/>
          </ac:spMkLst>
        </pc:spChg>
        <pc:spChg chg="add mod ord">
          <ac:chgData name="Ali Hepburn" userId="4e8e14d8-d579-466d-803b-afb427748fed" providerId="ADAL" clId="{95860A6B-0B3D-4FBD-B48E-80ED66166107}" dt="2024-01-03T18:25:39.642" v="44"/>
          <ac:spMkLst>
            <pc:docMk/>
            <pc:sldMk cId="3501668067" sldId="334"/>
            <ac:spMk id="5" creationId="{4D4E8A42-E40B-4965-5B2C-AAF82A3E5349}"/>
          </ac:spMkLst>
        </pc:spChg>
      </pc:sldChg>
      <pc:sldChg chg="del">
        <pc:chgData name="Ali Hepburn" userId="4e8e14d8-d579-466d-803b-afb427748fed" providerId="ADAL" clId="{95860A6B-0B3D-4FBD-B48E-80ED66166107}" dt="2024-01-03T18:26:49.900" v="64"/>
        <pc:sldMkLst>
          <pc:docMk/>
          <pc:sldMk cId="312610064" sldId="335"/>
        </pc:sldMkLst>
      </pc:sldChg>
      <pc:sldChg chg="modSp add mod ord">
        <pc:chgData name="Ali Hepburn" userId="4e8e14d8-d579-466d-803b-afb427748fed" providerId="ADAL" clId="{95860A6B-0B3D-4FBD-B48E-80ED66166107}" dt="2024-01-03T18:32:20.643" v="259"/>
        <pc:sldMkLst>
          <pc:docMk/>
          <pc:sldMk cId="3393676685" sldId="335"/>
        </pc:sldMkLst>
        <pc:spChg chg="mod">
          <ac:chgData name="Ali Hepburn" userId="4e8e14d8-d579-466d-803b-afb427748fed" providerId="ADAL" clId="{95860A6B-0B3D-4FBD-B48E-80ED66166107}" dt="2024-01-03T18:31:56.527" v="243" actId="20577"/>
          <ac:spMkLst>
            <pc:docMk/>
            <pc:sldMk cId="3393676685" sldId="335"/>
            <ac:spMk id="2" creationId="{4D735901-1ED1-C7A6-B4FD-3BCFE0ADDC0B}"/>
          </ac:spMkLst>
        </pc:spChg>
        <pc:spChg chg="mod">
          <ac:chgData name="Ali Hepburn" userId="4e8e14d8-d579-466d-803b-afb427748fed" providerId="ADAL" clId="{95860A6B-0B3D-4FBD-B48E-80ED66166107}" dt="2024-01-03T18:32:00.834" v="257" actId="6549"/>
          <ac:spMkLst>
            <pc:docMk/>
            <pc:sldMk cId="3393676685" sldId="335"/>
            <ac:spMk id="3" creationId="{3DE917C0-A79F-6C32-0D42-82F03A0BB199}"/>
          </ac:spMkLst>
        </pc:spChg>
      </pc:sldChg>
      <pc:sldChg chg="modSp add mod">
        <pc:chgData name="Ali Hepburn" userId="4e8e14d8-d579-466d-803b-afb427748fed" providerId="ADAL" clId="{95860A6B-0B3D-4FBD-B48E-80ED66166107}" dt="2024-01-03T18:33:09.443" v="301" actId="20577"/>
        <pc:sldMkLst>
          <pc:docMk/>
          <pc:sldMk cId="4038539007" sldId="336"/>
        </pc:sldMkLst>
        <pc:spChg chg="mod">
          <ac:chgData name="Ali Hepburn" userId="4e8e14d8-d579-466d-803b-afb427748fed" providerId="ADAL" clId="{95860A6B-0B3D-4FBD-B48E-80ED66166107}" dt="2024-01-03T18:32:52.519" v="296" actId="20577"/>
          <ac:spMkLst>
            <pc:docMk/>
            <pc:sldMk cId="4038539007" sldId="336"/>
            <ac:spMk id="2" creationId="{AB2BCBDD-94DE-8EC7-2AAD-7369FE8A6E90}"/>
          </ac:spMkLst>
        </pc:spChg>
        <pc:spChg chg="mod">
          <ac:chgData name="Ali Hepburn" userId="4e8e14d8-d579-466d-803b-afb427748fed" providerId="ADAL" clId="{95860A6B-0B3D-4FBD-B48E-80ED66166107}" dt="2024-01-03T18:33:09.443" v="301" actId="20577"/>
          <ac:spMkLst>
            <pc:docMk/>
            <pc:sldMk cId="4038539007" sldId="336"/>
            <ac:spMk id="3" creationId="{B8CEA261-3373-7222-1175-6CFDE11C29A8}"/>
          </ac:spMkLst>
        </pc:spChg>
      </pc:sldChg>
      <pc:sldChg chg="modSp add mod ord">
        <pc:chgData name="Ali Hepburn" userId="4e8e14d8-d579-466d-803b-afb427748fed" providerId="ADAL" clId="{95860A6B-0B3D-4FBD-B48E-80ED66166107}" dt="2024-01-03T18:34:36.359" v="338" actId="20577"/>
        <pc:sldMkLst>
          <pc:docMk/>
          <pc:sldMk cId="745714491" sldId="337"/>
        </pc:sldMkLst>
        <pc:spChg chg="mod">
          <ac:chgData name="Ali Hepburn" userId="4e8e14d8-d579-466d-803b-afb427748fed" providerId="ADAL" clId="{95860A6B-0B3D-4FBD-B48E-80ED66166107}" dt="2024-01-03T18:34:36.359" v="338" actId="20577"/>
          <ac:spMkLst>
            <pc:docMk/>
            <pc:sldMk cId="745714491" sldId="337"/>
            <ac:spMk id="2" creationId="{5EFA624E-C2FA-AC35-6C3D-61ADA7CF3249}"/>
          </ac:spMkLst>
        </pc:spChg>
      </pc:sldChg>
    </pc:docChg>
  </pc:docChgLst>
  <pc:docChgLst>
    <pc:chgData name="Ali Hepburn" userId="4e8e14d8-d579-466d-803b-afb427748fed" providerId="ADAL" clId="{5D338BAA-7751-4D21-86FC-3574DA8B2C99}"/>
    <pc:docChg chg="undo custSel addSld delSld modSld sldOrd">
      <pc:chgData name="Ali Hepburn" userId="4e8e14d8-d579-466d-803b-afb427748fed" providerId="ADAL" clId="{5D338BAA-7751-4D21-86FC-3574DA8B2C99}" dt="2023-06-23T16:30:14.901" v="629" actId="20577"/>
      <pc:docMkLst>
        <pc:docMk/>
      </pc:docMkLst>
      <pc:sldChg chg="del">
        <pc:chgData name="Ali Hepburn" userId="4e8e14d8-d579-466d-803b-afb427748fed" providerId="ADAL" clId="{5D338BAA-7751-4D21-86FC-3574DA8B2C99}" dt="2023-06-23T16:23:58.643" v="93" actId="2696"/>
        <pc:sldMkLst>
          <pc:docMk/>
          <pc:sldMk cId="1487452106" sldId="269"/>
        </pc:sldMkLst>
      </pc:sldChg>
      <pc:sldChg chg="del">
        <pc:chgData name="Ali Hepburn" userId="4e8e14d8-d579-466d-803b-afb427748fed" providerId="ADAL" clId="{5D338BAA-7751-4D21-86FC-3574DA8B2C99}" dt="2023-06-23T16:23:58.643" v="93" actId="2696"/>
        <pc:sldMkLst>
          <pc:docMk/>
          <pc:sldMk cId="3502603618" sldId="270"/>
        </pc:sldMkLst>
      </pc:sldChg>
      <pc:sldChg chg="del">
        <pc:chgData name="Ali Hepburn" userId="4e8e14d8-d579-466d-803b-afb427748fed" providerId="ADAL" clId="{5D338BAA-7751-4D21-86FC-3574DA8B2C99}" dt="2023-06-23T16:23:58.643" v="93" actId="2696"/>
        <pc:sldMkLst>
          <pc:docMk/>
          <pc:sldMk cId="4072928625" sldId="276"/>
        </pc:sldMkLst>
      </pc:sldChg>
      <pc:sldChg chg="del">
        <pc:chgData name="Ali Hepburn" userId="4e8e14d8-d579-466d-803b-afb427748fed" providerId="ADAL" clId="{5D338BAA-7751-4D21-86FC-3574DA8B2C99}" dt="2023-06-23T16:23:58.643" v="93" actId="2696"/>
        <pc:sldMkLst>
          <pc:docMk/>
          <pc:sldMk cId="3061115754" sldId="277"/>
        </pc:sldMkLst>
      </pc:sldChg>
      <pc:sldChg chg="del">
        <pc:chgData name="Ali Hepburn" userId="4e8e14d8-d579-466d-803b-afb427748fed" providerId="ADAL" clId="{5D338BAA-7751-4D21-86FC-3574DA8B2C99}" dt="2023-06-23T16:23:58.643" v="93" actId="2696"/>
        <pc:sldMkLst>
          <pc:docMk/>
          <pc:sldMk cId="2254183378" sldId="278"/>
        </pc:sldMkLst>
      </pc:sldChg>
      <pc:sldChg chg="modSp mod">
        <pc:chgData name="Ali Hepburn" userId="4e8e14d8-d579-466d-803b-afb427748fed" providerId="ADAL" clId="{5D338BAA-7751-4D21-86FC-3574DA8B2C99}" dt="2023-06-23T16:24:55.921" v="98" actId="20577"/>
        <pc:sldMkLst>
          <pc:docMk/>
          <pc:sldMk cId="2002770558" sldId="304"/>
        </pc:sldMkLst>
        <pc:spChg chg="mod">
          <ac:chgData name="Ali Hepburn" userId="4e8e14d8-d579-466d-803b-afb427748fed" providerId="ADAL" clId="{5D338BAA-7751-4D21-86FC-3574DA8B2C99}" dt="2023-06-23T16:24:55.921" v="98" actId="20577"/>
          <ac:spMkLst>
            <pc:docMk/>
            <pc:sldMk cId="2002770558" sldId="304"/>
            <ac:spMk id="3" creationId="{50F051FA-2D04-CB9B-D1B4-FD9A1BBBEE71}"/>
          </ac:spMkLst>
        </pc:spChg>
      </pc:sldChg>
      <pc:sldChg chg="del">
        <pc:chgData name="Ali Hepburn" userId="4e8e14d8-d579-466d-803b-afb427748fed" providerId="ADAL" clId="{5D338BAA-7751-4D21-86FC-3574DA8B2C99}" dt="2023-06-23T16:23:58.643" v="93" actId="2696"/>
        <pc:sldMkLst>
          <pc:docMk/>
          <pc:sldMk cId="3798609310" sldId="305"/>
        </pc:sldMkLst>
      </pc:sldChg>
      <pc:sldChg chg="del">
        <pc:chgData name="Ali Hepburn" userId="4e8e14d8-d579-466d-803b-afb427748fed" providerId="ADAL" clId="{5D338BAA-7751-4D21-86FC-3574DA8B2C99}" dt="2023-06-23T16:23:58.643" v="93" actId="2696"/>
        <pc:sldMkLst>
          <pc:docMk/>
          <pc:sldMk cId="396070192" sldId="311"/>
        </pc:sldMkLst>
      </pc:sldChg>
      <pc:sldChg chg="del">
        <pc:chgData name="Ali Hepburn" userId="4e8e14d8-d579-466d-803b-afb427748fed" providerId="ADAL" clId="{5D338BAA-7751-4D21-86FC-3574DA8B2C99}" dt="2023-06-23T16:23:58.643" v="93" actId="2696"/>
        <pc:sldMkLst>
          <pc:docMk/>
          <pc:sldMk cId="844959057" sldId="312"/>
        </pc:sldMkLst>
      </pc:sldChg>
      <pc:sldChg chg="del">
        <pc:chgData name="Ali Hepburn" userId="4e8e14d8-d579-466d-803b-afb427748fed" providerId="ADAL" clId="{5D338BAA-7751-4D21-86FC-3574DA8B2C99}" dt="2023-06-23T16:23:58.643" v="93" actId="2696"/>
        <pc:sldMkLst>
          <pc:docMk/>
          <pc:sldMk cId="2235521234" sldId="313"/>
        </pc:sldMkLst>
      </pc:sldChg>
      <pc:sldChg chg="del">
        <pc:chgData name="Ali Hepburn" userId="4e8e14d8-d579-466d-803b-afb427748fed" providerId="ADAL" clId="{5D338BAA-7751-4D21-86FC-3574DA8B2C99}" dt="2023-06-23T16:23:58.643" v="93" actId="2696"/>
        <pc:sldMkLst>
          <pc:docMk/>
          <pc:sldMk cId="447110181" sldId="314"/>
        </pc:sldMkLst>
      </pc:sldChg>
      <pc:sldChg chg="del">
        <pc:chgData name="Ali Hepburn" userId="4e8e14d8-d579-466d-803b-afb427748fed" providerId="ADAL" clId="{5D338BAA-7751-4D21-86FC-3574DA8B2C99}" dt="2023-06-23T16:23:58.643" v="93" actId="2696"/>
        <pc:sldMkLst>
          <pc:docMk/>
          <pc:sldMk cId="3432947005" sldId="315"/>
        </pc:sldMkLst>
      </pc:sldChg>
      <pc:sldChg chg="del">
        <pc:chgData name="Ali Hepburn" userId="4e8e14d8-d579-466d-803b-afb427748fed" providerId="ADAL" clId="{5D338BAA-7751-4D21-86FC-3574DA8B2C99}" dt="2023-06-23T16:23:58.643" v="93" actId="2696"/>
        <pc:sldMkLst>
          <pc:docMk/>
          <pc:sldMk cId="3098866369" sldId="319"/>
        </pc:sldMkLst>
      </pc:sldChg>
      <pc:sldChg chg="addSp delSp modSp new mod modClrScheme chgLayout">
        <pc:chgData name="Ali Hepburn" userId="4e8e14d8-d579-466d-803b-afb427748fed" providerId="ADAL" clId="{5D338BAA-7751-4D21-86FC-3574DA8B2C99}" dt="2023-06-23T16:25:31.746" v="140" actId="20577"/>
        <pc:sldMkLst>
          <pc:docMk/>
          <pc:sldMk cId="1640105972" sldId="329"/>
        </pc:sldMkLst>
        <pc:spChg chg="del mod ord">
          <ac:chgData name="Ali Hepburn" userId="4e8e14d8-d579-466d-803b-afb427748fed" providerId="ADAL" clId="{5D338BAA-7751-4D21-86FC-3574DA8B2C99}" dt="2023-06-23T16:25:16.268" v="100" actId="700"/>
          <ac:spMkLst>
            <pc:docMk/>
            <pc:sldMk cId="1640105972" sldId="329"/>
            <ac:spMk id="2" creationId="{270EC442-9292-E37C-2757-141255DF2C71}"/>
          </ac:spMkLst>
        </pc:spChg>
        <pc:spChg chg="del mod ord">
          <ac:chgData name="Ali Hepburn" userId="4e8e14d8-d579-466d-803b-afb427748fed" providerId="ADAL" clId="{5D338BAA-7751-4D21-86FC-3574DA8B2C99}" dt="2023-06-23T16:25:16.268" v="100" actId="700"/>
          <ac:spMkLst>
            <pc:docMk/>
            <pc:sldMk cId="1640105972" sldId="329"/>
            <ac:spMk id="3" creationId="{28126A62-866C-6848-A9E0-C43FCAD246F1}"/>
          </ac:spMkLst>
        </pc:spChg>
        <pc:spChg chg="add mod ord">
          <ac:chgData name="Ali Hepburn" userId="4e8e14d8-d579-466d-803b-afb427748fed" providerId="ADAL" clId="{5D338BAA-7751-4D21-86FC-3574DA8B2C99}" dt="2023-06-23T16:25:27.737" v="120" actId="20577"/>
          <ac:spMkLst>
            <pc:docMk/>
            <pc:sldMk cId="1640105972" sldId="329"/>
            <ac:spMk id="4" creationId="{9A969083-1617-D970-6BC2-7314107523B9}"/>
          </ac:spMkLst>
        </pc:spChg>
        <pc:spChg chg="add mod ord">
          <ac:chgData name="Ali Hepburn" userId="4e8e14d8-d579-466d-803b-afb427748fed" providerId="ADAL" clId="{5D338BAA-7751-4D21-86FC-3574DA8B2C99}" dt="2023-06-23T16:25:31.746" v="140" actId="20577"/>
          <ac:spMkLst>
            <pc:docMk/>
            <pc:sldMk cId="1640105972" sldId="329"/>
            <ac:spMk id="5" creationId="{008C3C30-F324-A3B7-A942-8058D5B11AF3}"/>
          </ac:spMkLst>
        </pc:spChg>
      </pc:sldChg>
      <pc:sldChg chg="del">
        <pc:chgData name="Ali Hepburn" userId="4e8e14d8-d579-466d-803b-afb427748fed" providerId="ADAL" clId="{5D338BAA-7751-4D21-86FC-3574DA8B2C99}" dt="2023-06-23T16:23:58.643" v="93" actId="2696"/>
        <pc:sldMkLst>
          <pc:docMk/>
          <pc:sldMk cId="2229647996" sldId="330"/>
        </pc:sldMkLst>
      </pc:sldChg>
      <pc:sldChg chg="addSp delSp modSp new mod modClrScheme chgLayout">
        <pc:chgData name="Ali Hepburn" userId="4e8e14d8-d579-466d-803b-afb427748fed" providerId="ADAL" clId="{5D338BAA-7751-4D21-86FC-3574DA8B2C99}" dt="2023-06-23T16:27:19.748" v="298" actId="403"/>
        <pc:sldMkLst>
          <pc:docMk/>
          <pc:sldMk cId="3262099286" sldId="330"/>
        </pc:sldMkLst>
        <pc:spChg chg="del mod ord">
          <ac:chgData name="Ali Hepburn" userId="4e8e14d8-d579-466d-803b-afb427748fed" providerId="ADAL" clId="{5D338BAA-7751-4D21-86FC-3574DA8B2C99}" dt="2023-06-23T16:25:45.161" v="142" actId="700"/>
          <ac:spMkLst>
            <pc:docMk/>
            <pc:sldMk cId="3262099286" sldId="330"/>
            <ac:spMk id="2" creationId="{2298F67C-33F4-A7A5-A151-8289462978AF}"/>
          </ac:spMkLst>
        </pc:spChg>
        <pc:spChg chg="del mod ord">
          <ac:chgData name="Ali Hepburn" userId="4e8e14d8-d579-466d-803b-afb427748fed" providerId="ADAL" clId="{5D338BAA-7751-4D21-86FC-3574DA8B2C99}" dt="2023-06-23T16:25:45.161" v="142" actId="700"/>
          <ac:spMkLst>
            <pc:docMk/>
            <pc:sldMk cId="3262099286" sldId="330"/>
            <ac:spMk id="3" creationId="{93F03EDA-04D7-5AAD-1F3E-3B3F148208E8}"/>
          </ac:spMkLst>
        </pc:spChg>
        <pc:spChg chg="add mod ord">
          <ac:chgData name="Ali Hepburn" userId="4e8e14d8-d579-466d-803b-afb427748fed" providerId="ADAL" clId="{5D338BAA-7751-4D21-86FC-3574DA8B2C99}" dt="2023-06-23T16:26:07.794" v="168" actId="20577"/>
          <ac:spMkLst>
            <pc:docMk/>
            <pc:sldMk cId="3262099286" sldId="330"/>
            <ac:spMk id="4" creationId="{E02D9CE1-D172-D329-426A-2EB8EFA3B5F2}"/>
          </ac:spMkLst>
        </pc:spChg>
        <pc:spChg chg="add mod ord">
          <ac:chgData name="Ali Hepburn" userId="4e8e14d8-d579-466d-803b-afb427748fed" providerId="ADAL" clId="{5D338BAA-7751-4D21-86FC-3574DA8B2C99}" dt="2023-06-23T16:27:19.748" v="298" actId="403"/>
          <ac:spMkLst>
            <pc:docMk/>
            <pc:sldMk cId="3262099286" sldId="330"/>
            <ac:spMk id="5" creationId="{3F5A6217-9FFB-0550-319B-CC023B9F76B9}"/>
          </ac:spMkLst>
        </pc:spChg>
      </pc:sldChg>
      <pc:sldChg chg="modSp add mod">
        <pc:chgData name="Ali Hepburn" userId="4e8e14d8-d579-466d-803b-afb427748fed" providerId="ADAL" clId="{5D338BAA-7751-4D21-86FC-3574DA8B2C99}" dt="2023-06-23T16:29:26.072" v="596" actId="6549"/>
        <pc:sldMkLst>
          <pc:docMk/>
          <pc:sldMk cId="711203971" sldId="331"/>
        </pc:sldMkLst>
        <pc:spChg chg="mod">
          <ac:chgData name="Ali Hepburn" userId="4e8e14d8-d579-466d-803b-afb427748fed" providerId="ADAL" clId="{5D338BAA-7751-4D21-86FC-3574DA8B2C99}" dt="2023-06-23T16:29:26.072" v="596" actId="6549"/>
          <ac:spMkLst>
            <pc:docMk/>
            <pc:sldMk cId="711203971" sldId="331"/>
            <ac:spMk id="5" creationId="{3F5A6217-9FFB-0550-319B-CC023B9F76B9}"/>
          </ac:spMkLst>
        </pc:spChg>
      </pc:sldChg>
      <pc:sldChg chg="del">
        <pc:chgData name="Ali Hepburn" userId="4e8e14d8-d579-466d-803b-afb427748fed" providerId="ADAL" clId="{5D338BAA-7751-4D21-86FC-3574DA8B2C99}" dt="2023-06-23T16:23:58.643" v="93" actId="2696"/>
        <pc:sldMkLst>
          <pc:docMk/>
          <pc:sldMk cId="761249673" sldId="331"/>
        </pc:sldMkLst>
      </pc:sldChg>
      <pc:sldChg chg="modSp add mod">
        <pc:chgData name="Ali Hepburn" userId="4e8e14d8-d579-466d-803b-afb427748fed" providerId="ADAL" clId="{5D338BAA-7751-4D21-86FC-3574DA8B2C99}" dt="2023-06-23T16:30:14.901" v="629" actId="20577"/>
        <pc:sldMkLst>
          <pc:docMk/>
          <pc:sldMk cId="1651972193" sldId="332"/>
        </pc:sldMkLst>
        <pc:spChg chg="mod">
          <ac:chgData name="Ali Hepburn" userId="4e8e14d8-d579-466d-803b-afb427748fed" providerId="ADAL" clId="{5D338BAA-7751-4D21-86FC-3574DA8B2C99}" dt="2023-06-23T16:30:14.901" v="629" actId="20577"/>
          <ac:spMkLst>
            <pc:docMk/>
            <pc:sldMk cId="1651972193" sldId="332"/>
            <ac:spMk id="5" creationId="{3F5A6217-9FFB-0550-319B-CC023B9F76B9}"/>
          </ac:spMkLst>
        </pc:spChg>
      </pc:sldChg>
      <pc:sldChg chg="del">
        <pc:chgData name="Ali Hepburn" userId="4e8e14d8-d579-466d-803b-afb427748fed" providerId="ADAL" clId="{5D338BAA-7751-4D21-86FC-3574DA8B2C99}" dt="2023-06-23T16:23:58.643" v="93" actId="2696"/>
        <pc:sldMkLst>
          <pc:docMk/>
          <pc:sldMk cId="1861836793" sldId="332"/>
        </pc:sldMkLst>
      </pc:sldChg>
      <pc:sldChg chg="del">
        <pc:chgData name="Ali Hepburn" userId="4e8e14d8-d579-466d-803b-afb427748fed" providerId="ADAL" clId="{5D338BAA-7751-4D21-86FC-3574DA8B2C99}" dt="2023-06-23T16:23:58.643" v="93" actId="2696"/>
        <pc:sldMkLst>
          <pc:docMk/>
          <pc:sldMk cId="3952282793" sldId="333"/>
        </pc:sldMkLst>
      </pc:sldChg>
      <pc:sldChg chg="del">
        <pc:chgData name="Ali Hepburn" userId="4e8e14d8-d579-466d-803b-afb427748fed" providerId="ADAL" clId="{5D338BAA-7751-4D21-86FC-3574DA8B2C99}" dt="2023-06-23T16:23:58.643" v="93" actId="2696"/>
        <pc:sldMkLst>
          <pc:docMk/>
          <pc:sldMk cId="1337255983" sldId="334"/>
        </pc:sldMkLst>
      </pc:sldChg>
      <pc:sldChg chg="del">
        <pc:chgData name="Ali Hepburn" userId="4e8e14d8-d579-466d-803b-afb427748fed" providerId="ADAL" clId="{5D338BAA-7751-4D21-86FC-3574DA8B2C99}" dt="2023-06-23T16:23:58.643" v="93" actId="2696"/>
        <pc:sldMkLst>
          <pc:docMk/>
          <pc:sldMk cId="2330358785" sldId="335"/>
        </pc:sldMkLst>
      </pc:sldChg>
      <pc:sldChg chg="modSp add del mod ord">
        <pc:chgData name="Ali Hepburn" userId="4e8e14d8-d579-466d-803b-afb427748fed" providerId="ADAL" clId="{5D338BAA-7751-4D21-86FC-3574DA8B2C99}" dt="2023-06-23T16:23:58.643" v="93" actId="2696"/>
        <pc:sldMkLst>
          <pc:docMk/>
          <pc:sldMk cId="3786753218" sldId="336"/>
        </pc:sldMkLst>
        <pc:spChg chg="mod">
          <ac:chgData name="Ali Hepburn" userId="4e8e14d8-d579-466d-803b-afb427748fed" providerId="ADAL" clId="{5D338BAA-7751-4D21-86FC-3574DA8B2C99}" dt="2023-06-23T16:23:28.600" v="92" actId="20577"/>
          <ac:spMkLst>
            <pc:docMk/>
            <pc:sldMk cId="3786753218" sldId="336"/>
            <ac:spMk id="3" creationId="{50F051FA-2D04-CB9B-D1B4-FD9A1BBBEE71}"/>
          </ac:spMkLst>
        </pc:spChg>
      </pc:sldChg>
    </pc:docChg>
  </pc:docChgLst>
  <pc:docChgLst>
    <pc:chgData name="Ali Hepburn" userId="4e8e14d8-d579-466d-803b-afb427748fed" providerId="ADAL" clId="{B0492CEC-71E3-428A-B436-877C26753A67}"/>
    <pc:docChg chg="undo custSel addSld delSld modSld sldOrd">
      <pc:chgData name="Ali Hepburn" userId="4e8e14d8-d579-466d-803b-afb427748fed" providerId="ADAL" clId="{B0492CEC-71E3-428A-B436-877C26753A67}" dt="2022-11-21T22:33:08.138" v="3988" actId="20577"/>
      <pc:docMkLst>
        <pc:docMk/>
      </pc:docMkLst>
      <pc:sldChg chg="modSp mod">
        <pc:chgData name="Ali Hepburn" userId="4e8e14d8-d579-466d-803b-afb427748fed" providerId="ADAL" clId="{B0492CEC-71E3-428A-B436-877C26753A67}" dt="2022-11-21T21:09:08.687" v="1808" actId="20577"/>
        <pc:sldMkLst>
          <pc:docMk/>
          <pc:sldMk cId="4012644511" sldId="257"/>
        </pc:sldMkLst>
        <pc:spChg chg="mod">
          <ac:chgData name="Ali Hepburn" userId="4e8e14d8-d579-466d-803b-afb427748fed" providerId="ADAL" clId="{B0492CEC-71E3-428A-B436-877C26753A67}" dt="2022-11-21T21:09:08.687" v="1808" actId="20577"/>
          <ac:spMkLst>
            <pc:docMk/>
            <pc:sldMk cId="4012644511" sldId="257"/>
            <ac:spMk id="4" creationId="{B7FB94D9-0D89-C34B-E4B1-F51D5A4749F7}"/>
          </ac:spMkLst>
        </pc:spChg>
      </pc:sldChg>
      <pc:sldChg chg="addSp delSp modSp mod">
        <pc:chgData name="Ali Hepburn" userId="4e8e14d8-d579-466d-803b-afb427748fed" providerId="ADAL" clId="{B0492CEC-71E3-428A-B436-877C26753A67}" dt="2022-11-21T21:08:32.350" v="1805" actId="20577"/>
        <pc:sldMkLst>
          <pc:docMk/>
          <pc:sldMk cId="910839458" sldId="267"/>
        </pc:sldMkLst>
        <pc:spChg chg="add mod">
          <ac:chgData name="Ali Hepburn" userId="4e8e14d8-d579-466d-803b-afb427748fed" providerId="ADAL" clId="{B0492CEC-71E3-428A-B436-877C26753A67}" dt="2022-11-21T21:08:32.350" v="1805" actId="20577"/>
          <ac:spMkLst>
            <pc:docMk/>
            <pc:sldMk cId="910839458" sldId="267"/>
            <ac:spMk id="3" creationId="{1371B22E-BCF3-6D91-5838-1235D6CA9C67}"/>
          </ac:spMkLst>
        </pc:spChg>
        <pc:picChg chg="del">
          <ac:chgData name="Ali Hepburn" userId="4e8e14d8-d579-466d-803b-afb427748fed" providerId="ADAL" clId="{B0492CEC-71E3-428A-B436-877C26753A67}" dt="2022-11-21T20:51:09.382" v="1738" actId="478"/>
          <ac:picMkLst>
            <pc:docMk/>
            <pc:sldMk cId="910839458" sldId="267"/>
            <ac:picMk id="4" creationId="{AD7833F3-6D2F-F37B-659D-D69EFB14E04E}"/>
          </ac:picMkLst>
        </pc:picChg>
      </pc:sldChg>
      <pc:sldChg chg="modSp">
        <pc:chgData name="Ali Hepburn" userId="4e8e14d8-d579-466d-803b-afb427748fed" providerId="ADAL" clId="{B0492CEC-71E3-428A-B436-877C26753A67}" dt="2022-11-21T22:18:18.752" v="3581" actId="208"/>
        <pc:sldMkLst>
          <pc:docMk/>
          <pc:sldMk cId="3061115754" sldId="277"/>
        </pc:sldMkLst>
        <pc:picChg chg="mod">
          <ac:chgData name="Ali Hepburn" userId="4e8e14d8-d579-466d-803b-afb427748fed" providerId="ADAL" clId="{B0492CEC-71E3-428A-B436-877C26753A67}" dt="2022-11-21T22:18:18.752" v="3581" actId="208"/>
          <ac:picMkLst>
            <pc:docMk/>
            <pc:sldMk cId="3061115754" sldId="277"/>
            <ac:picMk id="4" creationId="{5BBA52D0-49B0-FDA2-E142-28558B87A297}"/>
          </ac:picMkLst>
        </pc:picChg>
      </pc:sldChg>
      <pc:sldChg chg="modSp mod">
        <pc:chgData name="Ali Hepburn" userId="4e8e14d8-d579-466d-803b-afb427748fed" providerId="ADAL" clId="{B0492CEC-71E3-428A-B436-877C26753A67}" dt="2022-11-21T21:09:25.371" v="1812" actId="20577"/>
        <pc:sldMkLst>
          <pc:docMk/>
          <pc:sldMk cId="3798609310" sldId="305"/>
        </pc:sldMkLst>
        <pc:spChg chg="mod">
          <ac:chgData name="Ali Hepburn" userId="4e8e14d8-d579-466d-803b-afb427748fed" providerId="ADAL" clId="{B0492CEC-71E3-428A-B436-877C26753A67}" dt="2022-11-21T21:09:25.371" v="1812" actId="20577"/>
          <ac:spMkLst>
            <pc:docMk/>
            <pc:sldMk cId="3798609310" sldId="305"/>
            <ac:spMk id="4" creationId="{B7FB94D9-0D89-C34B-E4B1-F51D5A4749F7}"/>
          </ac:spMkLst>
        </pc:spChg>
      </pc:sldChg>
      <pc:sldChg chg="modSp mod">
        <pc:chgData name="Ali Hepburn" userId="4e8e14d8-d579-466d-803b-afb427748fed" providerId="ADAL" clId="{B0492CEC-71E3-428A-B436-877C26753A67}" dt="2022-11-21T20:03:47.346" v="288" actId="403"/>
        <pc:sldMkLst>
          <pc:docMk/>
          <pc:sldMk cId="1005890835" sldId="306"/>
        </pc:sldMkLst>
        <pc:spChg chg="mod">
          <ac:chgData name="Ali Hepburn" userId="4e8e14d8-d579-466d-803b-afb427748fed" providerId="ADAL" clId="{B0492CEC-71E3-428A-B436-877C26753A67}" dt="2022-11-21T20:03:47.346" v="288" actId="403"/>
          <ac:spMkLst>
            <pc:docMk/>
            <pc:sldMk cId="1005890835" sldId="306"/>
            <ac:spMk id="3" creationId="{B30A7039-822F-028D-E6D9-A0C715568417}"/>
          </ac:spMkLst>
        </pc:spChg>
      </pc:sldChg>
      <pc:sldChg chg="modSp mod ord">
        <pc:chgData name="Ali Hepburn" userId="4e8e14d8-d579-466d-803b-afb427748fed" providerId="ADAL" clId="{B0492CEC-71E3-428A-B436-877C26753A67}" dt="2022-11-21T22:27:10.023" v="3593" actId="208"/>
        <pc:sldMkLst>
          <pc:docMk/>
          <pc:sldMk cId="3593293977" sldId="307"/>
        </pc:sldMkLst>
        <pc:picChg chg="mod">
          <ac:chgData name="Ali Hepburn" userId="4e8e14d8-d579-466d-803b-afb427748fed" providerId="ADAL" clId="{B0492CEC-71E3-428A-B436-877C26753A67}" dt="2022-11-21T22:27:10.023" v="3593" actId="208"/>
          <ac:picMkLst>
            <pc:docMk/>
            <pc:sldMk cId="3593293977" sldId="307"/>
            <ac:picMk id="4" creationId="{3132B2BD-BEDD-4502-4A7F-D43C24EEFABC}"/>
          </ac:picMkLst>
        </pc:picChg>
      </pc:sldChg>
      <pc:sldChg chg="modSp mod">
        <pc:chgData name="Ali Hepburn" userId="4e8e14d8-d579-466d-803b-afb427748fed" providerId="ADAL" clId="{B0492CEC-71E3-428A-B436-877C26753A67}" dt="2022-11-21T18:49:22.537" v="189"/>
        <pc:sldMkLst>
          <pc:docMk/>
          <pc:sldMk cId="1630845292" sldId="308"/>
        </pc:sldMkLst>
        <pc:spChg chg="mod">
          <ac:chgData name="Ali Hepburn" userId="4e8e14d8-d579-466d-803b-afb427748fed" providerId="ADAL" clId="{B0492CEC-71E3-428A-B436-877C26753A67}" dt="2022-11-21T18:49:22.537" v="189"/>
          <ac:spMkLst>
            <pc:docMk/>
            <pc:sldMk cId="1630845292" sldId="308"/>
            <ac:spMk id="3" creationId="{3DE917C0-A79F-6C32-0D42-82F03A0BB199}"/>
          </ac:spMkLst>
        </pc:spChg>
      </pc:sldChg>
      <pc:sldChg chg="modNotesTx">
        <pc:chgData name="Ali Hepburn" userId="4e8e14d8-d579-466d-803b-afb427748fed" providerId="ADAL" clId="{B0492CEC-71E3-428A-B436-877C26753A67}" dt="2022-11-21T22:30:15.963" v="3833" actId="20577"/>
        <pc:sldMkLst>
          <pc:docMk/>
          <pc:sldMk cId="1862788795" sldId="309"/>
        </pc:sldMkLst>
      </pc:sldChg>
      <pc:sldChg chg="modSp mod ord">
        <pc:chgData name="Ali Hepburn" userId="4e8e14d8-d579-466d-803b-afb427748fed" providerId="ADAL" clId="{B0492CEC-71E3-428A-B436-877C26753A67}" dt="2022-11-21T20:37:13.096" v="1306"/>
        <pc:sldMkLst>
          <pc:docMk/>
          <pc:sldMk cId="1200909553" sldId="310"/>
        </pc:sldMkLst>
        <pc:spChg chg="mod">
          <ac:chgData name="Ali Hepburn" userId="4e8e14d8-d579-466d-803b-afb427748fed" providerId="ADAL" clId="{B0492CEC-71E3-428A-B436-877C26753A67}" dt="2022-11-21T20:37:02.212" v="1304" actId="6549"/>
          <ac:spMkLst>
            <pc:docMk/>
            <pc:sldMk cId="1200909553" sldId="310"/>
            <ac:spMk id="3" creationId="{FA141832-F6D1-50AE-735C-627720AD508A}"/>
          </ac:spMkLst>
        </pc:spChg>
      </pc:sldChg>
      <pc:sldChg chg="ord">
        <pc:chgData name="Ali Hepburn" userId="4e8e14d8-d579-466d-803b-afb427748fed" providerId="ADAL" clId="{B0492CEC-71E3-428A-B436-877C26753A67}" dt="2022-11-21T20:21:14.831" v="1285"/>
        <pc:sldMkLst>
          <pc:docMk/>
          <pc:sldMk cId="1234657893" sldId="316"/>
        </pc:sldMkLst>
      </pc:sldChg>
      <pc:sldChg chg="del">
        <pc:chgData name="Ali Hepburn" userId="4e8e14d8-d579-466d-803b-afb427748fed" providerId="ADAL" clId="{B0492CEC-71E3-428A-B436-877C26753A67}" dt="2022-11-21T20:17:50.601" v="1035" actId="47"/>
        <pc:sldMkLst>
          <pc:docMk/>
          <pc:sldMk cId="3660510309" sldId="317"/>
        </pc:sldMkLst>
      </pc:sldChg>
      <pc:sldChg chg="ord">
        <pc:chgData name="Ali Hepburn" userId="4e8e14d8-d579-466d-803b-afb427748fed" providerId="ADAL" clId="{B0492CEC-71E3-428A-B436-877C26753A67}" dt="2022-11-21T20:37:22.741" v="1308"/>
        <pc:sldMkLst>
          <pc:docMk/>
          <pc:sldMk cId="3694956713" sldId="318"/>
        </pc:sldMkLst>
      </pc:sldChg>
      <pc:sldChg chg="delSp modSp mod">
        <pc:chgData name="Ali Hepburn" userId="4e8e14d8-d579-466d-803b-afb427748fed" providerId="ADAL" clId="{B0492CEC-71E3-428A-B436-877C26753A67}" dt="2022-11-21T22:08:30.484" v="3483" actId="27636"/>
        <pc:sldMkLst>
          <pc:docMk/>
          <pc:sldMk cId="3098866369" sldId="319"/>
        </pc:sldMkLst>
        <pc:spChg chg="mod">
          <ac:chgData name="Ali Hepburn" userId="4e8e14d8-d579-466d-803b-afb427748fed" providerId="ADAL" clId="{B0492CEC-71E3-428A-B436-877C26753A67}" dt="2022-11-21T22:08:30.484" v="3483" actId="27636"/>
          <ac:spMkLst>
            <pc:docMk/>
            <pc:sldMk cId="3098866369" sldId="319"/>
            <ac:spMk id="3" creationId="{DC858846-C2AB-F6D4-A1F7-48CC7E33B85E}"/>
          </ac:spMkLst>
        </pc:spChg>
        <pc:spChg chg="del">
          <ac:chgData name="Ali Hepburn" userId="4e8e14d8-d579-466d-803b-afb427748fed" providerId="ADAL" clId="{B0492CEC-71E3-428A-B436-877C26753A67}" dt="2022-11-21T22:05:04.635" v="3264" actId="478"/>
          <ac:spMkLst>
            <pc:docMk/>
            <pc:sldMk cId="3098866369" sldId="319"/>
            <ac:spMk id="7" creationId="{12B44277-E448-27B8-294B-A749C231E7B9}"/>
          </ac:spMkLst>
        </pc:spChg>
      </pc:sldChg>
      <pc:sldChg chg="addSp delSp modSp mod ord">
        <pc:chgData name="Ali Hepburn" userId="4e8e14d8-d579-466d-803b-afb427748fed" providerId="ADAL" clId="{B0492CEC-71E3-428A-B436-877C26753A67}" dt="2022-11-21T20:17:32.343" v="1034" actId="14100"/>
        <pc:sldMkLst>
          <pc:docMk/>
          <pc:sldMk cId="122406023" sldId="320"/>
        </pc:sldMkLst>
        <pc:spChg chg="mod">
          <ac:chgData name="Ali Hepburn" userId="4e8e14d8-d579-466d-803b-afb427748fed" providerId="ADAL" clId="{B0492CEC-71E3-428A-B436-877C26753A67}" dt="2022-11-21T20:11:51.751" v="774" actId="20577"/>
          <ac:spMkLst>
            <pc:docMk/>
            <pc:sldMk cId="122406023" sldId="320"/>
            <ac:spMk id="2" creationId="{01CF7496-C227-460A-1112-E0FC6E2E7CE7}"/>
          </ac:spMkLst>
        </pc:spChg>
        <pc:spChg chg="mod">
          <ac:chgData name="Ali Hepburn" userId="4e8e14d8-d579-466d-803b-afb427748fed" providerId="ADAL" clId="{B0492CEC-71E3-428A-B436-877C26753A67}" dt="2022-11-21T20:17:32.343" v="1034" actId="14100"/>
          <ac:spMkLst>
            <pc:docMk/>
            <pc:sldMk cId="122406023" sldId="320"/>
            <ac:spMk id="3" creationId="{54B88BEB-3B48-F6C1-C0B8-FB399E2E7D53}"/>
          </ac:spMkLst>
        </pc:spChg>
        <pc:spChg chg="del mod">
          <ac:chgData name="Ali Hepburn" userId="4e8e14d8-d579-466d-803b-afb427748fed" providerId="ADAL" clId="{B0492CEC-71E3-428A-B436-877C26753A67}" dt="2022-11-21T20:07:26.890" v="522" actId="478"/>
          <ac:spMkLst>
            <pc:docMk/>
            <pc:sldMk cId="122406023" sldId="320"/>
            <ac:spMk id="5" creationId="{2A81BAAF-A13F-6B4E-DCC1-58C3DB2017C8}"/>
          </ac:spMkLst>
        </pc:spChg>
        <pc:spChg chg="add del">
          <ac:chgData name="Ali Hepburn" userId="4e8e14d8-d579-466d-803b-afb427748fed" providerId="ADAL" clId="{B0492CEC-71E3-428A-B436-877C26753A67}" dt="2022-11-21T20:10:31.388" v="717" actId="22"/>
          <ac:spMkLst>
            <pc:docMk/>
            <pc:sldMk cId="122406023" sldId="320"/>
            <ac:spMk id="6" creationId="{818733F9-0E8C-BF60-D35F-37FA077A4D84}"/>
          </ac:spMkLst>
        </pc:spChg>
        <pc:spChg chg="add mod">
          <ac:chgData name="Ali Hepburn" userId="4e8e14d8-d579-466d-803b-afb427748fed" providerId="ADAL" clId="{B0492CEC-71E3-428A-B436-877C26753A67}" dt="2022-11-21T20:11:58.785" v="776" actId="1076"/>
          <ac:spMkLst>
            <pc:docMk/>
            <pc:sldMk cId="122406023" sldId="320"/>
            <ac:spMk id="9" creationId="{A6C17DA0-6F5C-191E-D499-260B553B32BB}"/>
          </ac:spMkLst>
        </pc:spChg>
        <pc:picChg chg="add mod">
          <ac:chgData name="Ali Hepburn" userId="4e8e14d8-d579-466d-803b-afb427748fed" providerId="ADAL" clId="{B0492CEC-71E3-428A-B436-877C26753A67}" dt="2022-11-21T20:11:55.289" v="775" actId="1076"/>
          <ac:picMkLst>
            <pc:docMk/>
            <pc:sldMk cId="122406023" sldId="320"/>
            <ac:picMk id="8" creationId="{856D433F-01DC-FB91-875E-11BBE182D294}"/>
          </ac:picMkLst>
        </pc:picChg>
      </pc:sldChg>
      <pc:sldChg chg="addSp delSp modSp new mod">
        <pc:chgData name="Ali Hepburn" userId="4e8e14d8-d579-466d-803b-afb427748fed" providerId="ADAL" clId="{B0492CEC-71E3-428A-B436-877C26753A67}" dt="2022-11-21T18:40:51.566" v="180" actId="207"/>
        <pc:sldMkLst>
          <pc:docMk/>
          <pc:sldMk cId="3286368451" sldId="321"/>
        </pc:sldMkLst>
        <pc:spChg chg="mod">
          <ac:chgData name="Ali Hepburn" userId="4e8e14d8-d579-466d-803b-afb427748fed" providerId="ADAL" clId="{B0492CEC-71E3-428A-B436-877C26753A67}" dt="2022-11-21T18:35:22.015" v="30" actId="20577"/>
          <ac:spMkLst>
            <pc:docMk/>
            <pc:sldMk cId="3286368451" sldId="321"/>
            <ac:spMk id="2" creationId="{BD74B78C-0433-A318-95FF-6CF945A258FC}"/>
          </ac:spMkLst>
        </pc:spChg>
        <pc:spChg chg="del">
          <ac:chgData name="Ali Hepburn" userId="4e8e14d8-d579-466d-803b-afb427748fed" providerId="ADAL" clId="{B0492CEC-71E3-428A-B436-877C26753A67}" dt="2022-11-21T18:35:46.558" v="31" actId="1032"/>
          <ac:spMkLst>
            <pc:docMk/>
            <pc:sldMk cId="3286368451" sldId="321"/>
            <ac:spMk id="3" creationId="{350F09BA-9353-5ED1-9A93-4E50CD241BC2}"/>
          </ac:spMkLst>
        </pc:spChg>
        <pc:graphicFrameChg chg="add mod modGraphic">
          <ac:chgData name="Ali Hepburn" userId="4e8e14d8-d579-466d-803b-afb427748fed" providerId="ADAL" clId="{B0492CEC-71E3-428A-B436-877C26753A67}" dt="2022-11-21T18:40:51.566" v="180" actId="207"/>
          <ac:graphicFrameMkLst>
            <pc:docMk/>
            <pc:sldMk cId="3286368451" sldId="321"/>
            <ac:graphicFrameMk id="4" creationId="{D55EC7F9-C891-4563-AE3D-097C14E2BEB4}"/>
          </ac:graphicFrameMkLst>
        </pc:graphicFrameChg>
      </pc:sldChg>
      <pc:sldChg chg="addSp modSp new mod ord">
        <pc:chgData name="Ali Hepburn" userId="4e8e14d8-d579-466d-803b-afb427748fed" providerId="ADAL" clId="{B0492CEC-71E3-428A-B436-877C26753A67}" dt="2022-11-21T22:24:27.140" v="3590" actId="1076"/>
        <pc:sldMkLst>
          <pc:docMk/>
          <pc:sldMk cId="343711775" sldId="322"/>
        </pc:sldMkLst>
        <pc:spChg chg="mod">
          <ac:chgData name="Ali Hepburn" userId="4e8e14d8-d579-466d-803b-afb427748fed" providerId="ADAL" clId="{B0492CEC-71E3-428A-B436-877C26753A67}" dt="2022-11-21T18:54:14.894" v="238" actId="20577"/>
          <ac:spMkLst>
            <pc:docMk/>
            <pc:sldMk cId="343711775" sldId="322"/>
            <ac:spMk id="2" creationId="{1C8EFF59-1C0F-DC61-E5B1-2A6144AD2690}"/>
          </ac:spMkLst>
        </pc:spChg>
        <pc:spChg chg="mod">
          <ac:chgData name="Ali Hepburn" userId="4e8e14d8-d579-466d-803b-afb427748fed" providerId="ADAL" clId="{B0492CEC-71E3-428A-B436-877C26753A67}" dt="2022-11-21T22:24:20.501" v="3588" actId="1076"/>
          <ac:spMkLst>
            <pc:docMk/>
            <pc:sldMk cId="343711775" sldId="322"/>
            <ac:spMk id="3" creationId="{9FC24F0F-7DE0-B5B2-21E5-374B694A9522}"/>
          </ac:spMkLst>
        </pc:spChg>
        <pc:picChg chg="add mod">
          <ac:chgData name="Ali Hepburn" userId="4e8e14d8-d579-466d-803b-afb427748fed" providerId="ADAL" clId="{B0492CEC-71E3-428A-B436-877C26753A67}" dt="2022-11-21T22:24:27.140" v="3590" actId="1076"/>
          <ac:picMkLst>
            <pc:docMk/>
            <pc:sldMk cId="343711775" sldId="322"/>
            <ac:picMk id="5" creationId="{DAF02FAB-5827-F171-6356-84295D512942}"/>
          </ac:picMkLst>
        </pc:picChg>
      </pc:sldChg>
      <pc:sldChg chg="addSp delSp modSp new mod ord modClrScheme chgLayout">
        <pc:chgData name="Ali Hepburn" userId="4e8e14d8-d579-466d-803b-afb427748fed" providerId="ADAL" clId="{B0492CEC-71E3-428A-B436-877C26753A67}" dt="2022-11-21T20:16:18.356" v="1022" actId="1076"/>
        <pc:sldMkLst>
          <pc:docMk/>
          <pc:sldMk cId="569125876" sldId="323"/>
        </pc:sldMkLst>
        <pc:spChg chg="mod ord">
          <ac:chgData name="Ali Hepburn" userId="4e8e14d8-d579-466d-803b-afb427748fed" providerId="ADAL" clId="{B0492CEC-71E3-428A-B436-877C26753A67}" dt="2022-11-21T20:15:38.314" v="937" actId="20577"/>
          <ac:spMkLst>
            <pc:docMk/>
            <pc:sldMk cId="569125876" sldId="323"/>
            <ac:spMk id="2" creationId="{E573ECDB-8E91-4BCA-1B8D-128EB9B09D76}"/>
          </ac:spMkLst>
        </pc:spChg>
        <pc:spChg chg="del mod ord">
          <ac:chgData name="Ali Hepburn" userId="4e8e14d8-d579-466d-803b-afb427748fed" providerId="ADAL" clId="{B0492CEC-71E3-428A-B436-877C26753A67}" dt="2022-11-21T20:12:46.054" v="777" actId="700"/>
          <ac:spMkLst>
            <pc:docMk/>
            <pc:sldMk cId="569125876" sldId="323"/>
            <ac:spMk id="3" creationId="{D1404817-B2F4-1277-7753-2C0BDE967401}"/>
          </ac:spMkLst>
        </pc:spChg>
        <pc:spChg chg="add del mod ord">
          <ac:chgData name="Ali Hepburn" userId="4e8e14d8-d579-466d-803b-afb427748fed" providerId="ADAL" clId="{B0492CEC-71E3-428A-B436-877C26753A67}" dt="2022-11-21T20:12:55.877" v="778" actId="700"/>
          <ac:spMkLst>
            <pc:docMk/>
            <pc:sldMk cId="569125876" sldId="323"/>
            <ac:spMk id="4" creationId="{92B6E87A-3D52-9272-0113-D3F11F9F8A0F}"/>
          </ac:spMkLst>
        </pc:spChg>
        <pc:spChg chg="add del mod ord">
          <ac:chgData name="Ali Hepburn" userId="4e8e14d8-d579-466d-803b-afb427748fed" providerId="ADAL" clId="{B0492CEC-71E3-428A-B436-877C26753A67}" dt="2022-11-21T20:12:55.877" v="778" actId="700"/>
          <ac:spMkLst>
            <pc:docMk/>
            <pc:sldMk cId="569125876" sldId="323"/>
            <ac:spMk id="5" creationId="{9892A605-677B-FD46-C557-296C6C45EC79}"/>
          </ac:spMkLst>
        </pc:spChg>
        <pc:spChg chg="add del mod ord">
          <ac:chgData name="Ali Hepburn" userId="4e8e14d8-d579-466d-803b-afb427748fed" providerId="ADAL" clId="{B0492CEC-71E3-428A-B436-877C26753A67}" dt="2022-11-21T20:13:57.176" v="823" actId="700"/>
          <ac:spMkLst>
            <pc:docMk/>
            <pc:sldMk cId="569125876" sldId="323"/>
            <ac:spMk id="6" creationId="{E6490017-6912-A70D-9573-80CBB65648E3}"/>
          </ac:spMkLst>
        </pc:spChg>
        <pc:spChg chg="add mod ord">
          <ac:chgData name="Ali Hepburn" userId="4e8e14d8-d579-466d-803b-afb427748fed" providerId="ADAL" clId="{B0492CEC-71E3-428A-B436-877C26753A67}" dt="2022-11-21T20:15:20.142" v="916" actId="27636"/>
          <ac:spMkLst>
            <pc:docMk/>
            <pc:sldMk cId="569125876" sldId="323"/>
            <ac:spMk id="7" creationId="{8563B0F7-AFCD-C4D6-524D-4D2D636A7026}"/>
          </ac:spMkLst>
        </pc:spChg>
        <pc:spChg chg="add del mod ord">
          <ac:chgData name="Ali Hepburn" userId="4e8e14d8-d579-466d-803b-afb427748fed" providerId="ADAL" clId="{B0492CEC-71E3-428A-B436-877C26753A67}" dt="2022-11-21T20:13:57.176" v="823" actId="700"/>
          <ac:spMkLst>
            <pc:docMk/>
            <pc:sldMk cId="569125876" sldId="323"/>
            <ac:spMk id="8" creationId="{4830E310-08D5-DAAA-193E-AA527EE753CF}"/>
          </ac:spMkLst>
        </pc:spChg>
        <pc:spChg chg="add del mod ord">
          <ac:chgData name="Ali Hepburn" userId="4e8e14d8-d579-466d-803b-afb427748fed" providerId="ADAL" clId="{B0492CEC-71E3-428A-B436-877C26753A67}" dt="2022-11-21T20:13:57.176" v="823" actId="700"/>
          <ac:spMkLst>
            <pc:docMk/>
            <pc:sldMk cId="569125876" sldId="323"/>
            <ac:spMk id="9" creationId="{24B6DB5C-8932-C4E4-FB45-4C68FF4987A8}"/>
          </ac:spMkLst>
        </pc:spChg>
        <pc:spChg chg="add mod ord">
          <ac:chgData name="Ali Hepburn" userId="4e8e14d8-d579-466d-803b-afb427748fed" providerId="ADAL" clId="{B0492CEC-71E3-428A-B436-877C26753A67}" dt="2022-11-21T20:15:20.142" v="917" actId="27636"/>
          <ac:spMkLst>
            <pc:docMk/>
            <pc:sldMk cId="569125876" sldId="323"/>
            <ac:spMk id="10" creationId="{A5EA26B0-90E1-6820-96A8-C190D4C2F24C}"/>
          </ac:spMkLst>
        </pc:spChg>
        <pc:spChg chg="add mod">
          <ac:chgData name="Ali Hepburn" userId="4e8e14d8-d579-466d-803b-afb427748fed" providerId="ADAL" clId="{B0492CEC-71E3-428A-B436-877C26753A67}" dt="2022-11-21T20:15:47.529" v="952" actId="20577"/>
          <ac:spMkLst>
            <pc:docMk/>
            <pc:sldMk cId="569125876" sldId="323"/>
            <ac:spMk id="11" creationId="{A3A3E978-BD63-E028-36F7-C675C820D38E}"/>
          </ac:spMkLst>
        </pc:spChg>
        <pc:spChg chg="add mod">
          <ac:chgData name="Ali Hepburn" userId="4e8e14d8-d579-466d-803b-afb427748fed" providerId="ADAL" clId="{B0492CEC-71E3-428A-B436-877C26753A67}" dt="2022-11-21T20:16:18.356" v="1022" actId="1076"/>
          <ac:spMkLst>
            <pc:docMk/>
            <pc:sldMk cId="569125876" sldId="323"/>
            <ac:spMk id="12" creationId="{32469238-085A-8172-7523-6A9BD282FA61}"/>
          </ac:spMkLst>
        </pc:spChg>
      </pc:sldChg>
      <pc:sldChg chg="addSp delSp modSp new mod modClrScheme chgLayout">
        <pc:chgData name="Ali Hepburn" userId="4e8e14d8-d579-466d-803b-afb427748fed" providerId="ADAL" clId="{B0492CEC-71E3-428A-B436-877C26753A67}" dt="2022-11-21T20:20:58.471" v="1283" actId="12"/>
        <pc:sldMkLst>
          <pc:docMk/>
          <pc:sldMk cId="691636846" sldId="324"/>
        </pc:sldMkLst>
        <pc:spChg chg="del mod ord">
          <ac:chgData name="Ali Hepburn" userId="4e8e14d8-d579-466d-803b-afb427748fed" providerId="ADAL" clId="{B0492CEC-71E3-428A-B436-877C26753A67}" dt="2022-11-21T20:17:59.550" v="1037" actId="700"/>
          <ac:spMkLst>
            <pc:docMk/>
            <pc:sldMk cId="691636846" sldId="324"/>
            <ac:spMk id="2" creationId="{1E887955-30E8-0F8C-D688-CD138049F48C}"/>
          </ac:spMkLst>
        </pc:spChg>
        <pc:spChg chg="del mod ord">
          <ac:chgData name="Ali Hepburn" userId="4e8e14d8-d579-466d-803b-afb427748fed" providerId="ADAL" clId="{B0492CEC-71E3-428A-B436-877C26753A67}" dt="2022-11-21T20:17:59.550" v="1037" actId="700"/>
          <ac:spMkLst>
            <pc:docMk/>
            <pc:sldMk cId="691636846" sldId="324"/>
            <ac:spMk id="3" creationId="{4514C611-61B9-F5D1-1BAF-6DBADE99E7E8}"/>
          </ac:spMkLst>
        </pc:spChg>
        <pc:spChg chg="del">
          <ac:chgData name="Ali Hepburn" userId="4e8e14d8-d579-466d-803b-afb427748fed" providerId="ADAL" clId="{B0492CEC-71E3-428A-B436-877C26753A67}" dt="2022-11-21T20:17:59.550" v="1037" actId="700"/>
          <ac:spMkLst>
            <pc:docMk/>
            <pc:sldMk cId="691636846" sldId="324"/>
            <ac:spMk id="4" creationId="{8DD8919E-31CA-FD92-AD5A-9D28719639BE}"/>
          </ac:spMkLst>
        </pc:spChg>
        <pc:spChg chg="add mod ord">
          <ac:chgData name="Ali Hepburn" userId="4e8e14d8-d579-466d-803b-afb427748fed" providerId="ADAL" clId="{B0492CEC-71E3-428A-B436-877C26753A67}" dt="2022-11-21T20:18:34.357" v="1077" actId="20577"/>
          <ac:spMkLst>
            <pc:docMk/>
            <pc:sldMk cId="691636846" sldId="324"/>
            <ac:spMk id="5" creationId="{C06BBFA6-A9E3-8DF1-5A04-EAC24B1CB844}"/>
          </ac:spMkLst>
        </pc:spChg>
        <pc:spChg chg="add mod ord">
          <ac:chgData name="Ali Hepburn" userId="4e8e14d8-d579-466d-803b-afb427748fed" providerId="ADAL" clId="{B0492CEC-71E3-428A-B436-877C26753A67}" dt="2022-11-21T20:20:58.471" v="1283" actId="12"/>
          <ac:spMkLst>
            <pc:docMk/>
            <pc:sldMk cId="691636846" sldId="324"/>
            <ac:spMk id="6" creationId="{BD01BB9D-E3EA-743F-5148-6ED12B75738E}"/>
          </ac:spMkLst>
        </pc:spChg>
        <pc:spChg chg="add mod">
          <ac:chgData name="Ali Hepburn" userId="4e8e14d8-d579-466d-803b-afb427748fed" providerId="ADAL" clId="{B0492CEC-71E3-428A-B436-877C26753A67}" dt="2022-11-21T20:20:50.549" v="1282" actId="13822"/>
          <ac:spMkLst>
            <pc:docMk/>
            <pc:sldMk cId="691636846" sldId="324"/>
            <ac:spMk id="7" creationId="{93E9AE83-4772-C874-DB52-1641278436D9}"/>
          </ac:spMkLst>
        </pc:spChg>
      </pc:sldChg>
      <pc:sldChg chg="modSp add mod ord">
        <pc:chgData name="Ali Hepburn" userId="4e8e14d8-d579-466d-803b-afb427748fed" providerId="ADAL" clId="{B0492CEC-71E3-428A-B436-877C26753A67}" dt="2022-11-21T20:49:08.704" v="1737" actId="403"/>
        <pc:sldMkLst>
          <pc:docMk/>
          <pc:sldMk cId="1228769724" sldId="325"/>
        </pc:sldMkLst>
        <pc:spChg chg="mod">
          <ac:chgData name="Ali Hepburn" userId="4e8e14d8-d579-466d-803b-afb427748fed" providerId="ADAL" clId="{B0492CEC-71E3-428A-B436-877C26753A67}" dt="2022-11-21T20:49:08.704" v="1737" actId="403"/>
          <ac:spMkLst>
            <pc:docMk/>
            <pc:sldMk cId="1228769724" sldId="325"/>
            <ac:spMk id="3" creationId="{FA141832-F6D1-50AE-735C-627720AD508A}"/>
          </ac:spMkLst>
        </pc:spChg>
      </pc:sldChg>
      <pc:sldChg chg="addSp delSp modSp new mod">
        <pc:chgData name="Ali Hepburn" userId="4e8e14d8-d579-466d-803b-afb427748fed" providerId="ADAL" clId="{B0492CEC-71E3-428A-B436-877C26753A67}" dt="2022-11-21T22:31:35.086" v="3839" actId="20577"/>
        <pc:sldMkLst>
          <pc:docMk/>
          <pc:sldMk cId="1841571684" sldId="326"/>
        </pc:sldMkLst>
        <pc:spChg chg="mod">
          <ac:chgData name="Ali Hepburn" userId="4e8e14d8-d579-466d-803b-afb427748fed" providerId="ADAL" clId="{B0492CEC-71E3-428A-B436-877C26753A67}" dt="2022-11-21T20:41:01.667" v="1346" actId="20577"/>
          <ac:spMkLst>
            <pc:docMk/>
            <pc:sldMk cId="1841571684" sldId="326"/>
            <ac:spMk id="2" creationId="{2338414C-6560-D004-EDD5-4B23CB276246}"/>
          </ac:spMkLst>
        </pc:spChg>
        <pc:spChg chg="del">
          <ac:chgData name="Ali Hepburn" userId="4e8e14d8-d579-466d-803b-afb427748fed" providerId="ADAL" clId="{B0492CEC-71E3-428A-B436-877C26753A67}" dt="2022-11-21T20:41:08.807" v="1347" actId="1032"/>
          <ac:spMkLst>
            <pc:docMk/>
            <pc:sldMk cId="1841571684" sldId="326"/>
            <ac:spMk id="3" creationId="{778C276F-F2F8-9621-16E1-A466295E7F26}"/>
          </ac:spMkLst>
        </pc:spChg>
        <pc:graphicFrameChg chg="add mod modGraphic">
          <ac:chgData name="Ali Hepburn" userId="4e8e14d8-d579-466d-803b-afb427748fed" providerId="ADAL" clId="{B0492CEC-71E3-428A-B436-877C26753A67}" dt="2022-11-21T22:31:35.086" v="3839" actId="20577"/>
          <ac:graphicFrameMkLst>
            <pc:docMk/>
            <pc:sldMk cId="1841571684" sldId="326"/>
            <ac:graphicFrameMk id="4" creationId="{ACEF701F-4297-17F9-2306-28B690A51E9D}"/>
          </ac:graphicFrameMkLst>
        </pc:graphicFrameChg>
      </pc:sldChg>
      <pc:sldChg chg="modSp new mod">
        <pc:chgData name="Ali Hepburn" userId="4e8e14d8-d579-466d-803b-afb427748fed" providerId="ADAL" clId="{B0492CEC-71E3-428A-B436-877C26753A67}" dt="2022-11-21T22:33:08.138" v="3988" actId="20577"/>
        <pc:sldMkLst>
          <pc:docMk/>
          <pc:sldMk cId="2880596402" sldId="327"/>
        </pc:sldMkLst>
        <pc:spChg chg="mod">
          <ac:chgData name="Ali Hepburn" userId="4e8e14d8-d579-466d-803b-afb427748fed" providerId="ADAL" clId="{B0492CEC-71E3-428A-B436-877C26753A67}" dt="2022-11-21T20:43:33.501" v="1397" actId="20577"/>
          <ac:spMkLst>
            <pc:docMk/>
            <pc:sldMk cId="2880596402" sldId="327"/>
            <ac:spMk id="2" creationId="{0306C768-1D06-52FA-143C-E2A2DD9D3232}"/>
          </ac:spMkLst>
        </pc:spChg>
        <pc:spChg chg="mod">
          <ac:chgData name="Ali Hepburn" userId="4e8e14d8-d579-466d-803b-afb427748fed" providerId="ADAL" clId="{B0492CEC-71E3-428A-B436-877C26753A67}" dt="2022-11-21T22:33:08.138" v="3988" actId="20577"/>
          <ac:spMkLst>
            <pc:docMk/>
            <pc:sldMk cId="2880596402" sldId="327"/>
            <ac:spMk id="3" creationId="{D9E01C31-A089-F619-A2AE-A43B0B01A7D3}"/>
          </ac:spMkLst>
        </pc:spChg>
      </pc:sldChg>
      <pc:sldChg chg="addSp delSp modSp new mod">
        <pc:chgData name="Ali Hepburn" userId="4e8e14d8-d579-466d-803b-afb427748fed" providerId="ADAL" clId="{B0492CEC-71E3-428A-B436-877C26753A67}" dt="2022-11-21T20:48:42.526" v="1735" actId="12100"/>
        <pc:sldMkLst>
          <pc:docMk/>
          <pc:sldMk cId="2878636914" sldId="328"/>
        </pc:sldMkLst>
        <pc:spChg chg="mod">
          <ac:chgData name="Ali Hepburn" userId="4e8e14d8-d579-466d-803b-afb427748fed" providerId="ADAL" clId="{B0492CEC-71E3-428A-B436-877C26753A67}" dt="2022-11-21T20:44:23.614" v="1529" actId="20577"/>
          <ac:spMkLst>
            <pc:docMk/>
            <pc:sldMk cId="2878636914" sldId="328"/>
            <ac:spMk id="2" creationId="{53AB46F0-3EB7-3CAB-5A13-CEF55D9260DC}"/>
          </ac:spMkLst>
        </pc:spChg>
        <pc:spChg chg="del mod">
          <ac:chgData name="Ali Hepburn" userId="4e8e14d8-d579-466d-803b-afb427748fed" providerId="ADAL" clId="{B0492CEC-71E3-428A-B436-877C26753A67}" dt="2022-11-21T20:46:38.729" v="1652" actId="1032"/>
          <ac:spMkLst>
            <pc:docMk/>
            <pc:sldMk cId="2878636914" sldId="328"/>
            <ac:spMk id="3" creationId="{0D81EC21-800A-59C7-879E-8F91DC22D286}"/>
          </ac:spMkLst>
        </pc:spChg>
        <pc:graphicFrameChg chg="add mod modGraphic">
          <ac:chgData name="Ali Hepburn" userId="4e8e14d8-d579-466d-803b-afb427748fed" providerId="ADAL" clId="{B0492CEC-71E3-428A-B436-877C26753A67}" dt="2022-11-21T20:48:42.526" v="1735" actId="12100"/>
          <ac:graphicFrameMkLst>
            <pc:docMk/>
            <pc:sldMk cId="2878636914" sldId="328"/>
            <ac:graphicFrameMk id="4" creationId="{9444F12C-CDB8-8AD2-B5F6-026A6233850F}"/>
          </ac:graphicFrameMkLst>
        </pc:graphicFrameChg>
      </pc:sldChg>
      <pc:sldChg chg="new del">
        <pc:chgData name="Ali Hepburn" userId="4e8e14d8-d579-466d-803b-afb427748fed" providerId="ADAL" clId="{B0492CEC-71E3-428A-B436-877C26753A67}" dt="2022-11-21T21:14:40.130" v="1815" actId="47"/>
        <pc:sldMkLst>
          <pc:docMk/>
          <pc:sldMk cId="263793231" sldId="329"/>
        </pc:sldMkLst>
      </pc:sldChg>
      <pc:sldChg chg="addSp delSp modSp add mod">
        <pc:chgData name="Ali Hepburn" userId="4e8e14d8-d579-466d-803b-afb427748fed" providerId="ADAL" clId="{B0492CEC-71E3-428A-B436-877C26753A67}" dt="2022-11-21T21:23:06.829" v="2216" actId="1076"/>
        <pc:sldMkLst>
          <pc:docMk/>
          <pc:sldMk cId="2229647996" sldId="330"/>
        </pc:sldMkLst>
        <pc:spChg chg="mod">
          <ac:chgData name="Ali Hepburn" userId="4e8e14d8-d579-466d-803b-afb427748fed" providerId="ADAL" clId="{B0492CEC-71E3-428A-B436-877C26753A67}" dt="2022-11-21T21:17:40.429" v="1869" actId="20577"/>
          <ac:spMkLst>
            <pc:docMk/>
            <pc:sldMk cId="2229647996" sldId="330"/>
            <ac:spMk id="4" creationId="{D0ECD3A3-3088-23D6-3D9B-6B40352DC949}"/>
          </ac:spMkLst>
        </pc:spChg>
        <pc:spChg chg="del mod">
          <ac:chgData name="Ali Hepburn" userId="4e8e14d8-d579-466d-803b-afb427748fed" providerId="ADAL" clId="{B0492CEC-71E3-428A-B436-877C26753A67}" dt="2022-11-21T21:14:58.505" v="1819" actId="1957"/>
          <ac:spMkLst>
            <pc:docMk/>
            <pc:sldMk cId="2229647996" sldId="330"/>
            <ac:spMk id="5" creationId="{90B63659-695C-5C9D-E9E0-37D4AC3F983D}"/>
          </ac:spMkLst>
        </pc:spChg>
        <pc:spChg chg="add mod">
          <ac:chgData name="Ali Hepburn" userId="4e8e14d8-d579-466d-803b-afb427748fed" providerId="ADAL" clId="{B0492CEC-71E3-428A-B436-877C26753A67}" dt="2022-11-21T21:23:06.829" v="2216" actId="1076"/>
          <ac:spMkLst>
            <pc:docMk/>
            <pc:sldMk cId="2229647996" sldId="330"/>
            <ac:spMk id="7" creationId="{D1691DBA-8FB6-8305-AD5A-F6D16B1FA911}"/>
          </ac:spMkLst>
        </pc:spChg>
        <pc:graphicFrameChg chg="add mod">
          <ac:chgData name="Ali Hepburn" userId="4e8e14d8-d579-466d-803b-afb427748fed" providerId="ADAL" clId="{B0492CEC-71E3-428A-B436-877C26753A67}" dt="2022-11-21T21:18:28.632" v="1876" actId="14100"/>
          <ac:graphicFrameMkLst>
            <pc:docMk/>
            <pc:sldMk cId="2229647996" sldId="330"/>
            <ac:graphicFrameMk id="6" creationId="{BB8BF29E-E22C-6228-8E80-6F6618BD0B6F}"/>
          </ac:graphicFrameMkLst>
        </pc:graphicFrameChg>
      </pc:sldChg>
      <pc:sldChg chg="modSp add mod ord">
        <pc:chgData name="Ali Hepburn" userId="4e8e14d8-d579-466d-803b-afb427748fed" providerId="ADAL" clId="{B0492CEC-71E3-428A-B436-877C26753A67}" dt="2022-11-21T21:40:02.528" v="2423" actId="27918"/>
        <pc:sldMkLst>
          <pc:docMk/>
          <pc:sldMk cId="761249673" sldId="331"/>
        </pc:sldMkLst>
        <pc:spChg chg="mod">
          <ac:chgData name="Ali Hepburn" userId="4e8e14d8-d579-466d-803b-afb427748fed" providerId="ADAL" clId="{B0492CEC-71E3-428A-B436-877C26753A67}" dt="2022-11-21T21:38:49.418" v="2408" actId="404"/>
          <ac:spMkLst>
            <pc:docMk/>
            <pc:sldMk cId="761249673" sldId="331"/>
            <ac:spMk id="4" creationId="{D0ECD3A3-3088-23D6-3D9B-6B40352DC949}"/>
          </ac:spMkLst>
        </pc:spChg>
        <pc:spChg chg="mod">
          <ac:chgData name="Ali Hepburn" userId="4e8e14d8-d579-466d-803b-afb427748fed" providerId="ADAL" clId="{B0492CEC-71E3-428A-B436-877C26753A67}" dt="2022-11-21T21:39:21.968" v="2415" actId="1076"/>
          <ac:spMkLst>
            <pc:docMk/>
            <pc:sldMk cId="761249673" sldId="331"/>
            <ac:spMk id="7" creationId="{D1691DBA-8FB6-8305-AD5A-F6D16B1FA911}"/>
          </ac:spMkLst>
        </pc:spChg>
        <pc:graphicFrameChg chg="mod">
          <ac:chgData name="Ali Hepburn" userId="4e8e14d8-d579-466d-803b-afb427748fed" providerId="ADAL" clId="{B0492CEC-71E3-428A-B436-877C26753A67}" dt="2022-11-21T21:39:28.240" v="2417" actId="1076"/>
          <ac:graphicFrameMkLst>
            <pc:docMk/>
            <pc:sldMk cId="761249673" sldId="331"/>
            <ac:graphicFrameMk id="6" creationId="{BB8BF29E-E22C-6228-8E80-6F6618BD0B6F}"/>
          </ac:graphicFrameMkLst>
        </pc:graphicFrameChg>
      </pc:sldChg>
      <pc:sldChg chg="addSp modSp new mod">
        <pc:chgData name="Ali Hepburn" userId="4e8e14d8-d579-466d-803b-afb427748fed" providerId="ADAL" clId="{B0492CEC-71E3-428A-B436-877C26753A67}" dt="2022-11-21T21:37:45.642" v="2366" actId="208"/>
        <pc:sldMkLst>
          <pc:docMk/>
          <pc:sldMk cId="1861836793" sldId="332"/>
        </pc:sldMkLst>
        <pc:spChg chg="mod">
          <ac:chgData name="Ali Hepburn" userId="4e8e14d8-d579-466d-803b-afb427748fed" providerId="ADAL" clId="{B0492CEC-71E3-428A-B436-877C26753A67}" dt="2022-11-21T21:36:45.634" v="2243" actId="20577"/>
          <ac:spMkLst>
            <pc:docMk/>
            <pc:sldMk cId="1861836793" sldId="332"/>
            <ac:spMk id="2" creationId="{FF000C9E-4BE4-9BC2-4DA5-C099CEA100D5}"/>
          </ac:spMkLst>
        </pc:spChg>
        <pc:spChg chg="mod">
          <ac:chgData name="Ali Hepburn" userId="4e8e14d8-d579-466d-803b-afb427748fed" providerId="ADAL" clId="{B0492CEC-71E3-428A-B436-877C26753A67}" dt="2022-11-21T21:37:20.604" v="2343" actId="403"/>
          <ac:spMkLst>
            <pc:docMk/>
            <pc:sldMk cId="1861836793" sldId="332"/>
            <ac:spMk id="3" creationId="{1005022A-8E0C-F688-1453-41AD0335A528}"/>
          </ac:spMkLst>
        </pc:spChg>
        <pc:spChg chg="add mod">
          <ac:chgData name="Ali Hepburn" userId="4e8e14d8-d579-466d-803b-afb427748fed" providerId="ADAL" clId="{B0492CEC-71E3-428A-B436-877C26753A67}" dt="2022-11-21T21:37:45.642" v="2366" actId="208"/>
          <ac:spMkLst>
            <pc:docMk/>
            <pc:sldMk cId="1861836793" sldId="332"/>
            <ac:spMk id="5" creationId="{3E3A535D-024B-F9DD-78C4-735DC1849A6D}"/>
          </ac:spMkLst>
        </pc:spChg>
      </pc:sldChg>
      <pc:sldChg chg="addSp delSp modSp add mod">
        <pc:chgData name="Ali Hepburn" userId="4e8e14d8-d579-466d-803b-afb427748fed" providerId="ADAL" clId="{B0492CEC-71E3-428A-B436-877C26753A67}" dt="2022-11-21T22:02:27.832" v="3213" actId="27636"/>
        <pc:sldMkLst>
          <pc:docMk/>
          <pc:sldMk cId="3952282793" sldId="333"/>
        </pc:sldMkLst>
        <pc:spChg chg="mod">
          <ac:chgData name="Ali Hepburn" userId="4e8e14d8-d579-466d-803b-afb427748fed" providerId="ADAL" clId="{B0492CEC-71E3-428A-B436-877C26753A67}" dt="2022-11-21T22:02:16.647" v="3209" actId="20577"/>
          <ac:spMkLst>
            <pc:docMk/>
            <pc:sldMk cId="3952282793" sldId="333"/>
            <ac:spMk id="2" creationId="{035D98F0-FCA8-9DB7-3DAF-12CBDC792635}"/>
          </ac:spMkLst>
        </pc:spChg>
        <pc:spChg chg="del mod">
          <ac:chgData name="Ali Hepburn" userId="4e8e14d8-d579-466d-803b-afb427748fed" providerId="ADAL" clId="{B0492CEC-71E3-428A-B436-877C26753A67}" dt="2022-11-21T21:53:47.824" v="2744" actId="478"/>
          <ac:spMkLst>
            <pc:docMk/>
            <pc:sldMk cId="3952282793" sldId="333"/>
            <ac:spMk id="3" creationId="{DC858846-C2AB-F6D4-A1F7-48CC7E33B85E}"/>
          </ac:spMkLst>
        </pc:spChg>
        <pc:spChg chg="add del mod">
          <ac:chgData name="Ali Hepburn" userId="4e8e14d8-d579-466d-803b-afb427748fed" providerId="ADAL" clId="{B0492CEC-71E3-428A-B436-877C26753A67}" dt="2022-11-21T21:54:54.560" v="2746" actId="478"/>
          <ac:spMkLst>
            <pc:docMk/>
            <pc:sldMk cId="3952282793" sldId="333"/>
            <ac:spMk id="4" creationId="{ABA3D4FC-B830-CADF-C9D0-413F9C9C1A1C}"/>
          </ac:spMkLst>
        </pc:spChg>
        <pc:spChg chg="del">
          <ac:chgData name="Ali Hepburn" userId="4e8e14d8-d579-466d-803b-afb427748fed" providerId="ADAL" clId="{B0492CEC-71E3-428A-B436-877C26753A67}" dt="2022-11-21T21:44:24.991" v="2439" actId="478"/>
          <ac:spMkLst>
            <pc:docMk/>
            <pc:sldMk cId="3952282793" sldId="333"/>
            <ac:spMk id="5" creationId="{9A1084FF-9720-87B1-810D-8089B9751F1A}"/>
          </ac:spMkLst>
        </pc:spChg>
        <pc:spChg chg="del">
          <ac:chgData name="Ali Hepburn" userId="4e8e14d8-d579-466d-803b-afb427748fed" providerId="ADAL" clId="{B0492CEC-71E3-428A-B436-877C26753A67}" dt="2022-11-21T21:44:31.139" v="2441" actId="478"/>
          <ac:spMkLst>
            <pc:docMk/>
            <pc:sldMk cId="3952282793" sldId="333"/>
            <ac:spMk id="7" creationId="{12B44277-E448-27B8-294B-A749C231E7B9}"/>
          </ac:spMkLst>
        </pc:spChg>
        <pc:spChg chg="add mod">
          <ac:chgData name="Ali Hepburn" userId="4e8e14d8-d579-466d-803b-afb427748fed" providerId="ADAL" clId="{B0492CEC-71E3-428A-B436-877C26753A67}" dt="2022-11-21T21:57:19.384" v="2795" actId="1076"/>
          <ac:spMkLst>
            <pc:docMk/>
            <pc:sldMk cId="3952282793" sldId="333"/>
            <ac:spMk id="8" creationId="{DEB392EF-D5D3-368C-DD28-EE2A92ABF884}"/>
          </ac:spMkLst>
        </pc:spChg>
        <pc:spChg chg="add mod">
          <ac:chgData name="Ali Hepburn" userId="4e8e14d8-d579-466d-803b-afb427748fed" providerId="ADAL" clId="{B0492CEC-71E3-428A-B436-877C26753A67}" dt="2022-11-21T22:02:27.832" v="3213" actId="27636"/>
          <ac:spMkLst>
            <pc:docMk/>
            <pc:sldMk cId="3952282793" sldId="333"/>
            <ac:spMk id="9" creationId="{2908E1D2-0405-12B3-8C18-39DB403877A8}"/>
          </ac:spMkLst>
        </pc:spChg>
        <pc:spChg chg="add del mod">
          <ac:chgData name="Ali Hepburn" userId="4e8e14d8-d579-466d-803b-afb427748fed" providerId="ADAL" clId="{B0492CEC-71E3-428A-B436-877C26753A67}" dt="2022-11-21T22:02:23.239" v="3211" actId="478"/>
          <ac:spMkLst>
            <pc:docMk/>
            <pc:sldMk cId="3952282793" sldId="333"/>
            <ac:spMk id="10" creationId="{C2782728-BAE9-328C-2E1F-28C4B9F8F569}"/>
          </ac:spMkLst>
        </pc:spChg>
      </pc:sldChg>
      <pc:sldChg chg="addSp delSp modSp add mod">
        <pc:chgData name="Ali Hepburn" userId="4e8e14d8-d579-466d-803b-afb427748fed" providerId="ADAL" clId="{B0492CEC-71E3-428A-B436-877C26753A67}" dt="2022-11-21T22:06:45.880" v="3396" actId="114"/>
        <pc:sldMkLst>
          <pc:docMk/>
          <pc:sldMk cId="1337255983" sldId="334"/>
        </pc:sldMkLst>
        <pc:spChg chg="mod">
          <ac:chgData name="Ali Hepburn" userId="4e8e14d8-d579-466d-803b-afb427748fed" providerId="ADAL" clId="{B0492CEC-71E3-428A-B436-877C26753A67}" dt="2022-11-21T22:02:32.952" v="3215" actId="20577"/>
          <ac:spMkLst>
            <pc:docMk/>
            <pc:sldMk cId="1337255983" sldId="334"/>
            <ac:spMk id="2" creationId="{035D98F0-FCA8-9DB7-3DAF-12CBDC792635}"/>
          </ac:spMkLst>
        </pc:spChg>
        <pc:spChg chg="add mod">
          <ac:chgData name="Ali Hepburn" userId="4e8e14d8-d579-466d-803b-afb427748fed" providerId="ADAL" clId="{B0492CEC-71E3-428A-B436-877C26753A67}" dt="2022-11-21T22:06:45.880" v="3396" actId="114"/>
          <ac:spMkLst>
            <pc:docMk/>
            <pc:sldMk cId="1337255983" sldId="334"/>
            <ac:spMk id="4" creationId="{F1EA8347-4128-D923-5574-A4B8BF1F199B}"/>
          </ac:spMkLst>
        </pc:spChg>
        <pc:spChg chg="del">
          <ac:chgData name="Ali Hepburn" userId="4e8e14d8-d579-466d-803b-afb427748fed" providerId="ADAL" clId="{B0492CEC-71E3-428A-B436-877C26753A67}" dt="2022-11-21T22:02:37.682" v="3217" actId="478"/>
          <ac:spMkLst>
            <pc:docMk/>
            <pc:sldMk cId="1337255983" sldId="334"/>
            <ac:spMk id="8" creationId="{DEB392EF-D5D3-368C-DD28-EE2A92ABF884}"/>
          </ac:spMkLst>
        </pc:spChg>
        <pc:spChg chg="del">
          <ac:chgData name="Ali Hepburn" userId="4e8e14d8-d579-466d-803b-afb427748fed" providerId="ADAL" clId="{B0492CEC-71E3-428A-B436-877C26753A67}" dt="2022-11-21T22:02:35.435" v="3216" actId="478"/>
          <ac:spMkLst>
            <pc:docMk/>
            <pc:sldMk cId="1337255983" sldId="334"/>
            <ac:spMk id="9" creationId="{2908E1D2-0405-12B3-8C18-39DB403877A8}"/>
          </ac:spMkLst>
        </pc:spChg>
        <pc:spChg chg="del mod">
          <ac:chgData name="Ali Hepburn" userId="4e8e14d8-d579-466d-803b-afb427748fed" providerId="ADAL" clId="{B0492CEC-71E3-428A-B436-877C26753A67}" dt="2022-11-21T22:02:42.010" v="3220" actId="478"/>
          <ac:spMkLst>
            <pc:docMk/>
            <pc:sldMk cId="1337255983" sldId="334"/>
            <ac:spMk id="10" creationId="{C2782728-BAE9-328C-2E1F-28C4B9F8F569}"/>
          </ac:spMkLst>
        </pc:spChg>
      </pc:sldChg>
      <pc:sldChg chg="addSp delSp modSp new mod">
        <pc:chgData name="Ali Hepburn" userId="4e8e14d8-d579-466d-803b-afb427748fed" providerId="ADAL" clId="{B0492CEC-71E3-428A-B436-877C26753A67}" dt="2022-11-21T22:18:06.072" v="3580" actId="1076"/>
        <pc:sldMkLst>
          <pc:docMk/>
          <pc:sldMk cId="2330358785" sldId="335"/>
        </pc:sldMkLst>
        <pc:spChg chg="mod">
          <ac:chgData name="Ali Hepburn" userId="4e8e14d8-d579-466d-803b-afb427748fed" providerId="ADAL" clId="{B0492CEC-71E3-428A-B436-877C26753A67}" dt="2022-11-21T22:13:29.995" v="3535" actId="20577"/>
          <ac:spMkLst>
            <pc:docMk/>
            <pc:sldMk cId="2330358785" sldId="335"/>
            <ac:spMk id="2" creationId="{BFF2A6AF-3402-3FD4-3685-5F9A8DF4DE38}"/>
          </ac:spMkLst>
        </pc:spChg>
        <pc:spChg chg="del">
          <ac:chgData name="Ali Hepburn" userId="4e8e14d8-d579-466d-803b-afb427748fed" providerId="ADAL" clId="{B0492CEC-71E3-428A-B436-877C26753A67}" dt="2022-11-21T22:13:33.136" v="3536" actId="478"/>
          <ac:spMkLst>
            <pc:docMk/>
            <pc:sldMk cId="2330358785" sldId="335"/>
            <ac:spMk id="3" creationId="{567176B3-0E0E-0D0D-007E-051E648A4BE6}"/>
          </ac:spMkLst>
        </pc:spChg>
        <pc:picChg chg="add mod">
          <ac:chgData name="Ali Hepburn" userId="4e8e14d8-d579-466d-803b-afb427748fed" providerId="ADAL" clId="{B0492CEC-71E3-428A-B436-877C26753A67}" dt="2022-11-21T22:13:41.423" v="3540" actId="208"/>
          <ac:picMkLst>
            <pc:docMk/>
            <pc:sldMk cId="2330358785" sldId="335"/>
            <ac:picMk id="5" creationId="{A8DF0FC2-3157-96E7-D2F5-1CAB1D6B38E0}"/>
          </ac:picMkLst>
        </pc:picChg>
        <pc:picChg chg="add mod">
          <ac:chgData name="Ali Hepburn" userId="4e8e14d8-d579-466d-803b-afb427748fed" providerId="ADAL" clId="{B0492CEC-71E3-428A-B436-877C26753A67}" dt="2022-11-21T22:18:06.072" v="3580" actId="1076"/>
          <ac:picMkLst>
            <pc:docMk/>
            <pc:sldMk cId="2330358785" sldId="335"/>
            <ac:picMk id="7" creationId="{859A75AE-110D-40DC-7811-AE2D2201BF79}"/>
          </ac:picMkLst>
        </pc:picChg>
        <pc:picChg chg="add del mod">
          <ac:chgData name="Ali Hepburn" userId="4e8e14d8-d579-466d-803b-afb427748fed" providerId="ADAL" clId="{B0492CEC-71E3-428A-B436-877C26753A67}" dt="2022-11-21T22:15:13.551" v="3557" actId="22"/>
          <ac:picMkLst>
            <pc:docMk/>
            <pc:sldMk cId="2330358785" sldId="335"/>
            <ac:picMk id="9" creationId="{1E925FEA-A2A0-9F33-30BB-50693E56BFAD}"/>
          </ac:picMkLst>
        </pc:picChg>
        <pc:picChg chg="add mod">
          <ac:chgData name="Ali Hepburn" userId="4e8e14d8-d579-466d-803b-afb427748fed" providerId="ADAL" clId="{B0492CEC-71E3-428A-B436-877C26753A67}" dt="2022-11-21T22:17:40.380" v="3574" actId="14100"/>
          <ac:picMkLst>
            <pc:docMk/>
            <pc:sldMk cId="2330358785" sldId="335"/>
            <ac:picMk id="11" creationId="{2FEFFB98-CCE6-E48D-CE4D-1F067B9659B0}"/>
          </ac:picMkLst>
        </pc:picChg>
        <pc:picChg chg="add mod">
          <ac:chgData name="Ali Hepburn" userId="4e8e14d8-d579-466d-803b-afb427748fed" providerId="ADAL" clId="{B0492CEC-71E3-428A-B436-877C26753A67}" dt="2022-11-21T22:17:48.150" v="3576" actId="14100"/>
          <ac:picMkLst>
            <pc:docMk/>
            <pc:sldMk cId="2330358785" sldId="335"/>
            <ac:picMk id="13" creationId="{74DF118E-E3BE-216C-5732-02E2117A7E0A}"/>
          </ac:picMkLst>
        </pc:picChg>
        <pc:picChg chg="add mod">
          <ac:chgData name="Ali Hepburn" userId="4e8e14d8-d579-466d-803b-afb427748fed" providerId="ADAL" clId="{B0492CEC-71E3-428A-B436-877C26753A67}" dt="2022-11-21T22:18:00.796" v="3579" actId="208"/>
          <ac:picMkLst>
            <pc:docMk/>
            <pc:sldMk cId="2330358785" sldId="335"/>
            <ac:picMk id="15" creationId="{74179C1B-CAE1-3997-8DD6-733D1D65CD88}"/>
          </ac:picMkLst>
        </pc:picChg>
      </pc:sldChg>
    </pc:docChg>
  </pc:docChgLst>
  <pc:docChgLst>
    <pc:chgData name="Ali Hepburn" userId="4e8e14d8-d579-466d-803b-afb427748fed" providerId="ADAL" clId="{7CADEAD2-2384-4C2B-A3E2-28C4F942E981}"/>
    <pc:docChg chg="undo custSel addSld delSld modSld">
      <pc:chgData name="Ali Hepburn" userId="4e8e14d8-d579-466d-803b-afb427748fed" providerId="ADAL" clId="{7CADEAD2-2384-4C2B-A3E2-28C4F942E981}" dt="2022-07-22T16:49:11.838" v="496" actId="20577"/>
      <pc:docMkLst>
        <pc:docMk/>
      </pc:docMkLst>
      <pc:sldChg chg="modSp mod">
        <pc:chgData name="Ali Hepburn" userId="4e8e14d8-d579-466d-803b-afb427748fed" providerId="ADAL" clId="{7CADEAD2-2384-4C2B-A3E2-28C4F942E981}" dt="2022-07-22T16:18:24.984" v="20" actId="20577"/>
        <pc:sldMkLst>
          <pc:docMk/>
          <pc:sldMk cId="728174566" sldId="256"/>
        </pc:sldMkLst>
        <pc:spChg chg="mod">
          <ac:chgData name="Ali Hepburn" userId="4e8e14d8-d579-466d-803b-afb427748fed" providerId="ADAL" clId="{7CADEAD2-2384-4C2B-A3E2-28C4F942E981}" dt="2022-07-22T16:18:24.984" v="20" actId="20577"/>
          <ac:spMkLst>
            <pc:docMk/>
            <pc:sldMk cId="728174566" sldId="256"/>
            <ac:spMk id="3" creationId="{50F051FA-2D04-CB9B-D1B4-FD9A1BBBEE71}"/>
          </ac:spMkLst>
        </pc:spChg>
      </pc:sldChg>
      <pc:sldChg chg="addSp delSp modSp new mod modClrScheme chgLayout">
        <pc:chgData name="Ali Hepburn" userId="4e8e14d8-d579-466d-803b-afb427748fed" providerId="ADAL" clId="{7CADEAD2-2384-4C2B-A3E2-28C4F942E981}" dt="2022-07-22T16:18:54.012" v="74" actId="20577"/>
        <pc:sldMkLst>
          <pc:docMk/>
          <pc:sldMk cId="4012644511" sldId="257"/>
        </pc:sldMkLst>
        <pc:spChg chg="del mod ord">
          <ac:chgData name="Ali Hepburn" userId="4e8e14d8-d579-466d-803b-afb427748fed" providerId="ADAL" clId="{7CADEAD2-2384-4C2B-A3E2-28C4F942E981}" dt="2022-07-22T16:18:43.253" v="22" actId="700"/>
          <ac:spMkLst>
            <pc:docMk/>
            <pc:sldMk cId="4012644511" sldId="257"/>
            <ac:spMk id="2" creationId="{A386D94F-6E03-A5A3-CAEF-AF65745561F1}"/>
          </ac:spMkLst>
        </pc:spChg>
        <pc:spChg chg="del mod ord">
          <ac:chgData name="Ali Hepburn" userId="4e8e14d8-d579-466d-803b-afb427748fed" providerId="ADAL" clId="{7CADEAD2-2384-4C2B-A3E2-28C4F942E981}" dt="2022-07-22T16:18:43.253" v="22" actId="700"/>
          <ac:spMkLst>
            <pc:docMk/>
            <pc:sldMk cId="4012644511" sldId="257"/>
            <ac:spMk id="3" creationId="{B142DB55-B391-2E0C-9C0D-04BA325990FC}"/>
          </ac:spMkLst>
        </pc:spChg>
        <pc:spChg chg="add mod ord">
          <ac:chgData name="Ali Hepburn" userId="4e8e14d8-d579-466d-803b-afb427748fed" providerId="ADAL" clId="{7CADEAD2-2384-4C2B-A3E2-28C4F942E981}" dt="2022-07-22T16:18:54.012" v="74" actId="20577"/>
          <ac:spMkLst>
            <pc:docMk/>
            <pc:sldMk cId="4012644511" sldId="257"/>
            <ac:spMk id="4" creationId="{B7FB94D9-0D89-C34B-E4B1-F51D5A4749F7}"/>
          </ac:spMkLst>
        </pc:spChg>
        <pc:spChg chg="add mod ord">
          <ac:chgData name="Ali Hepburn" userId="4e8e14d8-d579-466d-803b-afb427748fed" providerId="ADAL" clId="{7CADEAD2-2384-4C2B-A3E2-28C4F942E981}" dt="2022-07-22T16:18:43.253" v="22" actId="700"/>
          <ac:spMkLst>
            <pc:docMk/>
            <pc:sldMk cId="4012644511" sldId="257"/>
            <ac:spMk id="5" creationId="{194422A7-B2CB-81D5-8089-86B5937E376E}"/>
          </ac:spMkLst>
        </pc:spChg>
      </pc:sldChg>
      <pc:sldChg chg="addSp delSp modSp new mod modClrScheme chgLayout">
        <pc:chgData name="Ali Hepburn" userId="4e8e14d8-d579-466d-803b-afb427748fed" providerId="ADAL" clId="{7CADEAD2-2384-4C2B-A3E2-28C4F942E981}" dt="2022-07-22T16:19:17.570" v="78"/>
        <pc:sldMkLst>
          <pc:docMk/>
          <pc:sldMk cId="1621261403" sldId="258"/>
        </pc:sldMkLst>
        <pc:spChg chg="del mod ord">
          <ac:chgData name="Ali Hepburn" userId="4e8e14d8-d579-466d-803b-afb427748fed" providerId="ADAL" clId="{7CADEAD2-2384-4C2B-A3E2-28C4F942E981}" dt="2022-07-22T16:19:08.805" v="76" actId="700"/>
          <ac:spMkLst>
            <pc:docMk/>
            <pc:sldMk cId="1621261403" sldId="258"/>
            <ac:spMk id="2" creationId="{C93FEF69-3730-0C47-1E07-1B2240678959}"/>
          </ac:spMkLst>
        </pc:spChg>
        <pc:spChg chg="del mod ord">
          <ac:chgData name="Ali Hepburn" userId="4e8e14d8-d579-466d-803b-afb427748fed" providerId="ADAL" clId="{7CADEAD2-2384-4C2B-A3E2-28C4F942E981}" dt="2022-07-22T16:19:08.805" v="76" actId="700"/>
          <ac:spMkLst>
            <pc:docMk/>
            <pc:sldMk cId="1621261403" sldId="258"/>
            <ac:spMk id="3" creationId="{47311E7F-4917-23BC-1EAA-7CDC4FEDEF08}"/>
          </ac:spMkLst>
        </pc:spChg>
        <pc:spChg chg="add mod ord">
          <ac:chgData name="Ali Hepburn" userId="4e8e14d8-d579-466d-803b-afb427748fed" providerId="ADAL" clId="{7CADEAD2-2384-4C2B-A3E2-28C4F942E981}" dt="2022-07-22T16:19:13.777" v="77"/>
          <ac:spMkLst>
            <pc:docMk/>
            <pc:sldMk cId="1621261403" sldId="258"/>
            <ac:spMk id="4" creationId="{325C5634-42BE-FEE5-383E-E1C61727CD42}"/>
          </ac:spMkLst>
        </pc:spChg>
        <pc:spChg chg="add mod ord">
          <ac:chgData name="Ali Hepburn" userId="4e8e14d8-d579-466d-803b-afb427748fed" providerId="ADAL" clId="{7CADEAD2-2384-4C2B-A3E2-28C4F942E981}" dt="2022-07-22T16:19:17.570" v="78"/>
          <ac:spMkLst>
            <pc:docMk/>
            <pc:sldMk cId="1621261403" sldId="258"/>
            <ac:spMk id="5" creationId="{C9254B1C-97AC-8597-F2FA-35D57763D680}"/>
          </ac:spMkLst>
        </pc:spChg>
      </pc:sldChg>
      <pc:sldChg chg="modSp new mod">
        <pc:chgData name="Ali Hepburn" userId="4e8e14d8-d579-466d-803b-afb427748fed" providerId="ADAL" clId="{7CADEAD2-2384-4C2B-A3E2-28C4F942E981}" dt="2022-07-22T16:19:32.782" v="81"/>
        <pc:sldMkLst>
          <pc:docMk/>
          <pc:sldMk cId="1666455602" sldId="259"/>
        </pc:sldMkLst>
        <pc:spChg chg="mod">
          <ac:chgData name="Ali Hepburn" userId="4e8e14d8-d579-466d-803b-afb427748fed" providerId="ADAL" clId="{7CADEAD2-2384-4C2B-A3E2-28C4F942E981}" dt="2022-07-22T16:19:26.741" v="80"/>
          <ac:spMkLst>
            <pc:docMk/>
            <pc:sldMk cId="1666455602" sldId="259"/>
            <ac:spMk id="2" creationId="{5120AE46-B1E6-DDE2-518F-76E74EB3BD18}"/>
          </ac:spMkLst>
        </pc:spChg>
        <pc:spChg chg="mod">
          <ac:chgData name="Ali Hepburn" userId="4e8e14d8-d579-466d-803b-afb427748fed" providerId="ADAL" clId="{7CADEAD2-2384-4C2B-A3E2-28C4F942E981}" dt="2022-07-22T16:19:32.782" v="81"/>
          <ac:spMkLst>
            <pc:docMk/>
            <pc:sldMk cId="1666455602" sldId="259"/>
            <ac:spMk id="3" creationId="{94F2DADE-F251-08FE-892E-177A862A7E38}"/>
          </ac:spMkLst>
        </pc:spChg>
      </pc:sldChg>
      <pc:sldChg chg="modSp new mod">
        <pc:chgData name="Ali Hepburn" userId="4e8e14d8-d579-466d-803b-afb427748fed" providerId="ADAL" clId="{7CADEAD2-2384-4C2B-A3E2-28C4F942E981}" dt="2022-07-22T16:22:41.399" v="187" actId="27636"/>
        <pc:sldMkLst>
          <pc:docMk/>
          <pc:sldMk cId="359843064" sldId="260"/>
        </pc:sldMkLst>
        <pc:spChg chg="mod">
          <ac:chgData name="Ali Hepburn" userId="4e8e14d8-d579-466d-803b-afb427748fed" providerId="ADAL" clId="{7CADEAD2-2384-4C2B-A3E2-28C4F942E981}" dt="2022-07-22T16:19:46.474" v="83"/>
          <ac:spMkLst>
            <pc:docMk/>
            <pc:sldMk cId="359843064" sldId="260"/>
            <ac:spMk id="2" creationId="{DC6D413B-A94C-8A3E-0AE7-01B20DAADE68}"/>
          </ac:spMkLst>
        </pc:spChg>
        <pc:spChg chg="mod">
          <ac:chgData name="Ali Hepburn" userId="4e8e14d8-d579-466d-803b-afb427748fed" providerId="ADAL" clId="{7CADEAD2-2384-4C2B-A3E2-28C4F942E981}" dt="2022-07-22T16:22:41.399" v="187" actId="27636"/>
          <ac:spMkLst>
            <pc:docMk/>
            <pc:sldMk cId="359843064" sldId="260"/>
            <ac:spMk id="3" creationId="{308F5D34-CC9D-0096-1028-40820ECFCFFF}"/>
          </ac:spMkLst>
        </pc:spChg>
      </pc:sldChg>
      <pc:sldChg chg="modSp new del mod">
        <pc:chgData name="Ali Hepburn" userId="4e8e14d8-d579-466d-803b-afb427748fed" providerId="ADAL" clId="{7CADEAD2-2384-4C2B-A3E2-28C4F942E981}" dt="2022-07-22T16:22:45.688" v="188" actId="47"/>
        <pc:sldMkLst>
          <pc:docMk/>
          <pc:sldMk cId="2789954099" sldId="261"/>
        </pc:sldMkLst>
        <pc:spChg chg="mod">
          <ac:chgData name="Ali Hepburn" userId="4e8e14d8-d579-466d-803b-afb427748fed" providerId="ADAL" clId="{7CADEAD2-2384-4C2B-A3E2-28C4F942E981}" dt="2022-07-22T16:20:33.816" v="140"/>
          <ac:spMkLst>
            <pc:docMk/>
            <pc:sldMk cId="2789954099" sldId="261"/>
            <ac:spMk id="2" creationId="{62F55F9E-E82F-09E3-FD26-1406A0E33E48}"/>
          </ac:spMkLst>
        </pc:spChg>
        <pc:spChg chg="mod">
          <ac:chgData name="Ali Hepburn" userId="4e8e14d8-d579-466d-803b-afb427748fed" providerId="ADAL" clId="{7CADEAD2-2384-4C2B-A3E2-28C4F942E981}" dt="2022-07-22T16:22:28.075" v="174" actId="21"/>
          <ac:spMkLst>
            <pc:docMk/>
            <pc:sldMk cId="2789954099" sldId="261"/>
            <ac:spMk id="3" creationId="{70EF908B-0468-86F0-915A-49345B02224C}"/>
          </ac:spMkLst>
        </pc:spChg>
      </pc:sldChg>
      <pc:sldChg chg="addSp modSp new mod">
        <pc:chgData name="Ali Hepburn" userId="4e8e14d8-d579-466d-803b-afb427748fed" providerId="ADAL" clId="{7CADEAD2-2384-4C2B-A3E2-28C4F942E981}" dt="2022-07-22T16:22:18.435" v="173" actId="27636"/>
        <pc:sldMkLst>
          <pc:docMk/>
          <pc:sldMk cId="3996575229" sldId="262"/>
        </pc:sldMkLst>
        <pc:spChg chg="mod">
          <ac:chgData name="Ali Hepburn" userId="4e8e14d8-d579-466d-803b-afb427748fed" providerId="ADAL" clId="{7CADEAD2-2384-4C2B-A3E2-28C4F942E981}" dt="2022-07-22T16:20:46.854" v="143"/>
          <ac:spMkLst>
            <pc:docMk/>
            <pc:sldMk cId="3996575229" sldId="262"/>
            <ac:spMk id="2" creationId="{203C9219-AF41-7D5F-129C-86962373600A}"/>
          </ac:spMkLst>
        </pc:spChg>
        <pc:spChg chg="mod">
          <ac:chgData name="Ali Hepburn" userId="4e8e14d8-d579-466d-803b-afb427748fed" providerId="ADAL" clId="{7CADEAD2-2384-4C2B-A3E2-28C4F942E981}" dt="2022-07-22T16:22:18.435" v="173" actId="27636"/>
          <ac:spMkLst>
            <pc:docMk/>
            <pc:sldMk cId="3996575229" sldId="262"/>
            <ac:spMk id="3" creationId="{3F29CB13-B26D-E4A4-F40C-0818DF6F46AA}"/>
          </ac:spMkLst>
        </pc:spChg>
        <pc:picChg chg="add mod">
          <ac:chgData name="Ali Hepburn" userId="4e8e14d8-d579-466d-803b-afb427748fed" providerId="ADAL" clId="{7CADEAD2-2384-4C2B-A3E2-28C4F942E981}" dt="2022-07-22T16:22:12.070" v="167" actId="1076"/>
          <ac:picMkLst>
            <pc:docMk/>
            <pc:sldMk cId="3996575229" sldId="262"/>
            <ac:picMk id="4" creationId="{1B29DA1C-EA9D-6A1A-D71B-CB1CCF2FB30B}"/>
          </ac:picMkLst>
        </pc:picChg>
      </pc:sldChg>
      <pc:sldChg chg="modSp new del mod">
        <pc:chgData name="Ali Hepburn" userId="4e8e14d8-d579-466d-803b-afb427748fed" providerId="ADAL" clId="{7CADEAD2-2384-4C2B-A3E2-28C4F942E981}" dt="2022-07-22T16:22:50.220" v="189" actId="47"/>
        <pc:sldMkLst>
          <pc:docMk/>
          <pc:sldMk cId="3332958450" sldId="263"/>
        </pc:sldMkLst>
        <pc:spChg chg="mod">
          <ac:chgData name="Ali Hepburn" userId="4e8e14d8-d579-466d-803b-afb427748fed" providerId="ADAL" clId="{7CADEAD2-2384-4C2B-A3E2-28C4F942E981}" dt="2022-07-22T16:21:11.906" v="150"/>
          <ac:spMkLst>
            <pc:docMk/>
            <pc:sldMk cId="3332958450" sldId="263"/>
            <ac:spMk id="2" creationId="{5BB851BE-F2F1-F687-236C-83E7748F8C2C}"/>
          </ac:spMkLst>
        </pc:spChg>
        <pc:spChg chg="mod">
          <ac:chgData name="Ali Hepburn" userId="4e8e14d8-d579-466d-803b-afb427748fed" providerId="ADAL" clId="{7CADEAD2-2384-4C2B-A3E2-28C4F942E981}" dt="2022-07-22T16:22:00.673" v="160" actId="21"/>
          <ac:spMkLst>
            <pc:docMk/>
            <pc:sldMk cId="3332958450" sldId="263"/>
            <ac:spMk id="3" creationId="{ED2567FE-FC0B-B667-87C7-D69B008211AB}"/>
          </ac:spMkLst>
        </pc:spChg>
      </pc:sldChg>
      <pc:sldChg chg="modSp new mod">
        <pc:chgData name="Ali Hepburn" userId="4e8e14d8-d579-466d-803b-afb427748fed" providerId="ADAL" clId="{7CADEAD2-2384-4C2B-A3E2-28C4F942E981}" dt="2022-07-22T16:21:54.680" v="159"/>
        <pc:sldMkLst>
          <pc:docMk/>
          <pc:sldMk cId="3748149693" sldId="264"/>
        </pc:sldMkLst>
        <pc:spChg chg="mod">
          <ac:chgData name="Ali Hepburn" userId="4e8e14d8-d579-466d-803b-afb427748fed" providerId="ADAL" clId="{7CADEAD2-2384-4C2B-A3E2-28C4F942E981}" dt="2022-07-22T16:21:26.458" v="153"/>
          <ac:spMkLst>
            <pc:docMk/>
            <pc:sldMk cId="3748149693" sldId="264"/>
            <ac:spMk id="2" creationId="{AE3B14A0-E396-409A-4D39-02DB3D673729}"/>
          </ac:spMkLst>
        </pc:spChg>
        <pc:spChg chg="mod">
          <ac:chgData name="Ali Hepburn" userId="4e8e14d8-d579-466d-803b-afb427748fed" providerId="ADAL" clId="{7CADEAD2-2384-4C2B-A3E2-28C4F942E981}" dt="2022-07-22T16:21:54.680" v="159"/>
          <ac:spMkLst>
            <pc:docMk/>
            <pc:sldMk cId="3748149693" sldId="264"/>
            <ac:spMk id="3" creationId="{8CDE634C-B81C-B01A-01C0-8991E77B9F32}"/>
          </ac:spMkLst>
        </pc:spChg>
      </pc:sldChg>
      <pc:sldChg chg="modSp new mod">
        <pc:chgData name="Ali Hepburn" userId="4e8e14d8-d579-466d-803b-afb427748fed" providerId="ADAL" clId="{7CADEAD2-2384-4C2B-A3E2-28C4F942E981}" dt="2022-07-22T16:23:14.822" v="199" actId="27636"/>
        <pc:sldMkLst>
          <pc:docMk/>
          <pc:sldMk cId="1364056349" sldId="265"/>
        </pc:sldMkLst>
        <pc:spChg chg="mod">
          <ac:chgData name="Ali Hepburn" userId="4e8e14d8-d579-466d-803b-afb427748fed" providerId="ADAL" clId="{7CADEAD2-2384-4C2B-A3E2-28C4F942E981}" dt="2022-07-22T16:23:01.181" v="191"/>
          <ac:spMkLst>
            <pc:docMk/>
            <pc:sldMk cId="1364056349" sldId="265"/>
            <ac:spMk id="2" creationId="{5EFA624E-C2FA-AC35-6C3D-61ADA7CF3249}"/>
          </ac:spMkLst>
        </pc:spChg>
        <pc:spChg chg="mod">
          <ac:chgData name="Ali Hepburn" userId="4e8e14d8-d579-466d-803b-afb427748fed" providerId="ADAL" clId="{7CADEAD2-2384-4C2B-A3E2-28C4F942E981}" dt="2022-07-22T16:23:14.822" v="199" actId="27636"/>
          <ac:spMkLst>
            <pc:docMk/>
            <pc:sldMk cId="1364056349" sldId="265"/>
            <ac:spMk id="3" creationId="{61D56FF5-455F-0BD5-FD3E-3B6517676B7F}"/>
          </ac:spMkLst>
        </pc:spChg>
      </pc:sldChg>
      <pc:sldChg chg="modSp new mod">
        <pc:chgData name="Ali Hepburn" userId="4e8e14d8-d579-466d-803b-afb427748fed" providerId="ADAL" clId="{7CADEAD2-2384-4C2B-A3E2-28C4F942E981}" dt="2022-07-22T16:24:29.046" v="241" actId="27636"/>
        <pc:sldMkLst>
          <pc:docMk/>
          <pc:sldMk cId="3214956395" sldId="266"/>
        </pc:sldMkLst>
        <pc:spChg chg="mod">
          <ac:chgData name="Ali Hepburn" userId="4e8e14d8-d579-466d-803b-afb427748fed" providerId="ADAL" clId="{7CADEAD2-2384-4C2B-A3E2-28C4F942E981}" dt="2022-07-22T16:23:25.090" v="201"/>
          <ac:spMkLst>
            <pc:docMk/>
            <pc:sldMk cId="3214956395" sldId="266"/>
            <ac:spMk id="2" creationId="{1E6A41C8-6152-6798-7094-BDFE0B83D59F}"/>
          </ac:spMkLst>
        </pc:spChg>
        <pc:spChg chg="mod">
          <ac:chgData name="Ali Hepburn" userId="4e8e14d8-d579-466d-803b-afb427748fed" providerId="ADAL" clId="{7CADEAD2-2384-4C2B-A3E2-28C4F942E981}" dt="2022-07-22T16:24:29.046" v="241" actId="27636"/>
          <ac:spMkLst>
            <pc:docMk/>
            <pc:sldMk cId="3214956395" sldId="266"/>
            <ac:spMk id="3" creationId="{AD7A372D-3392-E52A-F836-FA427198E817}"/>
          </ac:spMkLst>
        </pc:spChg>
      </pc:sldChg>
      <pc:sldChg chg="addSp delSp modSp new mod">
        <pc:chgData name="Ali Hepburn" userId="4e8e14d8-d579-466d-803b-afb427748fed" providerId="ADAL" clId="{7CADEAD2-2384-4C2B-A3E2-28C4F942E981}" dt="2022-07-22T16:24:47.867" v="244"/>
        <pc:sldMkLst>
          <pc:docMk/>
          <pc:sldMk cId="910839458" sldId="267"/>
        </pc:sldMkLst>
        <pc:spChg chg="mod">
          <ac:chgData name="Ali Hepburn" userId="4e8e14d8-d579-466d-803b-afb427748fed" providerId="ADAL" clId="{7CADEAD2-2384-4C2B-A3E2-28C4F942E981}" dt="2022-07-22T16:24:44.138" v="243"/>
          <ac:spMkLst>
            <pc:docMk/>
            <pc:sldMk cId="910839458" sldId="267"/>
            <ac:spMk id="2" creationId="{F9557393-5031-46B5-25EE-B77487218227}"/>
          </ac:spMkLst>
        </pc:spChg>
        <pc:spChg chg="del">
          <ac:chgData name="Ali Hepburn" userId="4e8e14d8-d579-466d-803b-afb427748fed" providerId="ADAL" clId="{7CADEAD2-2384-4C2B-A3E2-28C4F942E981}" dt="2022-07-22T16:24:47.867" v="244"/>
          <ac:spMkLst>
            <pc:docMk/>
            <pc:sldMk cId="910839458" sldId="267"/>
            <ac:spMk id="3" creationId="{E9AF3034-048F-86EB-3A91-BBC82B024CA3}"/>
          </ac:spMkLst>
        </pc:spChg>
        <pc:picChg chg="add mod">
          <ac:chgData name="Ali Hepburn" userId="4e8e14d8-d579-466d-803b-afb427748fed" providerId="ADAL" clId="{7CADEAD2-2384-4C2B-A3E2-28C4F942E981}" dt="2022-07-22T16:24:47.867" v="244"/>
          <ac:picMkLst>
            <pc:docMk/>
            <pc:sldMk cId="910839458" sldId="267"/>
            <ac:picMk id="4" creationId="{AD7833F3-6D2F-F37B-659D-D69EFB14E04E}"/>
          </ac:picMkLst>
        </pc:picChg>
      </pc:sldChg>
      <pc:sldChg chg="addSp delSp modSp new mod modClrScheme chgLayout">
        <pc:chgData name="Ali Hepburn" userId="4e8e14d8-d579-466d-803b-afb427748fed" providerId="ADAL" clId="{7CADEAD2-2384-4C2B-A3E2-28C4F942E981}" dt="2022-07-22T16:45:08.601" v="276" actId="20577"/>
        <pc:sldMkLst>
          <pc:docMk/>
          <pc:sldMk cId="3982380235" sldId="268"/>
        </pc:sldMkLst>
        <pc:spChg chg="del mod ord">
          <ac:chgData name="Ali Hepburn" userId="4e8e14d8-d579-466d-803b-afb427748fed" providerId="ADAL" clId="{7CADEAD2-2384-4C2B-A3E2-28C4F942E981}" dt="2022-07-22T16:45:04.441" v="246" actId="700"/>
          <ac:spMkLst>
            <pc:docMk/>
            <pc:sldMk cId="3982380235" sldId="268"/>
            <ac:spMk id="2" creationId="{72ABA9E3-5447-E7F1-C624-0B22F5783B11}"/>
          </ac:spMkLst>
        </pc:spChg>
        <pc:spChg chg="del mod ord">
          <ac:chgData name="Ali Hepburn" userId="4e8e14d8-d579-466d-803b-afb427748fed" providerId="ADAL" clId="{7CADEAD2-2384-4C2B-A3E2-28C4F942E981}" dt="2022-07-22T16:45:04.441" v="246" actId="700"/>
          <ac:spMkLst>
            <pc:docMk/>
            <pc:sldMk cId="3982380235" sldId="268"/>
            <ac:spMk id="3" creationId="{B663AB6A-4194-F324-6D21-96C42D5AAF96}"/>
          </ac:spMkLst>
        </pc:spChg>
        <pc:spChg chg="add mod ord">
          <ac:chgData name="Ali Hepburn" userId="4e8e14d8-d579-466d-803b-afb427748fed" providerId="ADAL" clId="{7CADEAD2-2384-4C2B-A3E2-28C4F942E981}" dt="2022-07-22T16:45:08.601" v="276" actId="20577"/>
          <ac:spMkLst>
            <pc:docMk/>
            <pc:sldMk cId="3982380235" sldId="268"/>
            <ac:spMk id="4" creationId="{B086FB77-659F-6EAD-0E87-88C3A75A2EC4}"/>
          </ac:spMkLst>
        </pc:spChg>
        <pc:spChg chg="add mod ord">
          <ac:chgData name="Ali Hepburn" userId="4e8e14d8-d579-466d-803b-afb427748fed" providerId="ADAL" clId="{7CADEAD2-2384-4C2B-A3E2-28C4F942E981}" dt="2022-07-22T16:45:04.441" v="246" actId="700"/>
          <ac:spMkLst>
            <pc:docMk/>
            <pc:sldMk cId="3982380235" sldId="268"/>
            <ac:spMk id="5" creationId="{C18C611E-6125-960A-E9B8-903C758422D2}"/>
          </ac:spMkLst>
        </pc:spChg>
      </pc:sldChg>
      <pc:sldChg chg="addSp delSp modSp new mod modClrScheme chgLayout">
        <pc:chgData name="Ali Hepburn" userId="4e8e14d8-d579-466d-803b-afb427748fed" providerId="ADAL" clId="{7CADEAD2-2384-4C2B-A3E2-28C4F942E981}" dt="2022-07-22T16:46:02.197" v="332"/>
        <pc:sldMkLst>
          <pc:docMk/>
          <pc:sldMk cId="1487452106" sldId="269"/>
        </pc:sldMkLst>
        <pc:spChg chg="del mod ord">
          <ac:chgData name="Ali Hepburn" userId="4e8e14d8-d579-466d-803b-afb427748fed" providerId="ADAL" clId="{7CADEAD2-2384-4C2B-A3E2-28C4F942E981}" dt="2022-07-22T16:45:17.440" v="278" actId="700"/>
          <ac:spMkLst>
            <pc:docMk/>
            <pc:sldMk cId="1487452106" sldId="269"/>
            <ac:spMk id="2" creationId="{8FC25BDE-D923-D208-3B4E-1A817B96D88C}"/>
          </ac:spMkLst>
        </pc:spChg>
        <pc:spChg chg="del mod ord">
          <ac:chgData name="Ali Hepburn" userId="4e8e14d8-d579-466d-803b-afb427748fed" providerId="ADAL" clId="{7CADEAD2-2384-4C2B-A3E2-28C4F942E981}" dt="2022-07-22T16:45:17.440" v="278" actId="700"/>
          <ac:spMkLst>
            <pc:docMk/>
            <pc:sldMk cId="1487452106" sldId="269"/>
            <ac:spMk id="3" creationId="{3196EC91-64D7-8734-149D-E02B4FF196FC}"/>
          </ac:spMkLst>
        </pc:spChg>
        <pc:spChg chg="add mod ord">
          <ac:chgData name="Ali Hepburn" userId="4e8e14d8-d579-466d-803b-afb427748fed" providerId="ADAL" clId="{7CADEAD2-2384-4C2B-A3E2-28C4F942E981}" dt="2022-07-22T16:45:54.076" v="330" actId="20577"/>
          <ac:spMkLst>
            <pc:docMk/>
            <pc:sldMk cId="1487452106" sldId="269"/>
            <ac:spMk id="4" creationId="{D0ECD3A3-3088-23D6-3D9B-6B40352DC949}"/>
          </ac:spMkLst>
        </pc:spChg>
        <pc:spChg chg="add mod ord">
          <ac:chgData name="Ali Hepburn" userId="4e8e14d8-d579-466d-803b-afb427748fed" providerId="ADAL" clId="{7CADEAD2-2384-4C2B-A3E2-28C4F942E981}" dt="2022-07-22T16:46:02.197" v="332"/>
          <ac:spMkLst>
            <pc:docMk/>
            <pc:sldMk cId="1487452106" sldId="269"/>
            <ac:spMk id="5" creationId="{90B63659-695C-5C9D-E9E0-37D4AC3F983D}"/>
          </ac:spMkLst>
        </pc:spChg>
      </pc:sldChg>
      <pc:sldChg chg="modSp add mod">
        <pc:chgData name="Ali Hepburn" userId="4e8e14d8-d579-466d-803b-afb427748fed" providerId="ADAL" clId="{7CADEAD2-2384-4C2B-A3E2-28C4F942E981}" dt="2022-07-22T16:46:10.948" v="334"/>
        <pc:sldMkLst>
          <pc:docMk/>
          <pc:sldMk cId="3502603618" sldId="270"/>
        </pc:sldMkLst>
        <pc:spChg chg="mod">
          <ac:chgData name="Ali Hepburn" userId="4e8e14d8-d579-466d-803b-afb427748fed" providerId="ADAL" clId="{7CADEAD2-2384-4C2B-A3E2-28C4F942E981}" dt="2022-07-22T16:46:10.948" v="334"/>
          <ac:spMkLst>
            <pc:docMk/>
            <pc:sldMk cId="3502603618" sldId="270"/>
            <ac:spMk id="5" creationId="{90B63659-695C-5C9D-E9E0-37D4AC3F983D}"/>
          </ac:spMkLst>
        </pc:spChg>
      </pc:sldChg>
      <pc:sldChg chg="modSp add mod">
        <pc:chgData name="Ali Hepburn" userId="4e8e14d8-d579-466d-803b-afb427748fed" providerId="ADAL" clId="{7CADEAD2-2384-4C2B-A3E2-28C4F942E981}" dt="2022-07-22T16:46:32.350" v="370"/>
        <pc:sldMkLst>
          <pc:docMk/>
          <pc:sldMk cId="289908249" sldId="271"/>
        </pc:sldMkLst>
        <pc:spChg chg="mod">
          <ac:chgData name="Ali Hepburn" userId="4e8e14d8-d579-466d-803b-afb427748fed" providerId="ADAL" clId="{7CADEAD2-2384-4C2B-A3E2-28C4F942E981}" dt="2022-07-22T16:46:27.093" v="369" actId="20577"/>
          <ac:spMkLst>
            <pc:docMk/>
            <pc:sldMk cId="289908249" sldId="271"/>
            <ac:spMk id="4" creationId="{D0ECD3A3-3088-23D6-3D9B-6B40352DC949}"/>
          </ac:spMkLst>
        </pc:spChg>
        <pc:spChg chg="mod">
          <ac:chgData name="Ali Hepburn" userId="4e8e14d8-d579-466d-803b-afb427748fed" providerId="ADAL" clId="{7CADEAD2-2384-4C2B-A3E2-28C4F942E981}" dt="2022-07-22T16:46:32.350" v="370"/>
          <ac:spMkLst>
            <pc:docMk/>
            <pc:sldMk cId="289908249" sldId="271"/>
            <ac:spMk id="5" creationId="{90B63659-695C-5C9D-E9E0-37D4AC3F983D}"/>
          </ac:spMkLst>
        </pc:spChg>
      </pc:sldChg>
      <pc:sldChg chg="modSp add mod">
        <pc:chgData name="Ali Hepburn" userId="4e8e14d8-d579-466d-803b-afb427748fed" providerId="ADAL" clId="{7CADEAD2-2384-4C2B-A3E2-28C4F942E981}" dt="2022-07-22T16:46:49.702" v="386" actId="20577"/>
        <pc:sldMkLst>
          <pc:docMk/>
          <pc:sldMk cId="2819332135" sldId="272"/>
        </pc:sldMkLst>
        <pc:spChg chg="mod">
          <ac:chgData name="Ali Hepburn" userId="4e8e14d8-d579-466d-803b-afb427748fed" providerId="ADAL" clId="{7CADEAD2-2384-4C2B-A3E2-28C4F942E981}" dt="2022-07-22T16:46:49.702" v="386" actId="20577"/>
          <ac:spMkLst>
            <pc:docMk/>
            <pc:sldMk cId="2819332135" sldId="272"/>
            <ac:spMk id="4" creationId="{D0ECD3A3-3088-23D6-3D9B-6B40352DC949}"/>
          </ac:spMkLst>
        </pc:spChg>
        <pc:spChg chg="mod">
          <ac:chgData name="Ali Hepburn" userId="4e8e14d8-d579-466d-803b-afb427748fed" providerId="ADAL" clId="{7CADEAD2-2384-4C2B-A3E2-28C4F942E981}" dt="2022-07-22T16:46:46.412" v="376" actId="27636"/>
          <ac:spMkLst>
            <pc:docMk/>
            <pc:sldMk cId="2819332135" sldId="272"/>
            <ac:spMk id="5" creationId="{90B63659-695C-5C9D-E9E0-37D4AC3F983D}"/>
          </ac:spMkLst>
        </pc:spChg>
      </pc:sldChg>
      <pc:sldChg chg="modSp new mod">
        <pc:chgData name="Ali Hepburn" userId="4e8e14d8-d579-466d-803b-afb427748fed" providerId="ADAL" clId="{7CADEAD2-2384-4C2B-A3E2-28C4F942E981}" dt="2022-07-22T16:47:05.592" v="419" actId="20577"/>
        <pc:sldMkLst>
          <pc:docMk/>
          <pc:sldMk cId="2985288595" sldId="273"/>
        </pc:sldMkLst>
        <pc:spChg chg="mod">
          <ac:chgData name="Ali Hepburn" userId="4e8e14d8-d579-466d-803b-afb427748fed" providerId="ADAL" clId="{7CADEAD2-2384-4C2B-A3E2-28C4F942E981}" dt="2022-07-22T16:46:59.424" v="411" actId="20577"/>
          <ac:spMkLst>
            <pc:docMk/>
            <pc:sldMk cId="2985288595" sldId="273"/>
            <ac:spMk id="2" creationId="{9BCAA716-C07D-C10F-5715-C9788314F429}"/>
          </ac:spMkLst>
        </pc:spChg>
        <pc:spChg chg="mod">
          <ac:chgData name="Ali Hepburn" userId="4e8e14d8-d579-466d-803b-afb427748fed" providerId="ADAL" clId="{7CADEAD2-2384-4C2B-A3E2-28C4F942E981}" dt="2022-07-22T16:47:05.592" v="419" actId="20577"/>
          <ac:spMkLst>
            <pc:docMk/>
            <pc:sldMk cId="2985288595" sldId="273"/>
            <ac:spMk id="3" creationId="{4DA88769-9B61-1379-9106-576516641159}"/>
          </ac:spMkLst>
        </pc:spChg>
      </pc:sldChg>
      <pc:sldChg chg="modSp new mod">
        <pc:chgData name="Ali Hepburn" userId="4e8e14d8-d579-466d-803b-afb427748fed" providerId="ADAL" clId="{7CADEAD2-2384-4C2B-A3E2-28C4F942E981}" dt="2022-07-22T16:47:19.866" v="422"/>
        <pc:sldMkLst>
          <pc:docMk/>
          <pc:sldMk cId="150264120" sldId="274"/>
        </pc:sldMkLst>
        <pc:spChg chg="mod">
          <ac:chgData name="Ali Hepburn" userId="4e8e14d8-d579-466d-803b-afb427748fed" providerId="ADAL" clId="{7CADEAD2-2384-4C2B-A3E2-28C4F942E981}" dt="2022-07-22T16:47:16.962" v="421"/>
          <ac:spMkLst>
            <pc:docMk/>
            <pc:sldMk cId="150264120" sldId="274"/>
            <ac:spMk id="2" creationId="{7FF371DC-C5BF-CEAB-FCA0-4D55020ACA50}"/>
          </ac:spMkLst>
        </pc:spChg>
        <pc:spChg chg="mod">
          <ac:chgData name="Ali Hepburn" userId="4e8e14d8-d579-466d-803b-afb427748fed" providerId="ADAL" clId="{7CADEAD2-2384-4C2B-A3E2-28C4F942E981}" dt="2022-07-22T16:47:19.866" v="422"/>
          <ac:spMkLst>
            <pc:docMk/>
            <pc:sldMk cId="150264120" sldId="274"/>
            <ac:spMk id="3" creationId="{2BAEA677-201E-65F3-8505-CF3440BFB5A4}"/>
          </ac:spMkLst>
        </pc:spChg>
      </pc:sldChg>
      <pc:sldChg chg="modSp new mod">
        <pc:chgData name="Ali Hepburn" userId="4e8e14d8-d579-466d-803b-afb427748fed" providerId="ADAL" clId="{7CADEAD2-2384-4C2B-A3E2-28C4F942E981}" dt="2022-07-22T16:48:05.807" v="456" actId="27636"/>
        <pc:sldMkLst>
          <pc:docMk/>
          <pc:sldMk cId="594121704" sldId="275"/>
        </pc:sldMkLst>
        <pc:spChg chg="mod">
          <ac:chgData name="Ali Hepburn" userId="4e8e14d8-d579-466d-803b-afb427748fed" providerId="ADAL" clId="{7CADEAD2-2384-4C2B-A3E2-28C4F942E981}" dt="2022-07-22T16:47:32.527" v="454" actId="20577"/>
          <ac:spMkLst>
            <pc:docMk/>
            <pc:sldMk cId="594121704" sldId="275"/>
            <ac:spMk id="2" creationId="{AA17E143-5C94-91C1-23B1-A2C9E2F134A5}"/>
          </ac:spMkLst>
        </pc:spChg>
        <pc:spChg chg="mod">
          <ac:chgData name="Ali Hepburn" userId="4e8e14d8-d579-466d-803b-afb427748fed" providerId="ADAL" clId="{7CADEAD2-2384-4C2B-A3E2-28C4F942E981}" dt="2022-07-22T16:48:05.807" v="456" actId="27636"/>
          <ac:spMkLst>
            <pc:docMk/>
            <pc:sldMk cId="594121704" sldId="275"/>
            <ac:spMk id="3" creationId="{705A6DD7-78DF-C2DB-4C49-5D2F34616D16}"/>
          </ac:spMkLst>
        </pc:spChg>
      </pc:sldChg>
      <pc:sldChg chg="modSp new mod">
        <pc:chgData name="Ali Hepburn" userId="4e8e14d8-d579-466d-803b-afb427748fed" providerId="ADAL" clId="{7CADEAD2-2384-4C2B-A3E2-28C4F942E981}" dt="2022-07-22T16:48:17.099" v="459"/>
        <pc:sldMkLst>
          <pc:docMk/>
          <pc:sldMk cId="4072928625" sldId="276"/>
        </pc:sldMkLst>
        <pc:spChg chg="mod">
          <ac:chgData name="Ali Hepburn" userId="4e8e14d8-d579-466d-803b-afb427748fed" providerId="ADAL" clId="{7CADEAD2-2384-4C2B-A3E2-28C4F942E981}" dt="2022-07-22T16:48:14.485" v="458"/>
          <ac:spMkLst>
            <pc:docMk/>
            <pc:sldMk cId="4072928625" sldId="276"/>
            <ac:spMk id="2" creationId="{71AB6729-297B-C2AC-99A6-EAA4C599E2AB}"/>
          </ac:spMkLst>
        </pc:spChg>
        <pc:spChg chg="mod">
          <ac:chgData name="Ali Hepburn" userId="4e8e14d8-d579-466d-803b-afb427748fed" providerId="ADAL" clId="{7CADEAD2-2384-4C2B-A3E2-28C4F942E981}" dt="2022-07-22T16:48:17.099" v="459"/>
          <ac:spMkLst>
            <pc:docMk/>
            <pc:sldMk cId="4072928625" sldId="276"/>
            <ac:spMk id="3" creationId="{F94EB70F-42BE-5962-F6D2-1CE8EAB41913}"/>
          </ac:spMkLst>
        </pc:spChg>
      </pc:sldChg>
      <pc:sldChg chg="addSp modSp new mod">
        <pc:chgData name="Ali Hepburn" userId="4e8e14d8-d579-466d-803b-afb427748fed" providerId="ADAL" clId="{7CADEAD2-2384-4C2B-A3E2-28C4F942E981}" dt="2022-07-22T16:48:49.256" v="489" actId="1076"/>
        <pc:sldMkLst>
          <pc:docMk/>
          <pc:sldMk cId="3061115754" sldId="277"/>
        </pc:sldMkLst>
        <pc:spChg chg="mod">
          <ac:chgData name="Ali Hepburn" userId="4e8e14d8-d579-466d-803b-afb427748fed" providerId="ADAL" clId="{7CADEAD2-2384-4C2B-A3E2-28C4F942E981}" dt="2022-07-22T16:48:28.861" v="482" actId="20577"/>
          <ac:spMkLst>
            <pc:docMk/>
            <pc:sldMk cId="3061115754" sldId="277"/>
            <ac:spMk id="2" creationId="{392C324C-EB30-8A7B-4BA0-42C54830F8A2}"/>
          </ac:spMkLst>
        </pc:spChg>
        <pc:spChg chg="mod">
          <ac:chgData name="Ali Hepburn" userId="4e8e14d8-d579-466d-803b-afb427748fed" providerId="ADAL" clId="{7CADEAD2-2384-4C2B-A3E2-28C4F942E981}" dt="2022-07-22T16:48:42.242" v="486" actId="14100"/>
          <ac:spMkLst>
            <pc:docMk/>
            <pc:sldMk cId="3061115754" sldId="277"/>
            <ac:spMk id="3" creationId="{02314943-A1BD-50BC-B57D-FFDB0DC2DAF7}"/>
          </ac:spMkLst>
        </pc:spChg>
        <pc:picChg chg="add mod">
          <ac:chgData name="Ali Hepburn" userId="4e8e14d8-d579-466d-803b-afb427748fed" providerId="ADAL" clId="{7CADEAD2-2384-4C2B-A3E2-28C4F942E981}" dt="2022-07-22T16:48:49.256" v="489" actId="1076"/>
          <ac:picMkLst>
            <pc:docMk/>
            <pc:sldMk cId="3061115754" sldId="277"/>
            <ac:picMk id="4" creationId="{5BBA52D0-49B0-FDA2-E142-28558B87A297}"/>
          </ac:picMkLst>
        </pc:picChg>
      </pc:sldChg>
      <pc:sldChg chg="modSp new mod">
        <pc:chgData name="Ali Hepburn" userId="4e8e14d8-d579-466d-803b-afb427748fed" providerId="ADAL" clId="{7CADEAD2-2384-4C2B-A3E2-28C4F942E981}" dt="2022-07-22T16:49:11.838" v="496" actId="20577"/>
        <pc:sldMkLst>
          <pc:docMk/>
          <pc:sldMk cId="2254183378" sldId="278"/>
        </pc:sldMkLst>
        <pc:spChg chg="mod">
          <ac:chgData name="Ali Hepburn" userId="4e8e14d8-d579-466d-803b-afb427748fed" providerId="ADAL" clId="{7CADEAD2-2384-4C2B-A3E2-28C4F942E981}" dt="2022-07-22T16:49:04.750" v="491"/>
          <ac:spMkLst>
            <pc:docMk/>
            <pc:sldMk cId="2254183378" sldId="278"/>
            <ac:spMk id="2" creationId="{AC42A1A9-F07D-4CAE-B7D2-0F9009CD9FF0}"/>
          </ac:spMkLst>
        </pc:spChg>
        <pc:spChg chg="mod">
          <ac:chgData name="Ali Hepburn" userId="4e8e14d8-d579-466d-803b-afb427748fed" providerId="ADAL" clId="{7CADEAD2-2384-4C2B-A3E2-28C4F942E981}" dt="2022-07-22T16:49:11.838" v="496" actId="20577"/>
          <ac:spMkLst>
            <pc:docMk/>
            <pc:sldMk cId="2254183378" sldId="278"/>
            <ac:spMk id="3" creationId="{60231497-98E4-CD74-963C-8AC9AECAD5A7}"/>
          </ac:spMkLst>
        </pc:spChg>
      </pc:sldChg>
    </pc:docChg>
  </pc:docChgLst>
  <pc:docChgLst>
    <pc:chgData name="Ali Hepburn" userId="4e8e14d8-d579-466d-803b-afb427748fed" providerId="ADAL" clId="{9B5EBCD8-352E-4ED5-8202-7800D99D25FC}"/>
    <pc:docChg chg="custSel addSld modSld">
      <pc:chgData name="Ali Hepburn" userId="4e8e14d8-d579-466d-803b-afb427748fed" providerId="ADAL" clId="{9B5EBCD8-352E-4ED5-8202-7800D99D25FC}" dt="2022-11-21T12:38:31.833" v="348" actId="1076"/>
      <pc:docMkLst>
        <pc:docMk/>
      </pc:docMkLst>
      <pc:sldChg chg="addSp modSp new mod">
        <pc:chgData name="Ali Hepburn" userId="4e8e14d8-d579-466d-803b-afb427748fed" providerId="ADAL" clId="{9B5EBCD8-352E-4ED5-8202-7800D99D25FC}" dt="2022-11-21T12:38:31.833" v="348" actId="1076"/>
        <pc:sldMkLst>
          <pc:docMk/>
          <pc:sldMk cId="122406023" sldId="320"/>
        </pc:sldMkLst>
        <pc:spChg chg="mod">
          <ac:chgData name="Ali Hepburn" userId="4e8e14d8-d579-466d-803b-afb427748fed" providerId="ADAL" clId="{9B5EBCD8-352E-4ED5-8202-7800D99D25FC}" dt="2022-11-21T12:35:44.582" v="24" actId="20577"/>
          <ac:spMkLst>
            <pc:docMk/>
            <pc:sldMk cId="122406023" sldId="320"/>
            <ac:spMk id="2" creationId="{01CF7496-C227-460A-1112-E0FC6E2E7CE7}"/>
          </ac:spMkLst>
        </pc:spChg>
        <pc:spChg chg="mod">
          <ac:chgData name="Ali Hepburn" userId="4e8e14d8-d579-466d-803b-afb427748fed" providerId="ADAL" clId="{9B5EBCD8-352E-4ED5-8202-7800D99D25FC}" dt="2022-11-21T12:38:20.598" v="347" actId="20577"/>
          <ac:spMkLst>
            <pc:docMk/>
            <pc:sldMk cId="122406023" sldId="320"/>
            <ac:spMk id="3" creationId="{54B88BEB-3B48-F6C1-C0B8-FB399E2E7D53}"/>
          </ac:spMkLst>
        </pc:spChg>
        <pc:spChg chg="add mod">
          <ac:chgData name="Ali Hepburn" userId="4e8e14d8-d579-466d-803b-afb427748fed" providerId="ADAL" clId="{9B5EBCD8-352E-4ED5-8202-7800D99D25FC}" dt="2022-11-21T12:38:31.833" v="348" actId="1076"/>
          <ac:spMkLst>
            <pc:docMk/>
            <pc:sldMk cId="122406023" sldId="320"/>
            <ac:spMk id="5" creationId="{2A81BAAF-A13F-6B4E-DCC1-58C3DB2017C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EA08B9-C8B4-4DE7-BB52-39B4F760E5DD}"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GB"/>
        </a:p>
      </dgm:t>
    </dgm:pt>
    <dgm:pt modelId="{B7C17FD1-400B-41D0-A8B1-C0157CDDB95B}" type="asst">
      <dgm:prSet/>
      <dgm:spPr/>
      <dgm:t>
        <a:bodyPr/>
        <a:lstStyle/>
        <a:p>
          <a:r>
            <a:rPr lang="en-GB" dirty="0">
              <a:solidFill>
                <a:schemeClr val="tx1"/>
              </a:solidFill>
            </a:rPr>
            <a:t>Principles</a:t>
          </a:r>
        </a:p>
        <a:p>
          <a:r>
            <a:rPr lang="en-GB" dirty="0">
              <a:solidFill>
                <a:schemeClr val="tx1"/>
              </a:solidFill>
            </a:rPr>
            <a:t>A-R</a:t>
          </a:r>
        </a:p>
      </dgm:t>
    </dgm:pt>
    <dgm:pt modelId="{48D7D8DF-E6CE-49F1-84BA-8B081F854AC0}" type="parTrans" cxnId="{1580DC1D-5309-4B79-9DDA-FFEEF6E7E0A1}">
      <dgm:prSet/>
      <dgm:spPr/>
      <dgm:t>
        <a:bodyPr/>
        <a:lstStyle/>
        <a:p>
          <a:endParaRPr lang="en-GB"/>
        </a:p>
      </dgm:t>
    </dgm:pt>
    <dgm:pt modelId="{87172EFB-CF9D-4E61-A719-672DB409E056}" type="sibTrans" cxnId="{1580DC1D-5309-4B79-9DDA-FFEEF6E7E0A1}">
      <dgm:prSet/>
      <dgm:spPr/>
      <dgm:t>
        <a:bodyPr/>
        <a:lstStyle/>
        <a:p>
          <a:endParaRPr lang="en-GB"/>
        </a:p>
      </dgm:t>
    </dgm:pt>
    <dgm:pt modelId="{34C2EAEB-A9C4-4777-9158-FA9E3BDF8D78}">
      <dgm:prSet/>
      <dgm:spPr/>
      <dgm:t>
        <a:bodyPr/>
        <a:lstStyle/>
        <a:p>
          <a:r>
            <a:rPr lang="en-GB" dirty="0"/>
            <a:t>Provisions </a:t>
          </a:r>
        </a:p>
        <a:p>
          <a:r>
            <a:rPr lang="en-GB" dirty="0"/>
            <a:t>1-41</a:t>
          </a:r>
        </a:p>
      </dgm:t>
    </dgm:pt>
    <dgm:pt modelId="{0BFD696F-AA64-4814-9A6E-0C14E7995402}" type="parTrans" cxnId="{F55BF276-DE9D-4340-9F40-82AEA054769F}">
      <dgm:prSet/>
      <dgm:spPr/>
      <dgm:t>
        <a:bodyPr/>
        <a:lstStyle/>
        <a:p>
          <a:endParaRPr lang="en-GB"/>
        </a:p>
      </dgm:t>
    </dgm:pt>
    <dgm:pt modelId="{45762CCF-2F66-4715-9BB1-D72D0DBA69C2}" type="sibTrans" cxnId="{F55BF276-DE9D-4340-9F40-82AEA054769F}">
      <dgm:prSet/>
      <dgm:spPr/>
      <dgm:t>
        <a:bodyPr/>
        <a:lstStyle/>
        <a:p>
          <a:endParaRPr lang="en-GB"/>
        </a:p>
      </dgm:t>
    </dgm:pt>
    <dgm:pt modelId="{DB8927C6-B0E5-4CD2-93A0-BB2DA8069B75}">
      <dgm:prSet/>
      <dgm:spPr/>
      <dgm:t>
        <a:bodyPr/>
        <a:lstStyle/>
        <a:p>
          <a:r>
            <a:rPr lang="en-GB" dirty="0"/>
            <a:t>Guidance on Board Effectiveness</a:t>
          </a:r>
        </a:p>
      </dgm:t>
    </dgm:pt>
    <dgm:pt modelId="{335DA7CC-D7D3-4891-802F-6ACD5DD5D7D8}" type="parTrans" cxnId="{1752A8F0-DA03-41F6-8338-B549530C7848}">
      <dgm:prSet/>
      <dgm:spPr/>
      <dgm:t>
        <a:bodyPr/>
        <a:lstStyle/>
        <a:p>
          <a:endParaRPr lang="en-GB"/>
        </a:p>
      </dgm:t>
    </dgm:pt>
    <dgm:pt modelId="{1A55078E-D0EF-49D0-8913-3DE64993D6F7}" type="sibTrans" cxnId="{1752A8F0-DA03-41F6-8338-B549530C7848}">
      <dgm:prSet/>
      <dgm:spPr/>
      <dgm:t>
        <a:bodyPr/>
        <a:lstStyle/>
        <a:p>
          <a:endParaRPr lang="en-GB"/>
        </a:p>
      </dgm:t>
    </dgm:pt>
    <dgm:pt modelId="{8DE439A0-40E9-4F49-A058-06EC6FA59A92}" type="pres">
      <dgm:prSet presAssocID="{D7EA08B9-C8B4-4DE7-BB52-39B4F760E5DD}" presName="hierChild1" presStyleCnt="0">
        <dgm:presLayoutVars>
          <dgm:orgChart val="1"/>
          <dgm:chPref val="1"/>
          <dgm:dir/>
          <dgm:animOne val="branch"/>
          <dgm:animLvl val="lvl"/>
          <dgm:resizeHandles/>
        </dgm:presLayoutVars>
      </dgm:prSet>
      <dgm:spPr/>
    </dgm:pt>
    <dgm:pt modelId="{2550F027-F63F-4FF8-B68A-076C22B27910}" type="pres">
      <dgm:prSet presAssocID="{B7C17FD1-400B-41D0-A8B1-C0157CDDB95B}" presName="hierRoot1" presStyleCnt="0">
        <dgm:presLayoutVars>
          <dgm:hierBranch val="init"/>
        </dgm:presLayoutVars>
      </dgm:prSet>
      <dgm:spPr/>
    </dgm:pt>
    <dgm:pt modelId="{6B31BEBA-B288-43D0-916F-20F6609F6CFD}" type="pres">
      <dgm:prSet presAssocID="{B7C17FD1-400B-41D0-A8B1-C0157CDDB95B}" presName="rootComposite1" presStyleCnt="0"/>
      <dgm:spPr/>
    </dgm:pt>
    <dgm:pt modelId="{F89FA353-7852-471A-B0D3-CA5F27FE70A7}" type="pres">
      <dgm:prSet presAssocID="{B7C17FD1-400B-41D0-A8B1-C0157CDDB95B}" presName="rootText1" presStyleLbl="node0" presStyleIdx="0" presStyleCnt="1">
        <dgm:presLayoutVars>
          <dgm:chPref val="3"/>
        </dgm:presLayoutVars>
      </dgm:prSet>
      <dgm:spPr/>
    </dgm:pt>
    <dgm:pt modelId="{E43A700E-C41C-47CB-A89A-7A692290D67B}" type="pres">
      <dgm:prSet presAssocID="{B7C17FD1-400B-41D0-A8B1-C0157CDDB95B}" presName="rootConnector1" presStyleLbl="asst0" presStyleIdx="0" presStyleCnt="0"/>
      <dgm:spPr/>
    </dgm:pt>
    <dgm:pt modelId="{5828CD7E-9A55-427C-B3D7-D6929BD7D606}" type="pres">
      <dgm:prSet presAssocID="{B7C17FD1-400B-41D0-A8B1-C0157CDDB95B}" presName="hierChild2" presStyleCnt="0"/>
      <dgm:spPr/>
    </dgm:pt>
    <dgm:pt modelId="{3C822ED7-E9F7-4C0D-A941-3422D1D59361}" type="pres">
      <dgm:prSet presAssocID="{0BFD696F-AA64-4814-9A6E-0C14E7995402}" presName="Name37" presStyleLbl="parChTrans1D2" presStyleIdx="0" presStyleCnt="2"/>
      <dgm:spPr/>
    </dgm:pt>
    <dgm:pt modelId="{751817A1-E492-4516-8E8F-4831AEBD03E5}" type="pres">
      <dgm:prSet presAssocID="{34C2EAEB-A9C4-4777-9158-FA9E3BDF8D78}" presName="hierRoot2" presStyleCnt="0">
        <dgm:presLayoutVars>
          <dgm:hierBranch val="init"/>
        </dgm:presLayoutVars>
      </dgm:prSet>
      <dgm:spPr/>
    </dgm:pt>
    <dgm:pt modelId="{1E9ED2CF-900F-4BA9-B1CC-19BFAD8A20E3}" type="pres">
      <dgm:prSet presAssocID="{34C2EAEB-A9C4-4777-9158-FA9E3BDF8D78}" presName="rootComposite" presStyleCnt="0"/>
      <dgm:spPr/>
    </dgm:pt>
    <dgm:pt modelId="{B0CFA86B-9188-4D6F-B57D-85F62F49F4DE}" type="pres">
      <dgm:prSet presAssocID="{34C2EAEB-A9C4-4777-9158-FA9E3BDF8D78}" presName="rootText" presStyleLbl="node2" presStyleIdx="0" presStyleCnt="2">
        <dgm:presLayoutVars>
          <dgm:chPref val="3"/>
        </dgm:presLayoutVars>
      </dgm:prSet>
      <dgm:spPr/>
    </dgm:pt>
    <dgm:pt modelId="{6E977603-EF16-49BE-A6E9-2BB4F21CBDA6}" type="pres">
      <dgm:prSet presAssocID="{34C2EAEB-A9C4-4777-9158-FA9E3BDF8D78}" presName="rootConnector" presStyleLbl="node2" presStyleIdx="0" presStyleCnt="2"/>
      <dgm:spPr/>
    </dgm:pt>
    <dgm:pt modelId="{F201E77B-DE79-49CE-81C6-AAD17A721AB2}" type="pres">
      <dgm:prSet presAssocID="{34C2EAEB-A9C4-4777-9158-FA9E3BDF8D78}" presName="hierChild4" presStyleCnt="0"/>
      <dgm:spPr/>
    </dgm:pt>
    <dgm:pt modelId="{74964E40-CBEC-4D7A-8FE4-BAFE9589EF47}" type="pres">
      <dgm:prSet presAssocID="{34C2EAEB-A9C4-4777-9158-FA9E3BDF8D78}" presName="hierChild5" presStyleCnt="0"/>
      <dgm:spPr/>
    </dgm:pt>
    <dgm:pt modelId="{9131097F-E126-4ED1-93D7-3E45534F6FAB}" type="pres">
      <dgm:prSet presAssocID="{335DA7CC-D7D3-4891-802F-6ACD5DD5D7D8}" presName="Name37" presStyleLbl="parChTrans1D2" presStyleIdx="1" presStyleCnt="2"/>
      <dgm:spPr/>
    </dgm:pt>
    <dgm:pt modelId="{99C3C820-B9A7-4354-817E-D7E493D35A0E}" type="pres">
      <dgm:prSet presAssocID="{DB8927C6-B0E5-4CD2-93A0-BB2DA8069B75}" presName="hierRoot2" presStyleCnt="0">
        <dgm:presLayoutVars>
          <dgm:hierBranch val="init"/>
        </dgm:presLayoutVars>
      </dgm:prSet>
      <dgm:spPr/>
    </dgm:pt>
    <dgm:pt modelId="{5AB67D43-9002-452E-B21A-FA2AC2339800}" type="pres">
      <dgm:prSet presAssocID="{DB8927C6-B0E5-4CD2-93A0-BB2DA8069B75}" presName="rootComposite" presStyleCnt="0"/>
      <dgm:spPr/>
    </dgm:pt>
    <dgm:pt modelId="{E9F20295-2054-4C82-9815-068B3A3445B0}" type="pres">
      <dgm:prSet presAssocID="{DB8927C6-B0E5-4CD2-93A0-BB2DA8069B75}" presName="rootText" presStyleLbl="node2" presStyleIdx="1" presStyleCnt="2">
        <dgm:presLayoutVars>
          <dgm:chPref val="3"/>
        </dgm:presLayoutVars>
      </dgm:prSet>
      <dgm:spPr/>
    </dgm:pt>
    <dgm:pt modelId="{9974D088-F07F-48CD-BD8F-6F80DFB492D8}" type="pres">
      <dgm:prSet presAssocID="{DB8927C6-B0E5-4CD2-93A0-BB2DA8069B75}" presName="rootConnector" presStyleLbl="node2" presStyleIdx="1" presStyleCnt="2"/>
      <dgm:spPr/>
    </dgm:pt>
    <dgm:pt modelId="{4ECE7CC3-7117-48C7-A623-0F3850F2D55B}" type="pres">
      <dgm:prSet presAssocID="{DB8927C6-B0E5-4CD2-93A0-BB2DA8069B75}" presName="hierChild4" presStyleCnt="0"/>
      <dgm:spPr/>
    </dgm:pt>
    <dgm:pt modelId="{14114266-9C7E-4A73-83A0-C060D6AA57A7}" type="pres">
      <dgm:prSet presAssocID="{DB8927C6-B0E5-4CD2-93A0-BB2DA8069B75}" presName="hierChild5" presStyleCnt="0"/>
      <dgm:spPr/>
    </dgm:pt>
    <dgm:pt modelId="{5650BADB-E2FC-488D-A197-BA2A718AAE13}" type="pres">
      <dgm:prSet presAssocID="{B7C17FD1-400B-41D0-A8B1-C0157CDDB95B}" presName="hierChild3" presStyleCnt="0"/>
      <dgm:spPr/>
    </dgm:pt>
  </dgm:ptLst>
  <dgm:cxnLst>
    <dgm:cxn modelId="{00F72602-42EE-46B1-BE9A-5B9BD2DB1D89}" type="presOf" srcId="{B7C17FD1-400B-41D0-A8B1-C0157CDDB95B}" destId="{E43A700E-C41C-47CB-A89A-7A692290D67B}" srcOrd="1" destOrd="0" presId="urn:microsoft.com/office/officeart/2005/8/layout/orgChart1"/>
    <dgm:cxn modelId="{EF7B9603-A6D5-419B-8238-D7A065D8E187}" type="presOf" srcId="{D7EA08B9-C8B4-4DE7-BB52-39B4F760E5DD}" destId="{8DE439A0-40E9-4F49-A058-06EC6FA59A92}" srcOrd="0" destOrd="0" presId="urn:microsoft.com/office/officeart/2005/8/layout/orgChart1"/>
    <dgm:cxn modelId="{2C2C5F0F-A0CD-4C55-AFD7-557326E331F8}" type="presOf" srcId="{DB8927C6-B0E5-4CD2-93A0-BB2DA8069B75}" destId="{9974D088-F07F-48CD-BD8F-6F80DFB492D8}" srcOrd="1" destOrd="0" presId="urn:microsoft.com/office/officeart/2005/8/layout/orgChart1"/>
    <dgm:cxn modelId="{0630A214-1DC0-40DE-B753-A750471E0678}" type="presOf" srcId="{34C2EAEB-A9C4-4777-9158-FA9E3BDF8D78}" destId="{B0CFA86B-9188-4D6F-B57D-85F62F49F4DE}" srcOrd="0" destOrd="0" presId="urn:microsoft.com/office/officeart/2005/8/layout/orgChart1"/>
    <dgm:cxn modelId="{1580DC1D-5309-4B79-9DDA-FFEEF6E7E0A1}" srcId="{D7EA08B9-C8B4-4DE7-BB52-39B4F760E5DD}" destId="{B7C17FD1-400B-41D0-A8B1-C0157CDDB95B}" srcOrd="0" destOrd="0" parTransId="{48D7D8DF-E6CE-49F1-84BA-8B081F854AC0}" sibTransId="{87172EFB-CF9D-4E61-A719-672DB409E056}"/>
    <dgm:cxn modelId="{0B7EC739-6FB5-49AB-967C-78BE8B92BCD2}" type="presOf" srcId="{335DA7CC-D7D3-4891-802F-6ACD5DD5D7D8}" destId="{9131097F-E126-4ED1-93D7-3E45534F6FAB}" srcOrd="0" destOrd="0" presId="urn:microsoft.com/office/officeart/2005/8/layout/orgChart1"/>
    <dgm:cxn modelId="{7CC64F3F-FA34-4C75-8CE4-030A23FC231D}" type="presOf" srcId="{DB8927C6-B0E5-4CD2-93A0-BB2DA8069B75}" destId="{E9F20295-2054-4C82-9815-068B3A3445B0}" srcOrd="0" destOrd="0" presId="urn:microsoft.com/office/officeart/2005/8/layout/orgChart1"/>
    <dgm:cxn modelId="{F55BF276-DE9D-4340-9F40-82AEA054769F}" srcId="{B7C17FD1-400B-41D0-A8B1-C0157CDDB95B}" destId="{34C2EAEB-A9C4-4777-9158-FA9E3BDF8D78}" srcOrd="0" destOrd="0" parTransId="{0BFD696F-AA64-4814-9A6E-0C14E7995402}" sibTransId="{45762CCF-2F66-4715-9BB1-D72D0DBA69C2}"/>
    <dgm:cxn modelId="{08CDF193-851A-4C64-BCCE-49C6896F5805}" type="presOf" srcId="{B7C17FD1-400B-41D0-A8B1-C0157CDDB95B}" destId="{F89FA353-7852-471A-B0D3-CA5F27FE70A7}" srcOrd="0" destOrd="0" presId="urn:microsoft.com/office/officeart/2005/8/layout/orgChart1"/>
    <dgm:cxn modelId="{FC1BD0DA-8DC7-4042-8F2E-55DF144D0976}" type="presOf" srcId="{34C2EAEB-A9C4-4777-9158-FA9E3BDF8D78}" destId="{6E977603-EF16-49BE-A6E9-2BB4F21CBDA6}" srcOrd="1" destOrd="0" presId="urn:microsoft.com/office/officeart/2005/8/layout/orgChart1"/>
    <dgm:cxn modelId="{51B83EDE-9B02-40DE-979C-A6E6370CCF5A}" type="presOf" srcId="{0BFD696F-AA64-4814-9A6E-0C14E7995402}" destId="{3C822ED7-E9F7-4C0D-A941-3422D1D59361}" srcOrd="0" destOrd="0" presId="urn:microsoft.com/office/officeart/2005/8/layout/orgChart1"/>
    <dgm:cxn modelId="{1752A8F0-DA03-41F6-8338-B549530C7848}" srcId="{B7C17FD1-400B-41D0-A8B1-C0157CDDB95B}" destId="{DB8927C6-B0E5-4CD2-93A0-BB2DA8069B75}" srcOrd="1" destOrd="0" parTransId="{335DA7CC-D7D3-4891-802F-6ACD5DD5D7D8}" sibTransId="{1A55078E-D0EF-49D0-8913-3DE64993D6F7}"/>
    <dgm:cxn modelId="{99CC0470-4473-4169-8710-6BD507CC8D0B}" type="presParOf" srcId="{8DE439A0-40E9-4F49-A058-06EC6FA59A92}" destId="{2550F027-F63F-4FF8-B68A-076C22B27910}" srcOrd="0" destOrd="0" presId="urn:microsoft.com/office/officeart/2005/8/layout/orgChart1"/>
    <dgm:cxn modelId="{8FCDAA97-88AC-441D-B70E-888F00699F06}" type="presParOf" srcId="{2550F027-F63F-4FF8-B68A-076C22B27910}" destId="{6B31BEBA-B288-43D0-916F-20F6609F6CFD}" srcOrd="0" destOrd="0" presId="urn:microsoft.com/office/officeart/2005/8/layout/orgChart1"/>
    <dgm:cxn modelId="{B2A26547-CCB3-4112-BFB4-FE3290C6E72D}" type="presParOf" srcId="{6B31BEBA-B288-43D0-916F-20F6609F6CFD}" destId="{F89FA353-7852-471A-B0D3-CA5F27FE70A7}" srcOrd="0" destOrd="0" presId="urn:microsoft.com/office/officeart/2005/8/layout/orgChart1"/>
    <dgm:cxn modelId="{B2801EA8-4276-44CE-84AB-5C43B708FF6D}" type="presParOf" srcId="{6B31BEBA-B288-43D0-916F-20F6609F6CFD}" destId="{E43A700E-C41C-47CB-A89A-7A692290D67B}" srcOrd="1" destOrd="0" presId="urn:microsoft.com/office/officeart/2005/8/layout/orgChart1"/>
    <dgm:cxn modelId="{917C112C-8997-4E70-A5E3-097D51328AFE}" type="presParOf" srcId="{2550F027-F63F-4FF8-B68A-076C22B27910}" destId="{5828CD7E-9A55-427C-B3D7-D6929BD7D606}" srcOrd="1" destOrd="0" presId="urn:microsoft.com/office/officeart/2005/8/layout/orgChart1"/>
    <dgm:cxn modelId="{5639BCF9-3216-4A01-8608-FC28D19A1425}" type="presParOf" srcId="{5828CD7E-9A55-427C-B3D7-D6929BD7D606}" destId="{3C822ED7-E9F7-4C0D-A941-3422D1D59361}" srcOrd="0" destOrd="0" presId="urn:microsoft.com/office/officeart/2005/8/layout/orgChart1"/>
    <dgm:cxn modelId="{BE200E41-456A-49D3-B7D1-6BE830326336}" type="presParOf" srcId="{5828CD7E-9A55-427C-B3D7-D6929BD7D606}" destId="{751817A1-E492-4516-8E8F-4831AEBD03E5}" srcOrd="1" destOrd="0" presId="urn:microsoft.com/office/officeart/2005/8/layout/orgChart1"/>
    <dgm:cxn modelId="{2758B718-DC53-47D8-A3EF-3690FE12583C}" type="presParOf" srcId="{751817A1-E492-4516-8E8F-4831AEBD03E5}" destId="{1E9ED2CF-900F-4BA9-B1CC-19BFAD8A20E3}" srcOrd="0" destOrd="0" presId="urn:microsoft.com/office/officeart/2005/8/layout/orgChart1"/>
    <dgm:cxn modelId="{1D7D815D-D807-4D7B-AB46-318CBEA0E248}" type="presParOf" srcId="{1E9ED2CF-900F-4BA9-B1CC-19BFAD8A20E3}" destId="{B0CFA86B-9188-4D6F-B57D-85F62F49F4DE}" srcOrd="0" destOrd="0" presId="urn:microsoft.com/office/officeart/2005/8/layout/orgChart1"/>
    <dgm:cxn modelId="{3A833724-3560-4D3B-B3E7-397A10DDF1AC}" type="presParOf" srcId="{1E9ED2CF-900F-4BA9-B1CC-19BFAD8A20E3}" destId="{6E977603-EF16-49BE-A6E9-2BB4F21CBDA6}" srcOrd="1" destOrd="0" presId="urn:microsoft.com/office/officeart/2005/8/layout/orgChart1"/>
    <dgm:cxn modelId="{E92FE1EB-2E6A-406E-A995-E2C41674E44F}" type="presParOf" srcId="{751817A1-E492-4516-8E8F-4831AEBD03E5}" destId="{F201E77B-DE79-49CE-81C6-AAD17A721AB2}" srcOrd="1" destOrd="0" presId="urn:microsoft.com/office/officeart/2005/8/layout/orgChart1"/>
    <dgm:cxn modelId="{9E60C75F-8A8F-4D92-ABF9-B2E500958F5A}" type="presParOf" srcId="{751817A1-E492-4516-8E8F-4831AEBD03E5}" destId="{74964E40-CBEC-4D7A-8FE4-BAFE9589EF47}" srcOrd="2" destOrd="0" presId="urn:microsoft.com/office/officeart/2005/8/layout/orgChart1"/>
    <dgm:cxn modelId="{6FF5FF4A-0165-449E-8E89-A341EA5E7814}" type="presParOf" srcId="{5828CD7E-9A55-427C-B3D7-D6929BD7D606}" destId="{9131097F-E126-4ED1-93D7-3E45534F6FAB}" srcOrd="2" destOrd="0" presId="urn:microsoft.com/office/officeart/2005/8/layout/orgChart1"/>
    <dgm:cxn modelId="{0550939A-4A66-4641-9713-FAEC2671DADA}" type="presParOf" srcId="{5828CD7E-9A55-427C-B3D7-D6929BD7D606}" destId="{99C3C820-B9A7-4354-817E-D7E493D35A0E}" srcOrd="3" destOrd="0" presId="urn:microsoft.com/office/officeart/2005/8/layout/orgChart1"/>
    <dgm:cxn modelId="{4A1942B9-9766-406E-B277-65BFC73D77C4}" type="presParOf" srcId="{99C3C820-B9A7-4354-817E-D7E493D35A0E}" destId="{5AB67D43-9002-452E-B21A-FA2AC2339800}" srcOrd="0" destOrd="0" presId="urn:microsoft.com/office/officeart/2005/8/layout/orgChart1"/>
    <dgm:cxn modelId="{F34D7CEB-EF6E-4FD2-B552-1F370610FA86}" type="presParOf" srcId="{5AB67D43-9002-452E-B21A-FA2AC2339800}" destId="{E9F20295-2054-4C82-9815-068B3A3445B0}" srcOrd="0" destOrd="0" presId="urn:microsoft.com/office/officeart/2005/8/layout/orgChart1"/>
    <dgm:cxn modelId="{05945F5A-EE1F-45A3-9A21-F6FF88EAA1E9}" type="presParOf" srcId="{5AB67D43-9002-452E-B21A-FA2AC2339800}" destId="{9974D088-F07F-48CD-BD8F-6F80DFB492D8}" srcOrd="1" destOrd="0" presId="urn:microsoft.com/office/officeart/2005/8/layout/orgChart1"/>
    <dgm:cxn modelId="{7E450822-50F3-4489-8BC7-8FC80D7195E7}" type="presParOf" srcId="{99C3C820-B9A7-4354-817E-D7E493D35A0E}" destId="{4ECE7CC3-7117-48C7-A623-0F3850F2D55B}" srcOrd="1" destOrd="0" presId="urn:microsoft.com/office/officeart/2005/8/layout/orgChart1"/>
    <dgm:cxn modelId="{60376B8F-EF9D-4225-9ABA-8FCB6E305BD8}" type="presParOf" srcId="{99C3C820-B9A7-4354-817E-D7E493D35A0E}" destId="{14114266-9C7E-4A73-83A0-C060D6AA57A7}" srcOrd="2" destOrd="0" presId="urn:microsoft.com/office/officeart/2005/8/layout/orgChart1"/>
    <dgm:cxn modelId="{9F683FB9-54E9-41F9-9D9A-E36416FE7C5A}" type="presParOf" srcId="{2550F027-F63F-4FF8-B68A-076C22B27910}" destId="{5650BADB-E2FC-488D-A197-BA2A718AAE1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0500F5-81E7-47C5-865D-A269D4D660AB}"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GB"/>
        </a:p>
      </dgm:t>
    </dgm:pt>
    <dgm:pt modelId="{746EA6BE-A973-4CFE-ADBB-E4335283F3DC}">
      <dgm:prSet custT="1"/>
      <dgm:spPr/>
      <dgm:t>
        <a:bodyPr/>
        <a:lstStyle/>
        <a:p>
          <a:r>
            <a:rPr lang="en-GB" sz="3200" dirty="0"/>
            <a:t>Contacts with key customers</a:t>
          </a:r>
        </a:p>
      </dgm:t>
    </dgm:pt>
    <dgm:pt modelId="{30668D61-7B39-4E85-872C-F7D294C73F10}" type="parTrans" cxnId="{B632CAB0-B128-41AE-8E45-451357374A21}">
      <dgm:prSet/>
      <dgm:spPr/>
      <dgm:t>
        <a:bodyPr/>
        <a:lstStyle/>
        <a:p>
          <a:endParaRPr lang="en-GB" sz="2400"/>
        </a:p>
      </dgm:t>
    </dgm:pt>
    <dgm:pt modelId="{9F7D7298-1DFB-49FD-9DE9-4B3E6C8BCF49}" type="sibTrans" cxnId="{B632CAB0-B128-41AE-8E45-451357374A21}">
      <dgm:prSet/>
      <dgm:spPr/>
      <dgm:t>
        <a:bodyPr/>
        <a:lstStyle/>
        <a:p>
          <a:endParaRPr lang="en-GB" sz="2400"/>
        </a:p>
      </dgm:t>
    </dgm:pt>
    <dgm:pt modelId="{4F122866-C3CA-4D2C-964D-133136392672}">
      <dgm:prSet custT="1"/>
      <dgm:spPr/>
      <dgm:t>
        <a:bodyPr/>
        <a:lstStyle/>
        <a:p>
          <a:r>
            <a:rPr lang="en-GB" sz="3200" dirty="0"/>
            <a:t>Customer complaints and satisfaction data</a:t>
          </a:r>
        </a:p>
      </dgm:t>
    </dgm:pt>
    <dgm:pt modelId="{9FFA1D3F-D92F-4D0F-845C-DDF2FAD28DF8}" type="parTrans" cxnId="{D01C29C8-3A0B-46D9-9BEC-36BA5523E340}">
      <dgm:prSet/>
      <dgm:spPr/>
      <dgm:t>
        <a:bodyPr/>
        <a:lstStyle/>
        <a:p>
          <a:endParaRPr lang="en-GB" sz="2400"/>
        </a:p>
      </dgm:t>
    </dgm:pt>
    <dgm:pt modelId="{D2048E83-A191-4B64-B551-D24ED66B3680}" type="sibTrans" cxnId="{D01C29C8-3A0B-46D9-9BEC-36BA5523E340}">
      <dgm:prSet/>
      <dgm:spPr/>
      <dgm:t>
        <a:bodyPr/>
        <a:lstStyle/>
        <a:p>
          <a:endParaRPr lang="en-GB" sz="2400"/>
        </a:p>
      </dgm:t>
    </dgm:pt>
    <dgm:pt modelId="{EE3BDCAF-714B-4DB9-9A26-4BEE9C33895B}">
      <dgm:prSet custT="1"/>
      <dgm:spPr/>
      <dgm:t>
        <a:bodyPr/>
        <a:lstStyle/>
        <a:p>
          <a:r>
            <a:rPr lang="en-GB" sz="3200" dirty="0"/>
            <a:t>Supplier feedback</a:t>
          </a:r>
        </a:p>
      </dgm:t>
    </dgm:pt>
    <dgm:pt modelId="{0384F21B-16BD-45A5-95D4-F4EEDC19C6D1}" type="parTrans" cxnId="{0EF353A7-C120-4879-B337-595CC3BC7AB3}">
      <dgm:prSet/>
      <dgm:spPr/>
      <dgm:t>
        <a:bodyPr/>
        <a:lstStyle/>
        <a:p>
          <a:endParaRPr lang="en-GB" sz="2400"/>
        </a:p>
      </dgm:t>
    </dgm:pt>
    <dgm:pt modelId="{FE7D6D8F-C8BB-4028-90CD-203856B2E4F8}" type="sibTrans" cxnId="{0EF353A7-C120-4879-B337-595CC3BC7AB3}">
      <dgm:prSet/>
      <dgm:spPr/>
      <dgm:t>
        <a:bodyPr/>
        <a:lstStyle/>
        <a:p>
          <a:endParaRPr lang="en-GB" sz="2400"/>
        </a:p>
      </dgm:t>
    </dgm:pt>
    <dgm:pt modelId="{E6389779-9941-4F05-9F2C-AC2C73BF30A0}">
      <dgm:prSet custT="1"/>
      <dgm:spPr/>
      <dgm:t>
        <a:bodyPr/>
        <a:lstStyle/>
        <a:p>
          <a:r>
            <a:rPr lang="en-GB" sz="3200" dirty="0"/>
            <a:t>Surveys</a:t>
          </a:r>
        </a:p>
      </dgm:t>
    </dgm:pt>
    <dgm:pt modelId="{F861CD81-9587-493F-BA16-21C518C5121D}" type="parTrans" cxnId="{3FABCF4F-725B-4E98-826E-9962A6D76CE5}">
      <dgm:prSet/>
      <dgm:spPr/>
      <dgm:t>
        <a:bodyPr/>
        <a:lstStyle/>
        <a:p>
          <a:endParaRPr lang="en-GB" sz="2400"/>
        </a:p>
      </dgm:t>
    </dgm:pt>
    <dgm:pt modelId="{045F1B4C-B345-4C27-BD68-CEF0ADDD38B6}" type="sibTrans" cxnId="{3FABCF4F-725B-4E98-826E-9962A6D76CE5}">
      <dgm:prSet/>
      <dgm:spPr/>
      <dgm:t>
        <a:bodyPr/>
        <a:lstStyle/>
        <a:p>
          <a:endParaRPr lang="en-GB" sz="2400"/>
        </a:p>
      </dgm:t>
    </dgm:pt>
    <dgm:pt modelId="{CE91200B-206B-4093-A601-215B3D5304B5}">
      <dgm:prSet custT="1"/>
      <dgm:spPr/>
      <dgm:t>
        <a:bodyPr/>
        <a:lstStyle/>
        <a:p>
          <a:r>
            <a:rPr lang="en-GB" sz="3200" dirty="0"/>
            <a:t>Social media</a:t>
          </a:r>
        </a:p>
      </dgm:t>
    </dgm:pt>
    <dgm:pt modelId="{BD842BDE-8037-497D-9075-E0FC3BBBFFFE}" type="parTrans" cxnId="{E1064C83-2D02-426A-8DED-8A2D763DF763}">
      <dgm:prSet/>
      <dgm:spPr/>
      <dgm:t>
        <a:bodyPr/>
        <a:lstStyle/>
        <a:p>
          <a:endParaRPr lang="en-GB" sz="2400"/>
        </a:p>
      </dgm:t>
    </dgm:pt>
    <dgm:pt modelId="{19294B4A-5336-43C4-9010-0DDA685172AF}" type="sibTrans" cxnId="{E1064C83-2D02-426A-8DED-8A2D763DF763}">
      <dgm:prSet/>
      <dgm:spPr/>
      <dgm:t>
        <a:bodyPr/>
        <a:lstStyle/>
        <a:p>
          <a:endParaRPr lang="en-GB" sz="2400"/>
        </a:p>
      </dgm:t>
    </dgm:pt>
    <dgm:pt modelId="{9EFBC8D5-A0AB-4D00-85DF-4EB98B7E308F}">
      <dgm:prSet custT="1"/>
      <dgm:spPr/>
      <dgm:t>
        <a:bodyPr/>
        <a:lstStyle/>
        <a:p>
          <a:r>
            <a:rPr lang="en-GB" sz="2400" dirty="0"/>
            <a:t>Bespoke engagement activities on specific issues </a:t>
          </a:r>
        </a:p>
        <a:p>
          <a:r>
            <a:rPr lang="en-GB" sz="1600" dirty="0"/>
            <a:t>for example, with trade unions, special interest groups or the local community</a:t>
          </a:r>
          <a:endParaRPr lang="en-GB" sz="2000" dirty="0"/>
        </a:p>
      </dgm:t>
    </dgm:pt>
    <dgm:pt modelId="{681EF059-FB1B-479F-A1A8-6EA944ABC4BA}" type="parTrans" cxnId="{4167D88E-BE05-4821-ABB0-7A100B80A55D}">
      <dgm:prSet/>
      <dgm:spPr/>
      <dgm:t>
        <a:bodyPr/>
        <a:lstStyle/>
        <a:p>
          <a:endParaRPr lang="en-GB" sz="2400"/>
        </a:p>
      </dgm:t>
    </dgm:pt>
    <dgm:pt modelId="{88C286D6-8B98-4D5B-B239-42821177F02C}" type="sibTrans" cxnId="{4167D88E-BE05-4821-ABB0-7A100B80A55D}">
      <dgm:prSet/>
      <dgm:spPr/>
      <dgm:t>
        <a:bodyPr/>
        <a:lstStyle/>
        <a:p>
          <a:endParaRPr lang="en-GB" sz="2400"/>
        </a:p>
      </dgm:t>
    </dgm:pt>
    <dgm:pt modelId="{C7118857-4728-4164-A26C-BE0AA9EEA803}" type="pres">
      <dgm:prSet presAssocID="{EB0500F5-81E7-47C5-865D-A269D4D660AB}" presName="diagram" presStyleCnt="0">
        <dgm:presLayoutVars>
          <dgm:dir/>
          <dgm:resizeHandles val="exact"/>
        </dgm:presLayoutVars>
      </dgm:prSet>
      <dgm:spPr/>
    </dgm:pt>
    <dgm:pt modelId="{7BE68533-D5F2-4721-AEF5-32B1C0048213}" type="pres">
      <dgm:prSet presAssocID="{746EA6BE-A973-4CFE-ADBB-E4335283F3DC}" presName="node" presStyleLbl="node1" presStyleIdx="0" presStyleCnt="6">
        <dgm:presLayoutVars>
          <dgm:bulletEnabled val="1"/>
        </dgm:presLayoutVars>
      </dgm:prSet>
      <dgm:spPr/>
    </dgm:pt>
    <dgm:pt modelId="{3F039C23-F0D8-4835-8A03-5262028ED1DD}" type="pres">
      <dgm:prSet presAssocID="{9F7D7298-1DFB-49FD-9DE9-4B3E6C8BCF49}" presName="sibTrans" presStyleCnt="0"/>
      <dgm:spPr/>
    </dgm:pt>
    <dgm:pt modelId="{4F07B0E4-5E06-46C6-AA35-95FB1AF35F87}" type="pres">
      <dgm:prSet presAssocID="{4F122866-C3CA-4D2C-964D-133136392672}" presName="node" presStyleLbl="node1" presStyleIdx="1" presStyleCnt="6">
        <dgm:presLayoutVars>
          <dgm:bulletEnabled val="1"/>
        </dgm:presLayoutVars>
      </dgm:prSet>
      <dgm:spPr/>
    </dgm:pt>
    <dgm:pt modelId="{9F9AB45D-4C27-449E-A603-9BA36430B3E3}" type="pres">
      <dgm:prSet presAssocID="{D2048E83-A191-4B64-B551-D24ED66B3680}" presName="sibTrans" presStyleCnt="0"/>
      <dgm:spPr/>
    </dgm:pt>
    <dgm:pt modelId="{6F98347A-BC5F-41FC-9BE6-DD785F6F62B4}" type="pres">
      <dgm:prSet presAssocID="{EE3BDCAF-714B-4DB9-9A26-4BEE9C33895B}" presName="node" presStyleLbl="node1" presStyleIdx="2" presStyleCnt="6">
        <dgm:presLayoutVars>
          <dgm:bulletEnabled val="1"/>
        </dgm:presLayoutVars>
      </dgm:prSet>
      <dgm:spPr/>
    </dgm:pt>
    <dgm:pt modelId="{9A406C91-5FAF-4957-AEA1-660BDA015A05}" type="pres">
      <dgm:prSet presAssocID="{FE7D6D8F-C8BB-4028-90CD-203856B2E4F8}" presName="sibTrans" presStyleCnt="0"/>
      <dgm:spPr/>
    </dgm:pt>
    <dgm:pt modelId="{35BF5F1D-52B1-4F98-8F9A-E687DA36B772}" type="pres">
      <dgm:prSet presAssocID="{E6389779-9941-4F05-9F2C-AC2C73BF30A0}" presName="node" presStyleLbl="node1" presStyleIdx="3" presStyleCnt="6">
        <dgm:presLayoutVars>
          <dgm:bulletEnabled val="1"/>
        </dgm:presLayoutVars>
      </dgm:prSet>
      <dgm:spPr/>
    </dgm:pt>
    <dgm:pt modelId="{8CFAD42B-229D-46E6-AA38-2229269ED51C}" type="pres">
      <dgm:prSet presAssocID="{045F1B4C-B345-4C27-BD68-CEF0ADDD38B6}" presName="sibTrans" presStyleCnt="0"/>
      <dgm:spPr/>
    </dgm:pt>
    <dgm:pt modelId="{98CA794A-6012-45C9-B5A7-5CF0ED207A2E}" type="pres">
      <dgm:prSet presAssocID="{CE91200B-206B-4093-A601-215B3D5304B5}" presName="node" presStyleLbl="node1" presStyleIdx="4" presStyleCnt="6">
        <dgm:presLayoutVars>
          <dgm:bulletEnabled val="1"/>
        </dgm:presLayoutVars>
      </dgm:prSet>
      <dgm:spPr/>
    </dgm:pt>
    <dgm:pt modelId="{9481D15E-638E-4D0F-89B8-2F4F089DB027}" type="pres">
      <dgm:prSet presAssocID="{19294B4A-5336-43C4-9010-0DDA685172AF}" presName="sibTrans" presStyleCnt="0"/>
      <dgm:spPr/>
    </dgm:pt>
    <dgm:pt modelId="{34E3C51E-91DB-4D3B-A573-C09EED7D8195}" type="pres">
      <dgm:prSet presAssocID="{9EFBC8D5-A0AB-4D00-85DF-4EB98B7E308F}" presName="node" presStyleLbl="node1" presStyleIdx="5" presStyleCnt="6">
        <dgm:presLayoutVars>
          <dgm:bulletEnabled val="1"/>
        </dgm:presLayoutVars>
      </dgm:prSet>
      <dgm:spPr/>
    </dgm:pt>
  </dgm:ptLst>
  <dgm:cxnLst>
    <dgm:cxn modelId="{3FABCF4F-725B-4E98-826E-9962A6D76CE5}" srcId="{EB0500F5-81E7-47C5-865D-A269D4D660AB}" destId="{E6389779-9941-4F05-9F2C-AC2C73BF30A0}" srcOrd="3" destOrd="0" parTransId="{F861CD81-9587-493F-BA16-21C518C5121D}" sibTransId="{045F1B4C-B345-4C27-BD68-CEF0ADDD38B6}"/>
    <dgm:cxn modelId="{7C901158-54E7-4CD4-B591-8961918A5EC5}" type="presOf" srcId="{EE3BDCAF-714B-4DB9-9A26-4BEE9C33895B}" destId="{6F98347A-BC5F-41FC-9BE6-DD785F6F62B4}" srcOrd="0" destOrd="0" presId="urn:microsoft.com/office/officeart/2005/8/layout/default"/>
    <dgm:cxn modelId="{F9D52A60-9AC2-4AEC-96BD-2B72B1C196EB}" type="presOf" srcId="{9EFBC8D5-A0AB-4D00-85DF-4EB98B7E308F}" destId="{34E3C51E-91DB-4D3B-A573-C09EED7D8195}" srcOrd="0" destOrd="0" presId="urn:microsoft.com/office/officeart/2005/8/layout/default"/>
    <dgm:cxn modelId="{74EA7765-A9ED-480B-9436-DE1C08E71611}" type="presOf" srcId="{746EA6BE-A973-4CFE-ADBB-E4335283F3DC}" destId="{7BE68533-D5F2-4721-AEF5-32B1C0048213}" srcOrd="0" destOrd="0" presId="urn:microsoft.com/office/officeart/2005/8/layout/default"/>
    <dgm:cxn modelId="{71EEC37E-E283-4B25-BE4D-3B817BE0A80A}" type="presOf" srcId="{E6389779-9941-4F05-9F2C-AC2C73BF30A0}" destId="{35BF5F1D-52B1-4F98-8F9A-E687DA36B772}" srcOrd="0" destOrd="0" presId="urn:microsoft.com/office/officeart/2005/8/layout/default"/>
    <dgm:cxn modelId="{E1064C83-2D02-426A-8DED-8A2D763DF763}" srcId="{EB0500F5-81E7-47C5-865D-A269D4D660AB}" destId="{CE91200B-206B-4093-A601-215B3D5304B5}" srcOrd="4" destOrd="0" parTransId="{BD842BDE-8037-497D-9075-E0FC3BBBFFFE}" sibTransId="{19294B4A-5336-43C4-9010-0DDA685172AF}"/>
    <dgm:cxn modelId="{A5311E89-658E-4BA1-96A3-70FF78843326}" type="presOf" srcId="{EB0500F5-81E7-47C5-865D-A269D4D660AB}" destId="{C7118857-4728-4164-A26C-BE0AA9EEA803}" srcOrd="0" destOrd="0" presId="urn:microsoft.com/office/officeart/2005/8/layout/default"/>
    <dgm:cxn modelId="{4167D88E-BE05-4821-ABB0-7A100B80A55D}" srcId="{EB0500F5-81E7-47C5-865D-A269D4D660AB}" destId="{9EFBC8D5-A0AB-4D00-85DF-4EB98B7E308F}" srcOrd="5" destOrd="0" parTransId="{681EF059-FB1B-479F-A1A8-6EA944ABC4BA}" sibTransId="{88C286D6-8B98-4D5B-B239-42821177F02C}"/>
    <dgm:cxn modelId="{0EF353A7-C120-4879-B337-595CC3BC7AB3}" srcId="{EB0500F5-81E7-47C5-865D-A269D4D660AB}" destId="{EE3BDCAF-714B-4DB9-9A26-4BEE9C33895B}" srcOrd="2" destOrd="0" parTransId="{0384F21B-16BD-45A5-95D4-F4EEDC19C6D1}" sibTransId="{FE7D6D8F-C8BB-4028-90CD-203856B2E4F8}"/>
    <dgm:cxn modelId="{B632CAB0-B128-41AE-8E45-451357374A21}" srcId="{EB0500F5-81E7-47C5-865D-A269D4D660AB}" destId="{746EA6BE-A973-4CFE-ADBB-E4335283F3DC}" srcOrd="0" destOrd="0" parTransId="{30668D61-7B39-4E85-872C-F7D294C73F10}" sibTransId="{9F7D7298-1DFB-49FD-9DE9-4B3E6C8BCF49}"/>
    <dgm:cxn modelId="{6EA032B6-35C8-4918-98DF-F63F15B544F5}" type="presOf" srcId="{CE91200B-206B-4093-A601-215B3D5304B5}" destId="{98CA794A-6012-45C9-B5A7-5CF0ED207A2E}" srcOrd="0" destOrd="0" presId="urn:microsoft.com/office/officeart/2005/8/layout/default"/>
    <dgm:cxn modelId="{196588BF-C903-49EA-8C44-80C43C45D778}" type="presOf" srcId="{4F122866-C3CA-4D2C-964D-133136392672}" destId="{4F07B0E4-5E06-46C6-AA35-95FB1AF35F87}" srcOrd="0" destOrd="0" presId="urn:microsoft.com/office/officeart/2005/8/layout/default"/>
    <dgm:cxn modelId="{D01C29C8-3A0B-46D9-9BEC-36BA5523E340}" srcId="{EB0500F5-81E7-47C5-865D-A269D4D660AB}" destId="{4F122866-C3CA-4D2C-964D-133136392672}" srcOrd="1" destOrd="0" parTransId="{9FFA1D3F-D92F-4D0F-845C-DDF2FAD28DF8}" sibTransId="{D2048E83-A191-4B64-B551-D24ED66B3680}"/>
    <dgm:cxn modelId="{DD089BF1-7F7B-4942-A872-411E739741DF}" type="presParOf" srcId="{C7118857-4728-4164-A26C-BE0AA9EEA803}" destId="{7BE68533-D5F2-4721-AEF5-32B1C0048213}" srcOrd="0" destOrd="0" presId="urn:microsoft.com/office/officeart/2005/8/layout/default"/>
    <dgm:cxn modelId="{B81A540D-2854-4B80-A16B-9DAADAAD6816}" type="presParOf" srcId="{C7118857-4728-4164-A26C-BE0AA9EEA803}" destId="{3F039C23-F0D8-4835-8A03-5262028ED1DD}" srcOrd="1" destOrd="0" presId="urn:microsoft.com/office/officeart/2005/8/layout/default"/>
    <dgm:cxn modelId="{3220F70E-00E3-4C21-B981-D6C75F97368D}" type="presParOf" srcId="{C7118857-4728-4164-A26C-BE0AA9EEA803}" destId="{4F07B0E4-5E06-46C6-AA35-95FB1AF35F87}" srcOrd="2" destOrd="0" presId="urn:microsoft.com/office/officeart/2005/8/layout/default"/>
    <dgm:cxn modelId="{CCF40F04-4382-4DDF-975F-A2247DAA979E}" type="presParOf" srcId="{C7118857-4728-4164-A26C-BE0AA9EEA803}" destId="{9F9AB45D-4C27-449E-A603-9BA36430B3E3}" srcOrd="3" destOrd="0" presId="urn:microsoft.com/office/officeart/2005/8/layout/default"/>
    <dgm:cxn modelId="{AB7AAFAF-6E19-44D4-8F03-687CADCFC951}" type="presParOf" srcId="{C7118857-4728-4164-A26C-BE0AA9EEA803}" destId="{6F98347A-BC5F-41FC-9BE6-DD785F6F62B4}" srcOrd="4" destOrd="0" presId="urn:microsoft.com/office/officeart/2005/8/layout/default"/>
    <dgm:cxn modelId="{A41B690F-E888-4605-995E-A5A1A23C9545}" type="presParOf" srcId="{C7118857-4728-4164-A26C-BE0AA9EEA803}" destId="{9A406C91-5FAF-4957-AEA1-660BDA015A05}" srcOrd="5" destOrd="0" presId="urn:microsoft.com/office/officeart/2005/8/layout/default"/>
    <dgm:cxn modelId="{7F62CD63-269D-4225-B79B-4AC4D38AC6EE}" type="presParOf" srcId="{C7118857-4728-4164-A26C-BE0AA9EEA803}" destId="{35BF5F1D-52B1-4F98-8F9A-E687DA36B772}" srcOrd="6" destOrd="0" presId="urn:microsoft.com/office/officeart/2005/8/layout/default"/>
    <dgm:cxn modelId="{157C0AB1-7A28-4350-A74A-04193FC29185}" type="presParOf" srcId="{C7118857-4728-4164-A26C-BE0AA9EEA803}" destId="{8CFAD42B-229D-46E6-AA38-2229269ED51C}" srcOrd="7" destOrd="0" presId="urn:microsoft.com/office/officeart/2005/8/layout/default"/>
    <dgm:cxn modelId="{08BB6B63-8D10-4B2A-B404-47AB5A282172}" type="presParOf" srcId="{C7118857-4728-4164-A26C-BE0AA9EEA803}" destId="{98CA794A-6012-45C9-B5A7-5CF0ED207A2E}" srcOrd="8" destOrd="0" presId="urn:microsoft.com/office/officeart/2005/8/layout/default"/>
    <dgm:cxn modelId="{20B24A71-C693-45BC-8C73-D36ECD084211}" type="presParOf" srcId="{C7118857-4728-4164-A26C-BE0AA9EEA803}" destId="{9481D15E-638E-4D0F-89B8-2F4F089DB027}" srcOrd="9" destOrd="0" presId="urn:microsoft.com/office/officeart/2005/8/layout/default"/>
    <dgm:cxn modelId="{AA73799B-AF10-4160-8501-8B1B9E7FB45A}" type="presParOf" srcId="{C7118857-4728-4164-A26C-BE0AA9EEA803}" destId="{34E3C51E-91DB-4D3B-A573-C09EED7D8195}"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93099E-912A-4BB2-9546-91391BED487B}"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GB"/>
        </a:p>
      </dgm:t>
    </dgm:pt>
    <dgm:pt modelId="{11DE9311-8195-4EEA-8BA5-B5772A01084A}">
      <dgm:prSet phldrT="[Text]"/>
      <dgm:spPr/>
      <dgm:t>
        <a:bodyPr/>
        <a:lstStyle/>
        <a:p>
          <a:r>
            <a:rPr lang="en-GB" b="0" i="0" u="none" strike="noStrike" baseline="0" dirty="0">
              <a:latin typeface="HelveticaNeue"/>
            </a:rPr>
            <a:t>Dominant personalities</a:t>
          </a:r>
          <a:endParaRPr lang="en-GB" dirty="0"/>
        </a:p>
      </dgm:t>
    </dgm:pt>
    <dgm:pt modelId="{B7E069B3-23C8-45DD-BBD9-7B447BB797AA}" type="parTrans" cxnId="{AF80D708-5B3B-4C26-BE84-7ADC9520465B}">
      <dgm:prSet/>
      <dgm:spPr/>
      <dgm:t>
        <a:bodyPr/>
        <a:lstStyle/>
        <a:p>
          <a:endParaRPr lang="en-GB"/>
        </a:p>
      </dgm:t>
    </dgm:pt>
    <dgm:pt modelId="{CB2F03D2-B3D4-4CC6-B06D-84728700E1DB}" type="sibTrans" cxnId="{AF80D708-5B3B-4C26-BE84-7ADC9520465B}">
      <dgm:prSet/>
      <dgm:spPr/>
      <dgm:t>
        <a:bodyPr/>
        <a:lstStyle/>
        <a:p>
          <a:endParaRPr lang="en-GB"/>
        </a:p>
      </dgm:t>
    </dgm:pt>
    <dgm:pt modelId="{100BC51B-04C3-4DE1-A4A7-622747C3743E}">
      <dgm:prSet/>
      <dgm:spPr/>
      <dgm:t>
        <a:bodyPr/>
        <a:lstStyle/>
        <a:p>
          <a:r>
            <a:rPr lang="en-GB" b="0" i="0" u="none" strike="noStrike" baseline="0" dirty="0">
              <a:latin typeface="HelveticaNeue"/>
            </a:rPr>
            <a:t>Insufficient diversity of perspective</a:t>
          </a:r>
        </a:p>
      </dgm:t>
    </dgm:pt>
    <dgm:pt modelId="{EB3ADD8B-376F-4B0C-A43A-A04ABB0653FB}" type="parTrans" cxnId="{428F41E9-A6E4-4566-97F0-6657B904470E}">
      <dgm:prSet/>
      <dgm:spPr/>
      <dgm:t>
        <a:bodyPr/>
        <a:lstStyle/>
        <a:p>
          <a:endParaRPr lang="en-GB"/>
        </a:p>
      </dgm:t>
    </dgm:pt>
    <dgm:pt modelId="{ECBEEB8B-CBEE-4858-911E-DBD56D5C86E8}" type="sibTrans" cxnId="{428F41E9-A6E4-4566-97F0-6657B904470E}">
      <dgm:prSet/>
      <dgm:spPr/>
      <dgm:t>
        <a:bodyPr/>
        <a:lstStyle/>
        <a:p>
          <a:endParaRPr lang="en-GB"/>
        </a:p>
      </dgm:t>
    </dgm:pt>
    <dgm:pt modelId="{D06EAF39-CBAC-418B-8DE3-CE1C2D16B2E2}">
      <dgm:prSet/>
      <dgm:spPr/>
      <dgm:t>
        <a:bodyPr/>
        <a:lstStyle/>
        <a:p>
          <a:r>
            <a:rPr lang="en-GB" b="0" i="0" u="none" strike="noStrike" baseline="0" dirty="0">
              <a:latin typeface="HelveticaNeue"/>
            </a:rPr>
            <a:t>Compliance mindset</a:t>
          </a:r>
        </a:p>
      </dgm:t>
    </dgm:pt>
    <dgm:pt modelId="{29EEEB3D-DBA3-4E1E-B844-2F20E7F3D0DD}" type="parTrans" cxnId="{668B0253-3906-4B80-A7BD-95BC37733136}">
      <dgm:prSet/>
      <dgm:spPr/>
      <dgm:t>
        <a:bodyPr/>
        <a:lstStyle/>
        <a:p>
          <a:endParaRPr lang="en-GB"/>
        </a:p>
      </dgm:t>
    </dgm:pt>
    <dgm:pt modelId="{2910FD09-E5E3-4FD8-A396-759C8FB9EEAC}" type="sibTrans" cxnId="{668B0253-3906-4B80-A7BD-95BC37733136}">
      <dgm:prSet/>
      <dgm:spPr/>
      <dgm:t>
        <a:bodyPr/>
        <a:lstStyle/>
        <a:p>
          <a:endParaRPr lang="en-GB"/>
        </a:p>
      </dgm:t>
    </dgm:pt>
    <dgm:pt modelId="{E675E9EE-DC70-4BBB-ACF5-7568E2EB6A36}">
      <dgm:prSet/>
      <dgm:spPr/>
      <dgm:t>
        <a:bodyPr/>
        <a:lstStyle/>
        <a:p>
          <a:r>
            <a:rPr lang="en-GB" b="0" i="0" u="none" strike="noStrike" baseline="0" dirty="0">
              <a:latin typeface="HelveticaNeue"/>
            </a:rPr>
            <a:t>Insufficient knowledge and ability to test underlying assumptions</a:t>
          </a:r>
        </a:p>
      </dgm:t>
    </dgm:pt>
    <dgm:pt modelId="{E6D80F8C-413C-4957-BE89-212FD68646F0}" type="parTrans" cxnId="{C5BFCC71-D0BC-4E65-B295-99B13BDF7675}">
      <dgm:prSet/>
      <dgm:spPr/>
      <dgm:t>
        <a:bodyPr/>
        <a:lstStyle/>
        <a:p>
          <a:endParaRPr lang="en-GB"/>
        </a:p>
      </dgm:t>
    </dgm:pt>
    <dgm:pt modelId="{8F6836E5-32B7-475C-B768-27E6FC2DCA3E}" type="sibTrans" cxnId="{C5BFCC71-D0BC-4E65-B295-99B13BDF7675}">
      <dgm:prSet/>
      <dgm:spPr/>
      <dgm:t>
        <a:bodyPr/>
        <a:lstStyle/>
        <a:p>
          <a:endParaRPr lang="en-GB"/>
        </a:p>
      </dgm:t>
    </dgm:pt>
    <dgm:pt modelId="{9E97AA1E-FAAE-40A7-9FE7-F31AFC091DC9}">
      <dgm:prSet/>
      <dgm:spPr/>
      <dgm:t>
        <a:bodyPr/>
        <a:lstStyle/>
        <a:p>
          <a:r>
            <a:rPr lang="en-GB" b="0" i="0" u="none" strike="noStrike" baseline="0">
              <a:latin typeface="HelveticaNeue"/>
            </a:rPr>
            <a:t>Failure to listen to and act upon concerns that are raised</a:t>
          </a:r>
          <a:endParaRPr lang="en-GB" b="0" i="0" u="none" strike="noStrike" baseline="0" dirty="0">
            <a:latin typeface="HelveticaNeue"/>
          </a:endParaRPr>
        </a:p>
      </dgm:t>
    </dgm:pt>
    <dgm:pt modelId="{34D0C573-9857-4389-BEC7-332DB8369D91}" type="parTrans" cxnId="{5D6D31E5-C775-4334-9BB1-F1F84DA38795}">
      <dgm:prSet/>
      <dgm:spPr/>
      <dgm:t>
        <a:bodyPr/>
        <a:lstStyle/>
        <a:p>
          <a:endParaRPr lang="en-GB"/>
        </a:p>
      </dgm:t>
    </dgm:pt>
    <dgm:pt modelId="{292BA8D6-FD9E-463E-81D7-7165007E5A7E}" type="sibTrans" cxnId="{5D6D31E5-C775-4334-9BB1-F1F84DA38795}">
      <dgm:prSet/>
      <dgm:spPr/>
      <dgm:t>
        <a:bodyPr/>
        <a:lstStyle/>
        <a:p>
          <a:endParaRPr lang="en-GB"/>
        </a:p>
      </dgm:t>
    </dgm:pt>
    <dgm:pt modelId="{1A69EBCD-C36F-4535-882F-6CC02F7F56F7}">
      <dgm:prSet/>
      <dgm:spPr/>
      <dgm:t>
        <a:bodyPr/>
        <a:lstStyle/>
        <a:p>
          <a:r>
            <a:rPr lang="en-GB" b="0" i="0" u="none" strike="noStrike" baseline="0" dirty="0">
              <a:latin typeface="HelveticaNeue"/>
            </a:rPr>
            <a:t>Failure to recognise the consequences of self-interest and other poor ethical standards</a:t>
          </a:r>
        </a:p>
      </dgm:t>
    </dgm:pt>
    <dgm:pt modelId="{D04B2ED9-1D4C-42E5-8A53-F78616CBA1AF}" type="parTrans" cxnId="{19FAC808-FA7E-4DE9-8A3F-2F214A26BE3D}">
      <dgm:prSet/>
      <dgm:spPr/>
      <dgm:t>
        <a:bodyPr/>
        <a:lstStyle/>
        <a:p>
          <a:endParaRPr lang="en-GB"/>
        </a:p>
      </dgm:t>
    </dgm:pt>
    <dgm:pt modelId="{E7D3B64C-1285-437C-981B-4D0EE7F16C62}" type="sibTrans" cxnId="{19FAC808-FA7E-4DE9-8A3F-2F214A26BE3D}">
      <dgm:prSet/>
      <dgm:spPr/>
      <dgm:t>
        <a:bodyPr/>
        <a:lstStyle/>
        <a:p>
          <a:endParaRPr lang="en-GB"/>
        </a:p>
      </dgm:t>
    </dgm:pt>
    <dgm:pt modelId="{D8241FC7-796D-4367-B9A7-F99F904A9230}">
      <dgm:prSet/>
      <dgm:spPr/>
      <dgm:t>
        <a:bodyPr/>
        <a:lstStyle/>
        <a:p>
          <a:r>
            <a:rPr lang="en-GB" b="0" i="0" u="none" strike="noStrike" baseline="0" dirty="0">
              <a:latin typeface="HelveticaNeue"/>
            </a:rPr>
            <a:t>Lack of openness or debate</a:t>
          </a:r>
        </a:p>
      </dgm:t>
    </dgm:pt>
    <dgm:pt modelId="{FFEE88EC-9CF8-4138-95D5-40DBB96F0315}" type="parTrans" cxnId="{DC8BC73B-A79B-429A-9E35-33FCCFD54BB0}">
      <dgm:prSet/>
      <dgm:spPr/>
      <dgm:t>
        <a:bodyPr/>
        <a:lstStyle/>
        <a:p>
          <a:endParaRPr lang="en-GB"/>
        </a:p>
      </dgm:t>
    </dgm:pt>
    <dgm:pt modelId="{8404C15B-9896-43DB-BE8A-C03C509D4D0C}" type="sibTrans" cxnId="{DC8BC73B-A79B-429A-9E35-33FCCFD54BB0}">
      <dgm:prSet/>
      <dgm:spPr/>
      <dgm:t>
        <a:bodyPr/>
        <a:lstStyle/>
        <a:p>
          <a:endParaRPr lang="en-GB"/>
        </a:p>
      </dgm:t>
    </dgm:pt>
    <dgm:pt modelId="{29C73347-C058-4A63-A1DC-01BE97522832}">
      <dgm:prSet/>
      <dgm:spPr/>
      <dgm:t>
        <a:bodyPr/>
        <a:lstStyle/>
        <a:p>
          <a:r>
            <a:rPr lang="en-GB" b="0" i="0" u="none" strike="noStrike" baseline="0" dirty="0">
              <a:latin typeface="HelveticaNeue"/>
            </a:rPr>
            <a:t>Complacent attitudes</a:t>
          </a:r>
        </a:p>
      </dgm:t>
    </dgm:pt>
    <dgm:pt modelId="{CC66226D-307D-403B-8620-065BA694EBB0}" type="parTrans" cxnId="{9C542246-346B-40B7-9E5F-FEB0C5AD6BB4}">
      <dgm:prSet/>
      <dgm:spPr/>
      <dgm:t>
        <a:bodyPr/>
        <a:lstStyle/>
        <a:p>
          <a:endParaRPr lang="en-GB"/>
        </a:p>
      </dgm:t>
    </dgm:pt>
    <dgm:pt modelId="{2EA86D66-2ABE-438D-BF9F-49DF44A270E0}" type="sibTrans" cxnId="{9C542246-346B-40B7-9E5F-FEB0C5AD6BB4}">
      <dgm:prSet/>
      <dgm:spPr/>
      <dgm:t>
        <a:bodyPr/>
        <a:lstStyle/>
        <a:p>
          <a:endParaRPr lang="en-GB"/>
        </a:p>
      </dgm:t>
    </dgm:pt>
    <dgm:pt modelId="{C74C2390-57AF-49D8-ABB1-942E72C0883A}">
      <dgm:prSet/>
      <dgm:spPr/>
      <dgm:t>
        <a:bodyPr/>
        <a:lstStyle/>
        <a:p>
          <a:r>
            <a:rPr lang="en-GB" b="0" i="0" u="none" strike="noStrike" baseline="0" dirty="0">
              <a:latin typeface="HelveticaNeue"/>
            </a:rPr>
            <a:t>Inability to challenge effectively </a:t>
          </a:r>
        </a:p>
      </dgm:t>
    </dgm:pt>
    <dgm:pt modelId="{6FEB5ECA-CF83-4CA1-85E8-6D1B7D05E37C}" type="parTrans" cxnId="{40A16E49-4886-4FB4-A200-707E441DF925}">
      <dgm:prSet/>
      <dgm:spPr/>
      <dgm:t>
        <a:bodyPr/>
        <a:lstStyle/>
        <a:p>
          <a:endParaRPr lang="en-GB"/>
        </a:p>
      </dgm:t>
    </dgm:pt>
    <dgm:pt modelId="{1D695701-79D2-41B9-A430-73EBEF7C6291}" type="sibTrans" cxnId="{40A16E49-4886-4FB4-A200-707E441DF925}">
      <dgm:prSet/>
      <dgm:spPr/>
      <dgm:t>
        <a:bodyPr/>
        <a:lstStyle/>
        <a:p>
          <a:endParaRPr lang="en-GB"/>
        </a:p>
      </dgm:t>
    </dgm:pt>
    <dgm:pt modelId="{A293918D-4EFF-47A3-AD38-DB9E8A54B2D8}">
      <dgm:prSet/>
      <dgm:spPr/>
      <dgm:t>
        <a:bodyPr/>
        <a:lstStyle/>
        <a:p>
          <a:r>
            <a:rPr lang="en-GB" b="0" i="0" u="none" strike="noStrike" baseline="0" dirty="0">
              <a:latin typeface="HelveticaNeue"/>
            </a:rPr>
            <a:t>Inadequate information or analysis</a:t>
          </a:r>
        </a:p>
      </dgm:t>
    </dgm:pt>
    <dgm:pt modelId="{DD4C1E91-985B-4377-B44E-E84DB48BC9AD}" type="parTrans" cxnId="{5DD0AECF-9739-4A92-B7E8-F5B63821424B}">
      <dgm:prSet/>
      <dgm:spPr/>
      <dgm:t>
        <a:bodyPr/>
        <a:lstStyle/>
        <a:p>
          <a:endParaRPr lang="en-GB"/>
        </a:p>
      </dgm:t>
    </dgm:pt>
    <dgm:pt modelId="{FDE0AB66-F0A8-4C08-B131-3747FF976A57}" type="sibTrans" cxnId="{5DD0AECF-9739-4A92-B7E8-F5B63821424B}">
      <dgm:prSet/>
      <dgm:spPr/>
      <dgm:t>
        <a:bodyPr/>
        <a:lstStyle/>
        <a:p>
          <a:endParaRPr lang="en-GB"/>
        </a:p>
      </dgm:t>
    </dgm:pt>
    <dgm:pt modelId="{BF100433-6C75-4042-BA38-C2CF0845BB6F}">
      <dgm:prSet/>
      <dgm:spPr/>
      <dgm:t>
        <a:bodyPr/>
        <a:lstStyle/>
        <a:p>
          <a:r>
            <a:rPr lang="en-GB" b="0" i="0" u="none" strike="noStrike" baseline="0">
              <a:latin typeface="HelveticaNeue"/>
            </a:rPr>
            <a:t>Poor quality papers</a:t>
          </a:r>
          <a:endParaRPr lang="en-GB" b="0" i="0" u="none" strike="noStrike" baseline="0" dirty="0">
            <a:latin typeface="HelveticaNeue"/>
          </a:endParaRPr>
        </a:p>
      </dgm:t>
    </dgm:pt>
    <dgm:pt modelId="{2D4AFA7E-4BAA-458A-BE43-6E5B029975CF}" type="parTrans" cxnId="{5789E944-1047-42BC-8083-5DD812C27A7A}">
      <dgm:prSet/>
      <dgm:spPr/>
      <dgm:t>
        <a:bodyPr/>
        <a:lstStyle/>
        <a:p>
          <a:endParaRPr lang="en-GB"/>
        </a:p>
      </dgm:t>
    </dgm:pt>
    <dgm:pt modelId="{A6E1FBB3-EB54-4D7C-BF96-04F70D1D0865}" type="sibTrans" cxnId="{5789E944-1047-42BC-8083-5DD812C27A7A}">
      <dgm:prSet/>
      <dgm:spPr/>
      <dgm:t>
        <a:bodyPr/>
        <a:lstStyle/>
        <a:p>
          <a:endParaRPr lang="en-GB"/>
        </a:p>
      </dgm:t>
    </dgm:pt>
    <dgm:pt modelId="{D02C1BB6-196C-4C7E-82D3-0F31B0B13734}">
      <dgm:prSet/>
      <dgm:spPr/>
      <dgm:t>
        <a:bodyPr/>
        <a:lstStyle/>
        <a:p>
          <a:r>
            <a:rPr lang="en-GB" b="0" i="0" u="none" strike="noStrike" baseline="0">
              <a:latin typeface="HelveticaNeue"/>
            </a:rPr>
            <a:t>Lack of time for debate and truncated debate</a:t>
          </a:r>
          <a:endParaRPr lang="en-GB" b="0" i="0" u="none" strike="noStrike" baseline="0" dirty="0">
            <a:latin typeface="HelveticaNeue"/>
          </a:endParaRPr>
        </a:p>
      </dgm:t>
    </dgm:pt>
    <dgm:pt modelId="{00C92174-5A2F-4695-B7A4-4DCD7E3233F5}" type="parTrans" cxnId="{A514026F-063E-43F8-83F1-3E78CE516541}">
      <dgm:prSet/>
      <dgm:spPr/>
      <dgm:t>
        <a:bodyPr/>
        <a:lstStyle/>
        <a:p>
          <a:endParaRPr lang="en-GB"/>
        </a:p>
      </dgm:t>
    </dgm:pt>
    <dgm:pt modelId="{C24FC094-510F-498B-B349-C7D61FB8009E}" type="sibTrans" cxnId="{A514026F-063E-43F8-83F1-3E78CE516541}">
      <dgm:prSet/>
      <dgm:spPr/>
      <dgm:t>
        <a:bodyPr/>
        <a:lstStyle/>
        <a:p>
          <a:endParaRPr lang="en-GB"/>
        </a:p>
      </dgm:t>
    </dgm:pt>
    <dgm:pt modelId="{B563ACFB-EE73-442E-A714-396E53D38815}">
      <dgm:prSet/>
      <dgm:spPr/>
      <dgm:t>
        <a:bodyPr/>
        <a:lstStyle/>
        <a:p>
          <a:r>
            <a:rPr lang="en-GB" b="0" i="0" u="none" strike="noStrike" baseline="0">
              <a:latin typeface="HelveticaNeue"/>
            </a:rPr>
            <a:t>Undue focus on short-term time horizons</a:t>
          </a:r>
          <a:endParaRPr lang="en-GB" b="0" i="0" u="none" strike="noStrike" baseline="0" dirty="0">
            <a:latin typeface="HelveticaNeue"/>
          </a:endParaRPr>
        </a:p>
      </dgm:t>
    </dgm:pt>
    <dgm:pt modelId="{FDDFD2AC-E2AF-4CB8-9FC8-4309C666EDC1}" type="parTrans" cxnId="{BE812CAE-2949-41EC-BED7-59DE6D24C3D8}">
      <dgm:prSet/>
      <dgm:spPr/>
      <dgm:t>
        <a:bodyPr/>
        <a:lstStyle/>
        <a:p>
          <a:endParaRPr lang="en-GB"/>
        </a:p>
      </dgm:t>
    </dgm:pt>
    <dgm:pt modelId="{A47E8066-104D-43DB-B45B-3EC5402E5941}" type="sibTrans" cxnId="{BE812CAE-2949-41EC-BED7-59DE6D24C3D8}">
      <dgm:prSet/>
      <dgm:spPr/>
      <dgm:t>
        <a:bodyPr/>
        <a:lstStyle/>
        <a:p>
          <a:endParaRPr lang="en-GB"/>
        </a:p>
      </dgm:t>
    </dgm:pt>
    <dgm:pt modelId="{5E8092D7-709F-4FFB-BAE3-80E6B8685B6A}">
      <dgm:prSet/>
      <dgm:spPr/>
      <dgm:t>
        <a:bodyPr/>
        <a:lstStyle/>
        <a:p>
          <a:r>
            <a:rPr lang="en-GB" b="0" i="0" u="none" strike="noStrike" baseline="0">
              <a:latin typeface="HelveticaNeue"/>
            </a:rPr>
            <a:t>Insufficient notice</a:t>
          </a:r>
          <a:endParaRPr lang="en-GB" dirty="0"/>
        </a:p>
      </dgm:t>
    </dgm:pt>
    <dgm:pt modelId="{83C9FE45-8CDE-4BE6-B9E6-1EE30F3D7ED4}" type="parTrans" cxnId="{05760547-412F-4D84-A36A-2EEAF9663560}">
      <dgm:prSet/>
      <dgm:spPr/>
      <dgm:t>
        <a:bodyPr/>
        <a:lstStyle/>
        <a:p>
          <a:endParaRPr lang="en-GB"/>
        </a:p>
      </dgm:t>
    </dgm:pt>
    <dgm:pt modelId="{BB8E54D0-0557-481F-BA34-723C0D299E11}" type="sibTrans" cxnId="{05760547-412F-4D84-A36A-2EEAF9663560}">
      <dgm:prSet/>
      <dgm:spPr/>
      <dgm:t>
        <a:bodyPr/>
        <a:lstStyle/>
        <a:p>
          <a:endParaRPr lang="en-GB"/>
        </a:p>
      </dgm:t>
    </dgm:pt>
    <dgm:pt modelId="{56D5071E-F961-4282-A93E-4D775C989FEA}">
      <dgm:prSet/>
      <dgm:spPr/>
      <dgm:t>
        <a:bodyPr/>
        <a:lstStyle/>
        <a:p>
          <a:r>
            <a:rPr lang="en-GB" b="0" i="0" u="none" strike="noStrike" baseline="0">
              <a:latin typeface="HelveticaNeue"/>
            </a:rPr>
            <a:t>Excess focus on risk mitigation or insufficient attention to risk</a:t>
          </a:r>
          <a:endParaRPr lang="en-GB" b="0" i="0" u="none" strike="noStrike" baseline="0" dirty="0">
            <a:latin typeface="HelveticaNeue"/>
          </a:endParaRPr>
        </a:p>
      </dgm:t>
    </dgm:pt>
    <dgm:pt modelId="{258A0BD7-366F-4747-9F7F-B905F26F922E}" type="parTrans" cxnId="{C8795D85-230C-477A-8FCD-54902992FDEC}">
      <dgm:prSet/>
      <dgm:spPr/>
      <dgm:t>
        <a:bodyPr/>
        <a:lstStyle/>
        <a:p>
          <a:endParaRPr lang="en-GB"/>
        </a:p>
      </dgm:t>
    </dgm:pt>
    <dgm:pt modelId="{27B0DCB4-CB92-4D82-B1E5-A77440F26288}" type="sibTrans" cxnId="{C8795D85-230C-477A-8FCD-54902992FDEC}">
      <dgm:prSet/>
      <dgm:spPr/>
      <dgm:t>
        <a:bodyPr/>
        <a:lstStyle/>
        <a:p>
          <a:endParaRPr lang="en-GB"/>
        </a:p>
      </dgm:t>
    </dgm:pt>
    <dgm:pt modelId="{027FD6BF-DAE4-46BE-BAA4-124781173DEE}" type="pres">
      <dgm:prSet presAssocID="{3393099E-912A-4BB2-9546-91391BED487B}" presName="diagram" presStyleCnt="0">
        <dgm:presLayoutVars>
          <dgm:dir/>
          <dgm:resizeHandles val="exact"/>
        </dgm:presLayoutVars>
      </dgm:prSet>
      <dgm:spPr/>
    </dgm:pt>
    <dgm:pt modelId="{9FF2B1E2-4B2A-4D43-B664-9202DD03BC2B}" type="pres">
      <dgm:prSet presAssocID="{11DE9311-8195-4EEA-8BA5-B5772A01084A}" presName="node" presStyleLbl="node1" presStyleIdx="0" presStyleCnt="15">
        <dgm:presLayoutVars>
          <dgm:bulletEnabled val="1"/>
        </dgm:presLayoutVars>
      </dgm:prSet>
      <dgm:spPr/>
    </dgm:pt>
    <dgm:pt modelId="{5FDC5EC2-DF19-47B2-99CA-D5D8034492EC}" type="pres">
      <dgm:prSet presAssocID="{CB2F03D2-B3D4-4CC6-B06D-84728700E1DB}" presName="sibTrans" presStyleCnt="0"/>
      <dgm:spPr/>
    </dgm:pt>
    <dgm:pt modelId="{1B404ACE-9F1C-4E76-9884-690CCE30EE0C}" type="pres">
      <dgm:prSet presAssocID="{100BC51B-04C3-4DE1-A4A7-622747C3743E}" presName="node" presStyleLbl="node1" presStyleIdx="1" presStyleCnt="15">
        <dgm:presLayoutVars>
          <dgm:bulletEnabled val="1"/>
        </dgm:presLayoutVars>
      </dgm:prSet>
      <dgm:spPr/>
    </dgm:pt>
    <dgm:pt modelId="{AF8F15E2-795A-4BEC-9E28-BB935FBC9CE1}" type="pres">
      <dgm:prSet presAssocID="{ECBEEB8B-CBEE-4858-911E-DBD56D5C86E8}" presName="sibTrans" presStyleCnt="0"/>
      <dgm:spPr/>
    </dgm:pt>
    <dgm:pt modelId="{101C658F-75A1-4EF5-ADB8-D178B146DBFD}" type="pres">
      <dgm:prSet presAssocID="{56D5071E-F961-4282-A93E-4D775C989FEA}" presName="node" presStyleLbl="node1" presStyleIdx="2" presStyleCnt="15">
        <dgm:presLayoutVars>
          <dgm:bulletEnabled val="1"/>
        </dgm:presLayoutVars>
      </dgm:prSet>
      <dgm:spPr/>
    </dgm:pt>
    <dgm:pt modelId="{ACACAA6D-891D-4588-BC4B-C844171C53D4}" type="pres">
      <dgm:prSet presAssocID="{27B0DCB4-CB92-4D82-B1E5-A77440F26288}" presName="sibTrans" presStyleCnt="0"/>
      <dgm:spPr/>
    </dgm:pt>
    <dgm:pt modelId="{E86A2085-D16E-4AAB-8317-4744D56A375E}" type="pres">
      <dgm:prSet presAssocID="{D06EAF39-CBAC-418B-8DE3-CE1C2D16B2E2}" presName="node" presStyleLbl="node1" presStyleIdx="3" presStyleCnt="15">
        <dgm:presLayoutVars>
          <dgm:bulletEnabled val="1"/>
        </dgm:presLayoutVars>
      </dgm:prSet>
      <dgm:spPr/>
    </dgm:pt>
    <dgm:pt modelId="{2F01223B-E837-497F-864C-900E15CAE971}" type="pres">
      <dgm:prSet presAssocID="{2910FD09-E5E3-4FD8-A396-759C8FB9EEAC}" presName="sibTrans" presStyleCnt="0"/>
      <dgm:spPr/>
    </dgm:pt>
    <dgm:pt modelId="{CD84375E-890E-451D-B05D-A7F2ACB882A2}" type="pres">
      <dgm:prSet presAssocID="{E675E9EE-DC70-4BBB-ACF5-7568E2EB6A36}" presName="node" presStyleLbl="node1" presStyleIdx="4" presStyleCnt="15">
        <dgm:presLayoutVars>
          <dgm:bulletEnabled val="1"/>
        </dgm:presLayoutVars>
      </dgm:prSet>
      <dgm:spPr/>
    </dgm:pt>
    <dgm:pt modelId="{9A79B789-3AC1-40D8-87A7-5F1FF3FCBFBA}" type="pres">
      <dgm:prSet presAssocID="{8F6836E5-32B7-475C-B768-27E6FC2DCA3E}" presName="sibTrans" presStyleCnt="0"/>
      <dgm:spPr/>
    </dgm:pt>
    <dgm:pt modelId="{DE9F479B-A2E1-4A68-85B4-B3FBD836041C}" type="pres">
      <dgm:prSet presAssocID="{9E97AA1E-FAAE-40A7-9FE7-F31AFC091DC9}" presName="node" presStyleLbl="node1" presStyleIdx="5" presStyleCnt="15">
        <dgm:presLayoutVars>
          <dgm:bulletEnabled val="1"/>
        </dgm:presLayoutVars>
      </dgm:prSet>
      <dgm:spPr/>
    </dgm:pt>
    <dgm:pt modelId="{44E8DAF9-5526-4FFC-9F92-DBA88CD4B677}" type="pres">
      <dgm:prSet presAssocID="{292BA8D6-FD9E-463E-81D7-7165007E5A7E}" presName="sibTrans" presStyleCnt="0"/>
      <dgm:spPr/>
    </dgm:pt>
    <dgm:pt modelId="{4AD38FFA-5FF5-4FC5-BEC9-68AEE3D22EF3}" type="pres">
      <dgm:prSet presAssocID="{1A69EBCD-C36F-4535-882F-6CC02F7F56F7}" presName="node" presStyleLbl="node1" presStyleIdx="6" presStyleCnt="15">
        <dgm:presLayoutVars>
          <dgm:bulletEnabled val="1"/>
        </dgm:presLayoutVars>
      </dgm:prSet>
      <dgm:spPr/>
    </dgm:pt>
    <dgm:pt modelId="{84D2E7FD-8392-4295-A2D9-2463EA3286F5}" type="pres">
      <dgm:prSet presAssocID="{E7D3B64C-1285-437C-981B-4D0EE7F16C62}" presName="sibTrans" presStyleCnt="0"/>
      <dgm:spPr/>
    </dgm:pt>
    <dgm:pt modelId="{3DC91884-4632-4A02-BD85-74D1969C38A7}" type="pres">
      <dgm:prSet presAssocID="{D8241FC7-796D-4367-B9A7-F99F904A9230}" presName="node" presStyleLbl="node1" presStyleIdx="7" presStyleCnt="15">
        <dgm:presLayoutVars>
          <dgm:bulletEnabled val="1"/>
        </dgm:presLayoutVars>
      </dgm:prSet>
      <dgm:spPr/>
    </dgm:pt>
    <dgm:pt modelId="{AC042D42-8063-4DAF-A01F-5FBB4768E380}" type="pres">
      <dgm:prSet presAssocID="{8404C15B-9896-43DB-BE8A-C03C509D4D0C}" presName="sibTrans" presStyleCnt="0"/>
      <dgm:spPr/>
    </dgm:pt>
    <dgm:pt modelId="{8301754E-E625-4E6A-80D9-D2DB51C72487}" type="pres">
      <dgm:prSet presAssocID="{29C73347-C058-4A63-A1DC-01BE97522832}" presName="node" presStyleLbl="node1" presStyleIdx="8" presStyleCnt="15">
        <dgm:presLayoutVars>
          <dgm:bulletEnabled val="1"/>
        </dgm:presLayoutVars>
      </dgm:prSet>
      <dgm:spPr/>
    </dgm:pt>
    <dgm:pt modelId="{355E1E1C-6DE4-4B34-8349-4DECA9D7974A}" type="pres">
      <dgm:prSet presAssocID="{2EA86D66-2ABE-438D-BF9F-49DF44A270E0}" presName="sibTrans" presStyleCnt="0"/>
      <dgm:spPr/>
    </dgm:pt>
    <dgm:pt modelId="{E09901CC-1017-4FA5-8FD3-AE70C87385FB}" type="pres">
      <dgm:prSet presAssocID="{C74C2390-57AF-49D8-ABB1-942E72C0883A}" presName="node" presStyleLbl="node1" presStyleIdx="9" presStyleCnt="15">
        <dgm:presLayoutVars>
          <dgm:bulletEnabled val="1"/>
        </dgm:presLayoutVars>
      </dgm:prSet>
      <dgm:spPr/>
    </dgm:pt>
    <dgm:pt modelId="{0E90C2B2-D7D3-4347-9334-EAD2D058753B}" type="pres">
      <dgm:prSet presAssocID="{1D695701-79D2-41B9-A430-73EBEF7C6291}" presName="sibTrans" presStyleCnt="0"/>
      <dgm:spPr/>
    </dgm:pt>
    <dgm:pt modelId="{D7E29445-238C-4D32-A971-402B37874517}" type="pres">
      <dgm:prSet presAssocID="{A293918D-4EFF-47A3-AD38-DB9E8A54B2D8}" presName="node" presStyleLbl="node1" presStyleIdx="10" presStyleCnt="15">
        <dgm:presLayoutVars>
          <dgm:bulletEnabled val="1"/>
        </dgm:presLayoutVars>
      </dgm:prSet>
      <dgm:spPr/>
    </dgm:pt>
    <dgm:pt modelId="{E000662D-74B0-4A79-9C9B-0684495BA413}" type="pres">
      <dgm:prSet presAssocID="{FDE0AB66-F0A8-4C08-B131-3747FF976A57}" presName="sibTrans" presStyleCnt="0"/>
      <dgm:spPr/>
    </dgm:pt>
    <dgm:pt modelId="{B83CD4AC-1CE6-45FF-816F-45E860EE7F13}" type="pres">
      <dgm:prSet presAssocID="{BF100433-6C75-4042-BA38-C2CF0845BB6F}" presName="node" presStyleLbl="node1" presStyleIdx="11" presStyleCnt="15">
        <dgm:presLayoutVars>
          <dgm:bulletEnabled val="1"/>
        </dgm:presLayoutVars>
      </dgm:prSet>
      <dgm:spPr/>
    </dgm:pt>
    <dgm:pt modelId="{7B8CFA46-5DE1-40C2-8A71-A223CBAE02FD}" type="pres">
      <dgm:prSet presAssocID="{A6E1FBB3-EB54-4D7C-BF96-04F70D1D0865}" presName="sibTrans" presStyleCnt="0"/>
      <dgm:spPr/>
    </dgm:pt>
    <dgm:pt modelId="{6AA250EB-DB7B-465A-B2D4-80E3F809B31E}" type="pres">
      <dgm:prSet presAssocID="{D02C1BB6-196C-4C7E-82D3-0F31B0B13734}" presName="node" presStyleLbl="node1" presStyleIdx="12" presStyleCnt="15">
        <dgm:presLayoutVars>
          <dgm:bulletEnabled val="1"/>
        </dgm:presLayoutVars>
      </dgm:prSet>
      <dgm:spPr/>
    </dgm:pt>
    <dgm:pt modelId="{9F257A83-6144-436F-B284-3CCF658FD6D3}" type="pres">
      <dgm:prSet presAssocID="{C24FC094-510F-498B-B349-C7D61FB8009E}" presName="sibTrans" presStyleCnt="0"/>
      <dgm:spPr/>
    </dgm:pt>
    <dgm:pt modelId="{356E79E8-E7D2-489A-A1F6-7C3FB418A5C2}" type="pres">
      <dgm:prSet presAssocID="{B563ACFB-EE73-442E-A714-396E53D38815}" presName="node" presStyleLbl="node1" presStyleIdx="13" presStyleCnt="15">
        <dgm:presLayoutVars>
          <dgm:bulletEnabled val="1"/>
        </dgm:presLayoutVars>
      </dgm:prSet>
      <dgm:spPr/>
    </dgm:pt>
    <dgm:pt modelId="{DBBFE748-EB5A-405B-A5DF-6AB5B2D843FC}" type="pres">
      <dgm:prSet presAssocID="{A47E8066-104D-43DB-B45B-3EC5402E5941}" presName="sibTrans" presStyleCnt="0"/>
      <dgm:spPr/>
    </dgm:pt>
    <dgm:pt modelId="{7FDE6494-5185-4FE3-9F70-C305309D9F15}" type="pres">
      <dgm:prSet presAssocID="{5E8092D7-709F-4FFB-BAE3-80E6B8685B6A}" presName="node" presStyleLbl="node1" presStyleIdx="14" presStyleCnt="15">
        <dgm:presLayoutVars>
          <dgm:bulletEnabled val="1"/>
        </dgm:presLayoutVars>
      </dgm:prSet>
      <dgm:spPr/>
    </dgm:pt>
  </dgm:ptLst>
  <dgm:cxnLst>
    <dgm:cxn modelId="{5FF69105-82EE-48CE-AC40-40143FB71457}" type="presOf" srcId="{E675E9EE-DC70-4BBB-ACF5-7568E2EB6A36}" destId="{CD84375E-890E-451D-B05D-A7F2ACB882A2}" srcOrd="0" destOrd="0" presId="urn:microsoft.com/office/officeart/2005/8/layout/default"/>
    <dgm:cxn modelId="{19FAC808-FA7E-4DE9-8A3F-2F214A26BE3D}" srcId="{3393099E-912A-4BB2-9546-91391BED487B}" destId="{1A69EBCD-C36F-4535-882F-6CC02F7F56F7}" srcOrd="6" destOrd="0" parTransId="{D04B2ED9-1D4C-42E5-8A53-F78616CBA1AF}" sibTransId="{E7D3B64C-1285-437C-981B-4D0EE7F16C62}"/>
    <dgm:cxn modelId="{AF80D708-5B3B-4C26-BE84-7ADC9520465B}" srcId="{3393099E-912A-4BB2-9546-91391BED487B}" destId="{11DE9311-8195-4EEA-8BA5-B5772A01084A}" srcOrd="0" destOrd="0" parTransId="{B7E069B3-23C8-45DD-BBD9-7B447BB797AA}" sibTransId="{CB2F03D2-B3D4-4CC6-B06D-84728700E1DB}"/>
    <dgm:cxn modelId="{5A799F11-4B77-4A0C-AB84-87927BFA66D0}" type="presOf" srcId="{100BC51B-04C3-4DE1-A4A7-622747C3743E}" destId="{1B404ACE-9F1C-4E76-9884-690CCE30EE0C}" srcOrd="0" destOrd="0" presId="urn:microsoft.com/office/officeart/2005/8/layout/default"/>
    <dgm:cxn modelId="{6DAD4F27-E616-476A-89C4-7A1E2B6616D2}" type="presOf" srcId="{11DE9311-8195-4EEA-8BA5-B5772A01084A}" destId="{9FF2B1E2-4B2A-4D43-B664-9202DD03BC2B}" srcOrd="0" destOrd="0" presId="urn:microsoft.com/office/officeart/2005/8/layout/default"/>
    <dgm:cxn modelId="{C8A99A29-9D88-4B79-9CA1-D54595D72D03}" type="presOf" srcId="{56D5071E-F961-4282-A93E-4D775C989FEA}" destId="{101C658F-75A1-4EF5-ADB8-D178B146DBFD}" srcOrd="0" destOrd="0" presId="urn:microsoft.com/office/officeart/2005/8/layout/default"/>
    <dgm:cxn modelId="{94CB0333-05C9-4A3C-AE16-6B1DF199AB26}" type="presOf" srcId="{1A69EBCD-C36F-4535-882F-6CC02F7F56F7}" destId="{4AD38FFA-5FF5-4FC5-BEC9-68AEE3D22EF3}" srcOrd="0" destOrd="0" presId="urn:microsoft.com/office/officeart/2005/8/layout/default"/>
    <dgm:cxn modelId="{DC8BC73B-A79B-429A-9E35-33FCCFD54BB0}" srcId="{3393099E-912A-4BB2-9546-91391BED487B}" destId="{D8241FC7-796D-4367-B9A7-F99F904A9230}" srcOrd="7" destOrd="0" parTransId="{FFEE88EC-9CF8-4138-95D5-40DBB96F0315}" sibTransId="{8404C15B-9896-43DB-BE8A-C03C509D4D0C}"/>
    <dgm:cxn modelId="{5789E944-1047-42BC-8083-5DD812C27A7A}" srcId="{3393099E-912A-4BB2-9546-91391BED487B}" destId="{BF100433-6C75-4042-BA38-C2CF0845BB6F}" srcOrd="11" destOrd="0" parTransId="{2D4AFA7E-4BAA-458A-BE43-6E5B029975CF}" sibTransId="{A6E1FBB3-EB54-4D7C-BF96-04F70D1D0865}"/>
    <dgm:cxn modelId="{9C542246-346B-40B7-9E5F-FEB0C5AD6BB4}" srcId="{3393099E-912A-4BB2-9546-91391BED487B}" destId="{29C73347-C058-4A63-A1DC-01BE97522832}" srcOrd="8" destOrd="0" parTransId="{CC66226D-307D-403B-8620-065BA694EBB0}" sibTransId="{2EA86D66-2ABE-438D-BF9F-49DF44A270E0}"/>
    <dgm:cxn modelId="{05760547-412F-4D84-A36A-2EEAF9663560}" srcId="{3393099E-912A-4BB2-9546-91391BED487B}" destId="{5E8092D7-709F-4FFB-BAE3-80E6B8685B6A}" srcOrd="14" destOrd="0" parTransId="{83C9FE45-8CDE-4BE6-B9E6-1EE30F3D7ED4}" sibTransId="{BB8E54D0-0557-481F-BA34-723C0D299E11}"/>
    <dgm:cxn modelId="{9543B347-E866-4751-BE3C-5731EAF7874E}" type="presOf" srcId="{C74C2390-57AF-49D8-ABB1-942E72C0883A}" destId="{E09901CC-1017-4FA5-8FD3-AE70C87385FB}" srcOrd="0" destOrd="0" presId="urn:microsoft.com/office/officeart/2005/8/layout/default"/>
    <dgm:cxn modelId="{40A16E49-4886-4FB4-A200-707E441DF925}" srcId="{3393099E-912A-4BB2-9546-91391BED487B}" destId="{C74C2390-57AF-49D8-ABB1-942E72C0883A}" srcOrd="9" destOrd="0" parTransId="{6FEB5ECA-CF83-4CA1-85E8-6D1B7D05E37C}" sibTransId="{1D695701-79D2-41B9-A430-73EBEF7C6291}"/>
    <dgm:cxn modelId="{668B0253-3906-4B80-A7BD-95BC37733136}" srcId="{3393099E-912A-4BB2-9546-91391BED487B}" destId="{D06EAF39-CBAC-418B-8DE3-CE1C2D16B2E2}" srcOrd="3" destOrd="0" parTransId="{29EEEB3D-DBA3-4E1E-B844-2F20E7F3D0DD}" sibTransId="{2910FD09-E5E3-4FD8-A396-759C8FB9EEAC}"/>
    <dgm:cxn modelId="{B2BEE66A-5847-4FD2-AD10-BB716F89CD58}" type="presOf" srcId="{5E8092D7-709F-4FFB-BAE3-80E6B8685B6A}" destId="{7FDE6494-5185-4FE3-9F70-C305309D9F15}" srcOrd="0" destOrd="0" presId="urn:microsoft.com/office/officeart/2005/8/layout/default"/>
    <dgm:cxn modelId="{A514026F-063E-43F8-83F1-3E78CE516541}" srcId="{3393099E-912A-4BB2-9546-91391BED487B}" destId="{D02C1BB6-196C-4C7E-82D3-0F31B0B13734}" srcOrd="12" destOrd="0" parTransId="{00C92174-5A2F-4695-B7A4-4DCD7E3233F5}" sibTransId="{C24FC094-510F-498B-B349-C7D61FB8009E}"/>
    <dgm:cxn modelId="{C5BFCC71-D0BC-4E65-B295-99B13BDF7675}" srcId="{3393099E-912A-4BB2-9546-91391BED487B}" destId="{E675E9EE-DC70-4BBB-ACF5-7568E2EB6A36}" srcOrd="4" destOrd="0" parTransId="{E6D80F8C-413C-4957-BE89-212FD68646F0}" sibTransId="{8F6836E5-32B7-475C-B768-27E6FC2DCA3E}"/>
    <dgm:cxn modelId="{54653880-875C-414D-938C-63843299F6E4}" type="presOf" srcId="{9E97AA1E-FAAE-40A7-9FE7-F31AFC091DC9}" destId="{DE9F479B-A2E1-4A68-85B4-B3FBD836041C}" srcOrd="0" destOrd="0" presId="urn:microsoft.com/office/officeart/2005/8/layout/default"/>
    <dgm:cxn modelId="{C8795D85-230C-477A-8FCD-54902992FDEC}" srcId="{3393099E-912A-4BB2-9546-91391BED487B}" destId="{56D5071E-F961-4282-A93E-4D775C989FEA}" srcOrd="2" destOrd="0" parTransId="{258A0BD7-366F-4747-9F7F-B905F26F922E}" sibTransId="{27B0DCB4-CB92-4D82-B1E5-A77440F26288}"/>
    <dgm:cxn modelId="{15E68386-87F4-423C-81B5-ECC2977C4090}" type="presOf" srcId="{D06EAF39-CBAC-418B-8DE3-CE1C2D16B2E2}" destId="{E86A2085-D16E-4AAB-8317-4744D56A375E}" srcOrd="0" destOrd="0" presId="urn:microsoft.com/office/officeart/2005/8/layout/default"/>
    <dgm:cxn modelId="{A662DF88-8D90-4A49-90AB-EB0E5C1AC0BB}" type="presOf" srcId="{B563ACFB-EE73-442E-A714-396E53D38815}" destId="{356E79E8-E7D2-489A-A1F6-7C3FB418A5C2}" srcOrd="0" destOrd="0" presId="urn:microsoft.com/office/officeart/2005/8/layout/default"/>
    <dgm:cxn modelId="{E9CDB6AC-69CF-451F-8561-19E2E7FCC6CC}" type="presOf" srcId="{3393099E-912A-4BB2-9546-91391BED487B}" destId="{027FD6BF-DAE4-46BE-BAA4-124781173DEE}" srcOrd="0" destOrd="0" presId="urn:microsoft.com/office/officeart/2005/8/layout/default"/>
    <dgm:cxn modelId="{BE812CAE-2949-41EC-BED7-59DE6D24C3D8}" srcId="{3393099E-912A-4BB2-9546-91391BED487B}" destId="{B563ACFB-EE73-442E-A714-396E53D38815}" srcOrd="13" destOrd="0" parTransId="{FDDFD2AC-E2AF-4CB8-9FC8-4309C666EDC1}" sibTransId="{A47E8066-104D-43DB-B45B-3EC5402E5941}"/>
    <dgm:cxn modelId="{5DD0AECF-9739-4A92-B7E8-F5B63821424B}" srcId="{3393099E-912A-4BB2-9546-91391BED487B}" destId="{A293918D-4EFF-47A3-AD38-DB9E8A54B2D8}" srcOrd="10" destOrd="0" parTransId="{DD4C1E91-985B-4377-B44E-E84DB48BC9AD}" sibTransId="{FDE0AB66-F0A8-4C08-B131-3747FF976A57}"/>
    <dgm:cxn modelId="{A09DE3CF-0C9B-4DCF-9CC1-7719735EBB0D}" type="presOf" srcId="{A293918D-4EFF-47A3-AD38-DB9E8A54B2D8}" destId="{D7E29445-238C-4D32-A971-402B37874517}" srcOrd="0" destOrd="0" presId="urn:microsoft.com/office/officeart/2005/8/layout/default"/>
    <dgm:cxn modelId="{5D6D31E5-C775-4334-9BB1-F1F84DA38795}" srcId="{3393099E-912A-4BB2-9546-91391BED487B}" destId="{9E97AA1E-FAAE-40A7-9FE7-F31AFC091DC9}" srcOrd="5" destOrd="0" parTransId="{34D0C573-9857-4389-BEC7-332DB8369D91}" sibTransId="{292BA8D6-FD9E-463E-81D7-7165007E5A7E}"/>
    <dgm:cxn modelId="{428F41E9-A6E4-4566-97F0-6657B904470E}" srcId="{3393099E-912A-4BB2-9546-91391BED487B}" destId="{100BC51B-04C3-4DE1-A4A7-622747C3743E}" srcOrd="1" destOrd="0" parTransId="{EB3ADD8B-376F-4B0C-A43A-A04ABB0653FB}" sibTransId="{ECBEEB8B-CBEE-4858-911E-DBD56D5C86E8}"/>
    <dgm:cxn modelId="{88C00AED-C47B-4D6C-B920-3EA5B6CE16B8}" type="presOf" srcId="{BF100433-6C75-4042-BA38-C2CF0845BB6F}" destId="{B83CD4AC-1CE6-45FF-816F-45E860EE7F13}" srcOrd="0" destOrd="0" presId="urn:microsoft.com/office/officeart/2005/8/layout/default"/>
    <dgm:cxn modelId="{24CAB6EE-3EAE-4BD2-B355-CF0927B340E1}" type="presOf" srcId="{29C73347-C058-4A63-A1DC-01BE97522832}" destId="{8301754E-E625-4E6A-80D9-D2DB51C72487}" srcOrd="0" destOrd="0" presId="urn:microsoft.com/office/officeart/2005/8/layout/default"/>
    <dgm:cxn modelId="{A25199F2-0896-4A45-BB4A-93A3666782DD}" type="presOf" srcId="{D02C1BB6-196C-4C7E-82D3-0F31B0B13734}" destId="{6AA250EB-DB7B-465A-B2D4-80E3F809B31E}" srcOrd="0" destOrd="0" presId="urn:microsoft.com/office/officeart/2005/8/layout/default"/>
    <dgm:cxn modelId="{D366C7F4-E0DF-4327-B74F-7EB70DCDDA33}" type="presOf" srcId="{D8241FC7-796D-4367-B9A7-F99F904A9230}" destId="{3DC91884-4632-4A02-BD85-74D1969C38A7}" srcOrd="0" destOrd="0" presId="urn:microsoft.com/office/officeart/2005/8/layout/default"/>
    <dgm:cxn modelId="{CDB8E60F-1907-4D56-AF35-57C1F4470791}" type="presParOf" srcId="{027FD6BF-DAE4-46BE-BAA4-124781173DEE}" destId="{9FF2B1E2-4B2A-4D43-B664-9202DD03BC2B}" srcOrd="0" destOrd="0" presId="urn:microsoft.com/office/officeart/2005/8/layout/default"/>
    <dgm:cxn modelId="{7528810E-748D-46C0-8E24-CF58F86B0C8F}" type="presParOf" srcId="{027FD6BF-DAE4-46BE-BAA4-124781173DEE}" destId="{5FDC5EC2-DF19-47B2-99CA-D5D8034492EC}" srcOrd="1" destOrd="0" presId="urn:microsoft.com/office/officeart/2005/8/layout/default"/>
    <dgm:cxn modelId="{C33D0FC7-45D2-4EC8-9638-DB4D58CB7B01}" type="presParOf" srcId="{027FD6BF-DAE4-46BE-BAA4-124781173DEE}" destId="{1B404ACE-9F1C-4E76-9884-690CCE30EE0C}" srcOrd="2" destOrd="0" presId="urn:microsoft.com/office/officeart/2005/8/layout/default"/>
    <dgm:cxn modelId="{90BAAC9A-0608-4B73-9BA1-8E89D6B8AFBC}" type="presParOf" srcId="{027FD6BF-DAE4-46BE-BAA4-124781173DEE}" destId="{AF8F15E2-795A-4BEC-9E28-BB935FBC9CE1}" srcOrd="3" destOrd="0" presId="urn:microsoft.com/office/officeart/2005/8/layout/default"/>
    <dgm:cxn modelId="{F419FF4A-B154-4D2D-B2FF-643274D792D1}" type="presParOf" srcId="{027FD6BF-DAE4-46BE-BAA4-124781173DEE}" destId="{101C658F-75A1-4EF5-ADB8-D178B146DBFD}" srcOrd="4" destOrd="0" presId="urn:microsoft.com/office/officeart/2005/8/layout/default"/>
    <dgm:cxn modelId="{497B3ABE-2148-4A22-BC5E-2455C9991949}" type="presParOf" srcId="{027FD6BF-DAE4-46BE-BAA4-124781173DEE}" destId="{ACACAA6D-891D-4588-BC4B-C844171C53D4}" srcOrd="5" destOrd="0" presId="urn:microsoft.com/office/officeart/2005/8/layout/default"/>
    <dgm:cxn modelId="{E7BCBCEE-355E-488A-84BD-CE28507FD6AC}" type="presParOf" srcId="{027FD6BF-DAE4-46BE-BAA4-124781173DEE}" destId="{E86A2085-D16E-4AAB-8317-4744D56A375E}" srcOrd="6" destOrd="0" presId="urn:microsoft.com/office/officeart/2005/8/layout/default"/>
    <dgm:cxn modelId="{2F1D06C7-1B98-4CED-95A3-C5145372A23D}" type="presParOf" srcId="{027FD6BF-DAE4-46BE-BAA4-124781173DEE}" destId="{2F01223B-E837-497F-864C-900E15CAE971}" srcOrd="7" destOrd="0" presId="urn:microsoft.com/office/officeart/2005/8/layout/default"/>
    <dgm:cxn modelId="{34E13B8F-BB82-42D9-ACA8-D9917B743982}" type="presParOf" srcId="{027FD6BF-DAE4-46BE-BAA4-124781173DEE}" destId="{CD84375E-890E-451D-B05D-A7F2ACB882A2}" srcOrd="8" destOrd="0" presId="urn:microsoft.com/office/officeart/2005/8/layout/default"/>
    <dgm:cxn modelId="{4AFD607B-EEC3-44B4-9ACD-00B1654D5C3D}" type="presParOf" srcId="{027FD6BF-DAE4-46BE-BAA4-124781173DEE}" destId="{9A79B789-3AC1-40D8-87A7-5F1FF3FCBFBA}" srcOrd="9" destOrd="0" presId="urn:microsoft.com/office/officeart/2005/8/layout/default"/>
    <dgm:cxn modelId="{18C80E25-A493-4F43-A4C6-85FC0A0F800A}" type="presParOf" srcId="{027FD6BF-DAE4-46BE-BAA4-124781173DEE}" destId="{DE9F479B-A2E1-4A68-85B4-B3FBD836041C}" srcOrd="10" destOrd="0" presId="urn:microsoft.com/office/officeart/2005/8/layout/default"/>
    <dgm:cxn modelId="{A821A980-D28D-4AF3-83E1-921869B5F3E6}" type="presParOf" srcId="{027FD6BF-DAE4-46BE-BAA4-124781173DEE}" destId="{44E8DAF9-5526-4FFC-9F92-DBA88CD4B677}" srcOrd="11" destOrd="0" presId="urn:microsoft.com/office/officeart/2005/8/layout/default"/>
    <dgm:cxn modelId="{2E5F7199-62D2-4032-A39F-2943DCD23D4C}" type="presParOf" srcId="{027FD6BF-DAE4-46BE-BAA4-124781173DEE}" destId="{4AD38FFA-5FF5-4FC5-BEC9-68AEE3D22EF3}" srcOrd="12" destOrd="0" presId="urn:microsoft.com/office/officeart/2005/8/layout/default"/>
    <dgm:cxn modelId="{BA3C54C8-F063-4C67-AB4A-69AC8490D661}" type="presParOf" srcId="{027FD6BF-DAE4-46BE-BAA4-124781173DEE}" destId="{84D2E7FD-8392-4295-A2D9-2463EA3286F5}" srcOrd="13" destOrd="0" presId="urn:microsoft.com/office/officeart/2005/8/layout/default"/>
    <dgm:cxn modelId="{9C1B18B0-327A-4386-BAAF-22575D27711B}" type="presParOf" srcId="{027FD6BF-DAE4-46BE-BAA4-124781173DEE}" destId="{3DC91884-4632-4A02-BD85-74D1969C38A7}" srcOrd="14" destOrd="0" presId="urn:microsoft.com/office/officeart/2005/8/layout/default"/>
    <dgm:cxn modelId="{5129C0FC-BCE7-4C8E-B277-22C1FDF875F8}" type="presParOf" srcId="{027FD6BF-DAE4-46BE-BAA4-124781173DEE}" destId="{AC042D42-8063-4DAF-A01F-5FBB4768E380}" srcOrd="15" destOrd="0" presId="urn:microsoft.com/office/officeart/2005/8/layout/default"/>
    <dgm:cxn modelId="{48DCA455-FF1D-47A3-9846-C285E42F4AD5}" type="presParOf" srcId="{027FD6BF-DAE4-46BE-BAA4-124781173DEE}" destId="{8301754E-E625-4E6A-80D9-D2DB51C72487}" srcOrd="16" destOrd="0" presId="urn:microsoft.com/office/officeart/2005/8/layout/default"/>
    <dgm:cxn modelId="{45052B33-B503-4247-A433-6E3074B92DE4}" type="presParOf" srcId="{027FD6BF-DAE4-46BE-BAA4-124781173DEE}" destId="{355E1E1C-6DE4-4B34-8349-4DECA9D7974A}" srcOrd="17" destOrd="0" presId="urn:microsoft.com/office/officeart/2005/8/layout/default"/>
    <dgm:cxn modelId="{2E4D8D7E-6D27-4059-A8D3-C2F274917F25}" type="presParOf" srcId="{027FD6BF-DAE4-46BE-BAA4-124781173DEE}" destId="{E09901CC-1017-4FA5-8FD3-AE70C87385FB}" srcOrd="18" destOrd="0" presId="urn:microsoft.com/office/officeart/2005/8/layout/default"/>
    <dgm:cxn modelId="{EFB9280B-4AC4-4A97-9285-90032A0C85CB}" type="presParOf" srcId="{027FD6BF-DAE4-46BE-BAA4-124781173DEE}" destId="{0E90C2B2-D7D3-4347-9334-EAD2D058753B}" srcOrd="19" destOrd="0" presId="urn:microsoft.com/office/officeart/2005/8/layout/default"/>
    <dgm:cxn modelId="{7209CFF2-2184-42CA-A181-279242788488}" type="presParOf" srcId="{027FD6BF-DAE4-46BE-BAA4-124781173DEE}" destId="{D7E29445-238C-4D32-A971-402B37874517}" srcOrd="20" destOrd="0" presId="urn:microsoft.com/office/officeart/2005/8/layout/default"/>
    <dgm:cxn modelId="{42595418-7D5B-4FBE-9A7A-9DA1E9E30A0E}" type="presParOf" srcId="{027FD6BF-DAE4-46BE-BAA4-124781173DEE}" destId="{E000662D-74B0-4A79-9C9B-0684495BA413}" srcOrd="21" destOrd="0" presId="urn:microsoft.com/office/officeart/2005/8/layout/default"/>
    <dgm:cxn modelId="{3740C1CD-4CC9-4111-A622-1AEEE6A337D5}" type="presParOf" srcId="{027FD6BF-DAE4-46BE-BAA4-124781173DEE}" destId="{B83CD4AC-1CE6-45FF-816F-45E860EE7F13}" srcOrd="22" destOrd="0" presId="urn:microsoft.com/office/officeart/2005/8/layout/default"/>
    <dgm:cxn modelId="{96E29084-C608-40E4-84EB-6B1CD511CE7A}" type="presParOf" srcId="{027FD6BF-DAE4-46BE-BAA4-124781173DEE}" destId="{7B8CFA46-5DE1-40C2-8A71-A223CBAE02FD}" srcOrd="23" destOrd="0" presId="urn:microsoft.com/office/officeart/2005/8/layout/default"/>
    <dgm:cxn modelId="{0B204859-D4F1-433B-A9B3-11C817B7C57B}" type="presParOf" srcId="{027FD6BF-DAE4-46BE-BAA4-124781173DEE}" destId="{6AA250EB-DB7B-465A-B2D4-80E3F809B31E}" srcOrd="24" destOrd="0" presId="urn:microsoft.com/office/officeart/2005/8/layout/default"/>
    <dgm:cxn modelId="{8FFF07F5-0C05-45A1-8BA8-C52C173773AB}" type="presParOf" srcId="{027FD6BF-DAE4-46BE-BAA4-124781173DEE}" destId="{9F257A83-6144-436F-B284-3CCF658FD6D3}" srcOrd="25" destOrd="0" presId="urn:microsoft.com/office/officeart/2005/8/layout/default"/>
    <dgm:cxn modelId="{34A7F4B0-508A-4884-A8D6-AD20111EF754}" type="presParOf" srcId="{027FD6BF-DAE4-46BE-BAA4-124781173DEE}" destId="{356E79E8-E7D2-489A-A1F6-7C3FB418A5C2}" srcOrd="26" destOrd="0" presId="urn:microsoft.com/office/officeart/2005/8/layout/default"/>
    <dgm:cxn modelId="{2311C343-6CEE-419B-9A56-8F5E0E23D2D5}" type="presParOf" srcId="{027FD6BF-DAE4-46BE-BAA4-124781173DEE}" destId="{DBBFE748-EB5A-405B-A5DF-6AB5B2D843FC}" srcOrd="27" destOrd="0" presId="urn:microsoft.com/office/officeart/2005/8/layout/default"/>
    <dgm:cxn modelId="{9CA76AAF-913B-4221-B6FA-08796801E7E9}" type="presParOf" srcId="{027FD6BF-DAE4-46BE-BAA4-124781173DEE}" destId="{7FDE6494-5185-4FE3-9F70-C305309D9F15}" srcOrd="2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1097F-E126-4ED1-93D7-3E45534F6FAB}">
      <dsp:nvSpPr>
        <dsp:cNvPr id="0" name=""/>
        <dsp:cNvSpPr/>
      </dsp:nvSpPr>
      <dsp:spPr>
        <a:xfrm>
          <a:off x="5257800" y="1798278"/>
          <a:ext cx="2174490" cy="754781"/>
        </a:xfrm>
        <a:custGeom>
          <a:avLst/>
          <a:gdLst/>
          <a:ahLst/>
          <a:cxnLst/>
          <a:rect l="0" t="0" r="0" b="0"/>
          <a:pathLst>
            <a:path>
              <a:moveTo>
                <a:pt x="0" y="0"/>
              </a:moveTo>
              <a:lnTo>
                <a:pt x="0" y="377390"/>
              </a:lnTo>
              <a:lnTo>
                <a:pt x="2174490" y="377390"/>
              </a:lnTo>
              <a:lnTo>
                <a:pt x="2174490" y="75478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822ED7-E9F7-4C0D-A941-3422D1D59361}">
      <dsp:nvSpPr>
        <dsp:cNvPr id="0" name=""/>
        <dsp:cNvSpPr/>
      </dsp:nvSpPr>
      <dsp:spPr>
        <a:xfrm>
          <a:off x="3083309" y="1798278"/>
          <a:ext cx="2174490" cy="754781"/>
        </a:xfrm>
        <a:custGeom>
          <a:avLst/>
          <a:gdLst/>
          <a:ahLst/>
          <a:cxnLst/>
          <a:rect l="0" t="0" r="0" b="0"/>
          <a:pathLst>
            <a:path>
              <a:moveTo>
                <a:pt x="2174490" y="0"/>
              </a:moveTo>
              <a:lnTo>
                <a:pt x="2174490" y="377390"/>
              </a:lnTo>
              <a:lnTo>
                <a:pt x="0" y="377390"/>
              </a:lnTo>
              <a:lnTo>
                <a:pt x="0" y="75478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9FA353-7852-471A-B0D3-CA5F27FE70A7}">
      <dsp:nvSpPr>
        <dsp:cNvPr id="0" name=""/>
        <dsp:cNvSpPr/>
      </dsp:nvSpPr>
      <dsp:spPr>
        <a:xfrm>
          <a:off x="3460700" y="1178"/>
          <a:ext cx="3594199" cy="179709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GB" sz="4100" kern="1200" dirty="0">
              <a:solidFill>
                <a:schemeClr val="tx1"/>
              </a:solidFill>
            </a:rPr>
            <a:t>Principles</a:t>
          </a:r>
        </a:p>
        <a:p>
          <a:pPr marL="0" lvl="0" indent="0" algn="ctr" defTabSz="1822450">
            <a:lnSpc>
              <a:spcPct val="90000"/>
            </a:lnSpc>
            <a:spcBef>
              <a:spcPct val="0"/>
            </a:spcBef>
            <a:spcAft>
              <a:spcPct val="35000"/>
            </a:spcAft>
            <a:buNone/>
          </a:pPr>
          <a:r>
            <a:rPr lang="en-GB" sz="4100" kern="1200" dirty="0">
              <a:solidFill>
                <a:schemeClr val="tx1"/>
              </a:solidFill>
            </a:rPr>
            <a:t>A-R</a:t>
          </a:r>
        </a:p>
      </dsp:txBody>
      <dsp:txXfrm>
        <a:off x="3460700" y="1178"/>
        <a:ext cx="3594199" cy="1797099"/>
      </dsp:txXfrm>
    </dsp:sp>
    <dsp:sp modelId="{B0CFA86B-9188-4D6F-B57D-85F62F49F4DE}">
      <dsp:nvSpPr>
        <dsp:cNvPr id="0" name=""/>
        <dsp:cNvSpPr/>
      </dsp:nvSpPr>
      <dsp:spPr>
        <a:xfrm>
          <a:off x="1286209" y="2553059"/>
          <a:ext cx="3594199" cy="179709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GB" sz="4100" kern="1200" dirty="0"/>
            <a:t>Provisions </a:t>
          </a:r>
        </a:p>
        <a:p>
          <a:pPr marL="0" lvl="0" indent="0" algn="ctr" defTabSz="1822450">
            <a:lnSpc>
              <a:spcPct val="90000"/>
            </a:lnSpc>
            <a:spcBef>
              <a:spcPct val="0"/>
            </a:spcBef>
            <a:spcAft>
              <a:spcPct val="35000"/>
            </a:spcAft>
            <a:buNone/>
          </a:pPr>
          <a:r>
            <a:rPr lang="en-GB" sz="4100" kern="1200" dirty="0"/>
            <a:t>1-41</a:t>
          </a:r>
        </a:p>
      </dsp:txBody>
      <dsp:txXfrm>
        <a:off x="1286209" y="2553059"/>
        <a:ext cx="3594199" cy="1797099"/>
      </dsp:txXfrm>
    </dsp:sp>
    <dsp:sp modelId="{E9F20295-2054-4C82-9815-068B3A3445B0}">
      <dsp:nvSpPr>
        <dsp:cNvPr id="0" name=""/>
        <dsp:cNvSpPr/>
      </dsp:nvSpPr>
      <dsp:spPr>
        <a:xfrm>
          <a:off x="5635190" y="2553059"/>
          <a:ext cx="3594199" cy="179709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GB" sz="4100" kern="1200" dirty="0"/>
            <a:t>Guidance on Board Effectiveness</a:t>
          </a:r>
        </a:p>
      </dsp:txBody>
      <dsp:txXfrm>
        <a:off x="5635190" y="2553059"/>
        <a:ext cx="3594199" cy="17970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68533-D5F2-4721-AEF5-32B1C0048213}">
      <dsp:nvSpPr>
        <dsp:cNvPr id="0" name=""/>
        <dsp:cNvSpPr/>
      </dsp:nvSpPr>
      <dsp:spPr>
        <a:xfrm>
          <a:off x="0" y="333503"/>
          <a:ext cx="3286125" cy="197167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Contacts with key customers</a:t>
          </a:r>
        </a:p>
      </dsp:txBody>
      <dsp:txXfrm>
        <a:off x="0" y="333503"/>
        <a:ext cx="3286125" cy="1971675"/>
      </dsp:txXfrm>
    </dsp:sp>
    <dsp:sp modelId="{4F07B0E4-5E06-46C6-AA35-95FB1AF35F87}">
      <dsp:nvSpPr>
        <dsp:cNvPr id="0" name=""/>
        <dsp:cNvSpPr/>
      </dsp:nvSpPr>
      <dsp:spPr>
        <a:xfrm>
          <a:off x="3614737" y="333503"/>
          <a:ext cx="3286125" cy="1971675"/>
        </a:xfrm>
        <a:prstGeom prst="rect">
          <a:avLst/>
        </a:prstGeom>
        <a:solidFill>
          <a:schemeClr val="accent3">
            <a:hueOff val="542120"/>
            <a:satOff val="20000"/>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Customer complaints and satisfaction data</a:t>
          </a:r>
        </a:p>
      </dsp:txBody>
      <dsp:txXfrm>
        <a:off x="3614737" y="333503"/>
        <a:ext cx="3286125" cy="1971675"/>
      </dsp:txXfrm>
    </dsp:sp>
    <dsp:sp modelId="{6F98347A-BC5F-41FC-9BE6-DD785F6F62B4}">
      <dsp:nvSpPr>
        <dsp:cNvPr id="0" name=""/>
        <dsp:cNvSpPr/>
      </dsp:nvSpPr>
      <dsp:spPr>
        <a:xfrm>
          <a:off x="7229475" y="333503"/>
          <a:ext cx="3286125" cy="1971675"/>
        </a:xfrm>
        <a:prstGeom prst="rect">
          <a:avLst/>
        </a:prstGeom>
        <a:solidFill>
          <a:schemeClr val="accent3">
            <a:hueOff val="1084240"/>
            <a:satOff val="40000"/>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Supplier feedback</a:t>
          </a:r>
        </a:p>
      </dsp:txBody>
      <dsp:txXfrm>
        <a:off x="7229475" y="333503"/>
        <a:ext cx="3286125" cy="1971675"/>
      </dsp:txXfrm>
    </dsp:sp>
    <dsp:sp modelId="{35BF5F1D-52B1-4F98-8F9A-E687DA36B772}">
      <dsp:nvSpPr>
        <dsp:cNvPr id="0" name=""/>
        <dsp:cNvSpPr/>
      </dsp:nvSpPr>
      <dsp:spPr>
        <a:xfrm>
          <a:off x="0" y="2633790"/>
          <a:ext cx="3286125" cy="1971675"/>
        </a:xfrm>
        <a:prstGeom prst="rect">
          <a:avLst/>
        </a:prstGeom>
        <a:solidFill>
          <a:schemeClr val="accent3">
            <a:hueOff val="1626359"/>
            <a:satOff val="60000"/>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Surveys</a:t>
          </a:r>
        </a:p>
      </dsp:txBody>
      <dsp:txXfrm>
        <a:off x="0" y="2633790"/>
        <a:ext cx="3286125" cy="1971675"/>
      </dsp:txXfrm>
    </dsp:sp>
    <dsp:sp modelId="{98CA794A-6012-45C9-B5A7-5CF0ED207A2E}">
      <dsp:nvSpPr>
        <dsp:cNvPr id="0" name=""/>
        <dsp:cNvSpPr/>
      </dsp:nvSpPr>
      <dsp:spPr>
        <a:xfrm>
          <a:off x="3614737" y="2633790"/>
          <a:ext cx="3286125" cy="1971675"/>
        </a:xfrm>
        <a:prstGeom prst="rect">
          <a:avLst/>
        </a:prstGeom>
        <a:solidFill>
          <a:schemeClr val="accent3">
            <a:hueOff val="2168479"/>
            <a:satOff val="80000"/>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Social media</a:t>
          </a:r>
        </a:p>
      </dsp:txBody>
      <dsp:txXfrm>
        <a:off x="3614737" y="2633790"/>
        <a:ext cx="3286125" cy="1971675"/>
      </dsp:txXfrm>
    </dsp:sp>
    <dsp:sp modelId="{34E3C51E-91DB-4D3B-A573-C09EED7D8195}">
      <dsp:nvSpPr>
        <dsp:cNvPr id="0" name=""/>
        <dsp:cNvSpPr/>
      </dsp:nvSpPr>
      <dsp:spPr>
        <a:xfrm>
          <a:off x="7229475" y="2633790"/>
          <a:ext cx="3286125" cy="1971675"/>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Bespoke engagement activities on specific issues </a:t>
          </a:r>
        </a:p>
        <a:p>
          <a:pPr marL="0" lvl="0" indent="0" algn="ctr" defTabSz="1066800">
            <a:lnSpc>
              <a:spcPct val="90000"/>
            </a:lnSpc>
            <a:spcBef>
              <a:spcPct val="0"/>
            </a:spcBef>
            <a:spcAft>
              <a:spcPct val="35000"/>
            </a:spcAft>
            <a:buNone/>
          </a:pPr>
          <a:r>
            <a:rPr lang="en-GB" sz="1600" kern="1200" dirty="0"/>
            <a:t>for example, with trade unions, special interest groups or the local community</a:t>
          </a:r>
          <a:endParaRPr lang="en-GB" sz="2000" kern="1200" dirty="0"/>
        </a:p>
      </dsp:txBody>
      <dsp:txXfrm>
        <a:off x="7229475" y="2633790"/>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2B1E2-4B2A-4D43-B664-9202DD03BC2B}">
      <dsp:nvSpPr>
        <dsp:cNvPr id="0" name=""/>
        <dsp:cNvSpPr/>
      </dsp:nvSpPr>
      <dsp:spPr>
        <a:xfrm>
          <a:off x="3594" y="229666"/>
          <a:ext cx="1946002" cy="116760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Dominant personalities</a:t>
          </a:r>
          <a:endParaRPr lang="en-GB" sz="1500" kern="1200" dirty="0"/>
        </a:p>
      </dsp:txBody>
      <dsp:txXfrm>
        <a:off x="3594" y="229666"/>
        <a:ext cx="1946002" cy="1167601"/>
      </dsp:txXfrm>
    </dsp:sp>
    <dsp:sp modelId="{1B404ACE-9F1C-4E76-9884-690CCE30EE0C}">
      <dsp:nvSpPr>
        <dsp:cNvPr id="0" name=""/>
        <dsp:cNvSpPr/>
      </dsp:nvSpPr>
      <dsp:spPr>
        <a:xfrm>
          <a:off x="2144196" y="229666"/>
          <a:ext cx="1946002" cy="1167601"/>
        </a:xfrm>
        <a:prstGeom prst="rect">
          <a:avLst/>
        </a:prstGeom>
        <a:solidFill>
          <a:schemeClr val="accent3">
            <a:hueOff val="193614"/>
            <a:satOff val="7143"/>
            <a:lumOff val="-10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Insufficient diversity of perspective</a:t>
          </a:r>
        </a:p>
      </dsp:txBody>
      <dsp:txXfrm>
        <a:off x="2144196" y="229666"/>
        <a:ext cx="1946002" cy="1167601"/>
      </dsp:txXfrm>
    </dsp:sp>
    <dsp:sp modelId="{101C658F-75A1-4EF5-ADB8-D178B146DBFD}">
      <dsp:nvSpPr>
        <dsp:cNvPr id="0" name=""/>
        <dsp:cNvSpPr/>
      </dsp:nvSpPr>
      <dsp:spPr>
        <a:xfrm>
          <a:off x="4284798" y="229666"/>
          <a:ext cx="1946002" cy="1167601"/>
        </a:xfrm>
        <a:prstGeom prst="rect">
          <a:avLst/>
        </a:prstGeom>
        <a:solidFill>
          <a:schemeClr val="accent3">
            <a:hueOff val="387228"/>
            <a:satOff val="14286"/>
            <a:lumOff val="-21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Excess focus on risk mitigation or insufficient attention to risk</a:t>
          </a:r>
          <a:endParaRPr lang="en-GB" sz="1500" b="0" i="0" u="none" strike="noStrike" kern="1200" baseline="0" dirty="0">
            <a:latin typeface="HelveticaNeue"/>
          </a:endParaRPr>
        </a:p>
      </dsp:txBody>
      <dsp:txXfrm>
        <a:off x="4284798" y="229666"/>
        <a:ext cx="1946002" cy="1167601"/>
      </dsp:txXfrm>
    </dsp:sp>
    <dsp:sp modelId="{E86A2085-D16E-4AAB-8317-4744D56A375E}">
      <dsp:nvSpPr>
        <dsp:cNvPr id="0" name=""/>
        <dsp:cNvSpPr/>
      </dsp:nvSpPr>
      <dsp:spPr>
        <a:xfrm>
          <a:off x="6425401" y="229666"/>
          <a:ext cx="1946002" cy="1167601"/>
        </a:xfrm>
        <a:prstGeom prst="rect">
          <a:avLst/>
        </a:prstGeom>
        <a:solidFill>
          <a:schemeClr val="accent3">
            <a:hueOff val="580843"/>
            <a:satOff val="21429"/>
            <a:lumOff val="-31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Compliance mindset</a:t>
          </a:r>
        </a:p>
      </dsp:txBody>
      <dsp:txXfrm>
        <a:off x="6425401" y="229666"/>
        <a:ext cx="1946002" cy="1167601"/>
      </dsp:txXfrm>
    </dsp:sp>
    <dsp:sp modelId="{CD84375E-890E-451D-B05D-A7F2ACB882A2}">
      <dsp:nvSpPr>
        <dsp:cNvPr id="0" name=""/>
        <dsp:cNvSpPr/>
      </dsp:nvSpPr>
      <dsp:spPr>
        <a:xfrm>
          <a:off x="8566003" y="229666"/>
          <a:ext cx="1946002" cy="1167601"/>
        </a:xfrm>
        <a:prstGeom prst="rect">
          <a:avLst/>
        </a:prstGeom>
        <a:solidFill>
          <a:schemeClr val="accent3">
            <a:hueOff val="774457"/>
            <a:satOff val="28571"/>
            <a:lumOff val="-42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Insufficient knowledge and ability to test underlying assumptions</a:t>
          </a:r>
        </a:p>
      </dsp:txBody>
      <dsp:txXfrm>
        <a:off x="8566003" y="229666"/>
        <a:ext cx="1946002" cy="1167601"/>
      </dsp:txXfrm>
    </dsp:sp>
    <dsp:sp modelId="{DE9F479B-A2E1-4A68-85B4-B3FBD836041C}">
      <dsp:nvSpPr>
        <dsp:cNvPr id="0" name=""/>
        <dsp:cNvSpPr/>
      </dsp:nvSpPr>
      <dsp:spPr>
        <a:xfrm>
          <a:off x="3594" y="1591868"/>
          <a:ext cx="1946002" cy="1167601"/>
        </a:xfrm>
        <a:prstGeom prst="rect">
          <a:avLst/>
        </a:prstGeom>
        <a:solidFill>
          <a:schemeClr val="accent3">
            <a:hueOff val="968071"/>
            <a:satOff val="35714"/>
            <a:lumOff val="-52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Failure to listen to and act upon concerns that are raised</a:t>
          </a:r>
          <a:endParaRPr lang="en-GB" sz="1500" b="0" i="0" u="none" strike="noStrike" kern="1200" baseline="0" dirty="0">
            <a:latin typeface="HelveticaNeue"/>
          </a:endParaRPr>
        </a:p>
      </dsp:txBody>
      <dsp:txXfrm>
        <a:off x="3594" y="1591868"/>
        <a:ext cx="1946002" cy="1167601"/>
      </dsp:txXfrm>
    </dsp:sp>
    <dsp:sp modelId="{4AD38FFA-5FF5-4FC5-BEC9-68AEE3D22EF3}">
      <dsp:nvSpPr>
        <dsp:cNvPr id="0" name=""/>
        <dsp:cNvSpPr/>
      </dsp:nvSpPr>
      <dsp:spPr>
        <a:xfrm>
          <a:off x="2144196" y="1591868"/>
          <a:ext cx="1946002" cy="1167601"/>
        </a:xfrm>
        <a:prstGeom prst="rect">
          <a:avLst/>
        </a:prstGeom>
        <a:solidFill>
          <a:schemeClr val="accent3">
            <a:hueOff val="1161685"/>
            <a:satOff val="42857"/>
            <a:lumOff val="-63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Failure to recognise the consequences of self-interest and other poor ethical standards</a:t>
          </a:r>
        </a:p>
      </dsp:txBody>
      <dsp:txXfrm>
        <a:off x="2144196" y="1591868"/>
        <a:ext cx="1946002" cy="1167601"/>
      </dsp:txXfrm>
    </dsp:sp>
    <dsp:sp modelId="{3DC91884-4632-4A02-BD85-74D1969C38A7}">
      <dsp:nvSpPr>
        <dsp:cNvPr id="0" name=""/>
        <dsp:cNvSpPr/>
      </dsp:nvSpPr>
      <dsp:spPr>
        <a:xfrm>
          <a:off x="4284798" y="1591868"/>
          <a:ext cx="1946002" cy="1167601"/>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Lack of openness or debate</a:t>
          </a:r>
        </a:p>
      </dsp:txBody>
      <dsp:txXfrm>
        <a:off x="4284798" y="1591868"/>
        <a:ext cx="1946002" cy="1167601"/>
      </dsp:txXfrm>
    </dsp:sp>
    <dsp:sp modelId="{8301754E-E625-4E6A-80D9-D2DB51C72487}">
      <dsp:nvSpPr>
        <dsp:cNvPr id="0" name=""/>
        <dsp:cNvSpPr/>
      </dsp:nvSpPr>
      <dsp:spPr>
        <a:xfrm>
          <a:off x="6425401" y="1591868"/>
          <a:ext cx="1946002" cy="1167601"/>
        </a:xfrm>
        <a:prstGeom prst="rect">
          <a:avLst/>
        </a:prstGeom>
        <a:solidFill>
          <a:schemeClr val="accent3">
            <a:hueOff val="1548914"/>
            <a:satOff val="57143"/>
            <a:lumOff val="-84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Complacent attitudes</a:t>
          </a:r>
        </a:p>
      </dsp:txBody>
      <dsp:txXfrm>
        <a:off x="6425401" y="1591868"/>
        <a:ext cx="1946002" cy="1167601"/>
      </dsp:txXfrm>
    </dsp:sp>
    <dsp:sp modelId="{E09901CC-1017-4FA5-8FD3-AE70C87385FB}">
      <dsp:nvSpPr>
        <dsp:cNvPr id="0" name=""/>
        <dsp:cNvSpPr/>
      </dsp:nvSpPr>
      <dsp:spPr>
        <a:xfrm>
          <a:off x="8566003" y="1591868"/>
          <a:ext cx="1946002" cy="1167601"/>
        </a:xfrm>
        <a:prstGeom prst="rect">
          <a:avLst/>
        </a:prstGeom>
        <a:solidFill>
          <a:schemeClr val="accent3">
            <a:hueOff val="1742528"/>
            <a:satOff val="64286"/>
            <a:lumOff val="-94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Inability to challenge effectively </a:t>
          </a:r>
        </a:p>
      </dsp:txBody>
      <dsp:txXfrm>
        <a:off x="8566003" y="1591868"/>
        <a:ext cx="1946002" cy="1167601"/>
      </dsp:txXfrm>
    </dsp:sp>
    <dsp:sp modelId="{D7E29445-238C-4D32-A971-402B37874517}">
      <dsp:nvSpPr>
        <dsp:cNvPr id="0" name=""/>
        <dsp:cNvSpPr/>
      </dsp:nvSpPr>
      <dsp:spPr>
        <a:xfrm>
          <a:off x="3594" y="2954069"/>
          <a:ext cx="1946002" cy="1167601"/>
        </a:xfrm>
        <a:prstGeom prst="rect">
          <a:avLst/>
        </a:prstGeom>
        <a:solidFill>
          <a:schemeClr val="accent3">
            <a:hueOff val="1936142"/>
            <a:satOff val="71429"/>
            <a:lumOff val="-105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dirty="0">
              <a:latin typeface="HelveticaNeue"/>
            </a:rPr>
            <a:t>Inadequate information or analysis</a:t>
          </a:r>
        </a:p>
      </dsp:txBody>
      <dsp:txXfrm>
        <a:off x="3594" y="2954069"/>
        <a:ext cx="1946002" cy="1167601"/>
      </dsp:txXfrm>
    </dsp:sp>
    <dsp:sp modelId="{B83CD4AC-1CE6-45FF-816F-45E860EE7F13}">
      <dsp:nvSpPr>
        <dsp:cNvPr id="0" name=""/>
        <dsp:cNvSpPr/>
      </dsp:nvSpPr>
      <dsp:spPr>
        <a:xfrm>
          <a:off x="2144196" y="2954069"/>
          <a:ext cx="1946002" cy="1167601"/>
        </a:xfrm>
        <a:prstGeom prst="rect">
          <a:avLst/>
        </a:prstGeom>
        <a:solidFill>
          <a:schemeClr val="accent3">
            <a:hueOff val="2129756"/>
            <a:satOff val="78571"/>
            <a:lumOff val="-115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Poor quality papers</a:t>
          </a:r>
          <a:endParaRPr lang="en-GB" sz="1500" b="0" i="0" u="none" strike="noStrike" kern="1200" baseline="0" dirty="0">
            <a:latin typeface="HelveticaNeue"/>
          </a:endParaRPr>
        </a:p>
      </dsp:txBody>
      <dsp:txXfrm>
        <a:off x="2144196" y="2954069"/>
        <a:ext cx="1946002" cy="1167601"/>
      </dsp:txXfrm>
    </dsp:sp>
    <dsp:sp modelId="{6AA250EB-DB7B-465A-B2D4-80E3F809B31E}">
      <dsp:nvSpPr>
        <dsp:cNvPr id="0" name=""/>
        <dsp:cNvSpPr/>
      </dsp:nvSpPr>
      <dsp:spPr>
        <a:xfrm>
          <a:off x="4284798" y="2954069"/>
          <a:ext cx="1946002" cy="1167601"/>
        </a:xfrm>
        <a:prstGeom prst="rect">
          <a:avLst/>
        </a:prstGeom>
        <a:solidFill>
          <a:schemeClr val="accent3">
            <a:hueOff val="2323371"/>
            <a:satOff val="85714"/>
            <a:lumOff val="-126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Lack of time for debate and truncated debate</a:t>
          </a:r>
          <a:endParaRPr lang="en-GB" sz="1500" b="0" i="0" u="none" strike="noStrike" kern="1200" baseline="0" dirty="0">
            <a:latin typeface="HelveticaNeue"/>
          </a:endParaRPr>
        </a:p>
      </dsp:txBody>
      <dsp:txXfrm>
        <a:off x="4284798" y="2954069"/>
        <a:ext cx="1946002" cy="1167601"/>
      </dsp:txXfrm>
    </dsp:sp>
    <dsp:sp modelId="{356E79E8-E7D2-489A-A1F6-7C3FB418A5C2}">
      <dsp:nvSpPr>
        <dsp:cNvPr id="0" name=""/>
        <dsp:cNvSpPr/>
      </dsp:nvSpPr>
      <dsp:spPr>
        <a:xfrm>
          <a:off x="6425401" y="2954069"/>
          <a:ext cx="1946002" cy="1167601"/>
        </a:xfrm>
        <a:prstGeom prst="rect">
          <a:avLst/>
        </a:prstGeom>
        <a:solidFill>
          <a:schemeClr val="accent3">
            <a:hueOff val="2516985"/>
            <a:satOff val="92857"/>
            <a:lumOff val="-136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Undue focus on short-term time horizons</a:t>
          </a:r>
          <a:endParaRPr lang="en-GB" sz="1500" b="0" i="0" u="none" strike="noStrike" kern="1200" baseline="0" dirty="0">
            <a:latin typeface="HelveticaNeue"/>
          </a:endParaRPr>
        </a:p>
      </dsp:txBody>
      <dsp:txXfrm>
        <a:off x="6425401" y="2954069"/>
        <a:ext cx="1946002" cy="1167601"/>
      </dsp:txXfrm>
    </dsp:sp>
    <dsp:sp modelId="{7FDE6494-5185-4FE3-9F70-C305309D9F15}">
      <dsp:nvSpPr>
        <dsp:cNvPr id="0" name=""/>
        <dsp:cNvSpPr/>
      </dsp:nvSpPr>
      <dsp:spPr>
        <a:xfrm>
          <a:off x="8566003" y="2954069"/>
          <a:ext cx="1946002" cy="1167601"/>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0" i="0" u="none" strike="noStrike" kern="1200" baseline="0">
              <a:latin typeface="HelveticaNeue"/>
            </a:rPr>
            <a:t>Insufficient notice</a:t>
          </a:r>
          <a:endParaRPr lang="en-GB" sz="1500" kern="1200" dirty="0"/>
        </a:p>
      </dsp:txBody>
      <dsp:txXfrm>
        <a:off x="8566003" y="2954069"/>
        <a:ext cx="1946002" cy="116760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28AEE0-852D-4B9E-8D81-4E1E8BEEEF98}" type="datetimeFigureOut">
              <a:rPr lang="en-GB" smtClean="0"/>
              <a:t>23/03/2026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DDE85-A598-4E31-80A5-9D0F748C00AB}" type="slidenum">
              <a:rPr lang="en-GB" smtClean="0"/>
              <a:t>‹#›</a:t>
            </a:fld>
            <a:endParaRPr lang="en-GB"/>
          </a:p>
        </p:txBody>
      </p:sp>
    </p:spTree>
    <p:extLst>
      <p:ext uri="{BB962C8B-B14F-4D97-AF65-F5344CB8AC3E}">
        <p14:creationId xmlns:p14="http://schemas.microsoft.com/office/powerpoint/2010/main" val="541122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262218-D45B-4A6D-9D07-94188AB4500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9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PESTEL/SWOT Analysis are useful tools for this</a:t>
            </a:r>
          </a:p>
        </p:txBody>
      </p:sp>
      <p:sp>
        <p:nvSpPr>
          <p:cNvPr id="4" name="Slide Number Placeholder 3"/>
          <p:cNvSpPr>
            <a:spLocks noGrp="1"/>
          </p:cNvSpPr>
          <p:nvPr>
            <p:ph type="sldNum" sz="quarter" idx="5"/>
          </p:nvPr>
        </p:nvSpPr>
        <p:spPr/>
        <p:txBody>
          <a:bodyPr/>
          <a:lstStyle/>
          <a:p>
            <a:fld id="{CDBDDE85-A598-4E31-80A5-9D0F748C00AB}" type="slidenum">
              <a:rPr lang="en-GB" smtClean="0"/>
              <a:t>14</a:t>
            </a:fld>
            <a:endParaRPr lang="en-GB"/>
          </a:p>
        </p:txBody>
      </p:sp>
    </p:spTree>
    <p:extLst>
      <p:ext uri="{BB962C8B-B14F-4D97-AF65-F5344CB8AC3E}">
        <p14:creationId xmlns:p14="http://schemas.microsoft.com/office/powerpoint/2010/main" val="2095690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the FRC has reviewed Corporate Governance reporting, there has been some criticism of stakeholder engagement being one-directional and informational.</a:t>
            </a:r>
          </a:p>
        </p:txBody>
      </p:sp>
      <p:sp>
        <p:nvSpPr>
          <p:cNvPr id="4" name="Slide Number Placeholder 3"/>
          <p:cNvSpPr>
            <a:spLocks noGrp="1"/>
          </p:cNvSpPr>
          <p:nvPr>
            <p:ph type="sldNum" sz="quarter" idx="5"/>
          </p:nvPr>
        </p:nvSpPr>
        <p:spPr/>
        <p:txBody>
          <a:bodyPr/>
          <a:lstStyle/>
          <a:p>
            <a:fld id="{CDBDDE85-A598-4E31-80A5-9D0F748C00AB}" type="slidenum">
              <a:rPr lang="en-GB" smtClean="0"/>
              <a:t>20</a:t>
            </a:fld>
            <a:endParaRPr lang="en-GB"/>
          </a:p>
        </p:txBody>
      </p:sp>
    </p:spTree>
    <p:extLst>
      <p:ext uri="{BB962C8B-B14F-4D97-AF65-F5344CB8AC3E}">
        <p14:creationId xmlns:p14="http://schemas.microsoft.com/office/powerpoint/2010/main" val="4253484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the FRC has reviewed Corporate Governance reporting, there has been some criticism of stakeholder engagement being one-directional and informational.</a:t>
            </a:r>
          </a:p>
        </p:txBody>
      </p:sp>
      <p:sp>
        <p:nvSpPr>
          <p:cNvPr id="4" name="Slide Number Placeholder 3"/>
          <p:cNvSpPr>
            <a:spLocks noGrp="1"/>
          </p:cNvSpPr>
          <p:nvPr>
            <p:ph type="sldNum" sz="quarter" idx="5"/>
          </p:nvPr>
        </p:nvSpPr>
        <p:spPr/>
        <p:txBody>
          <a:bodyPr/>
          <a:lstStyle/>
          <a:p>
            <a:fld id="{CDBDDE85-A598-4E31-80A5-9D0F748C00AB}" type="slidenum">
              <a:rPr lang="en-GB" smtClean="0"/>
              <a:t>21</a:t>
            </a:fld>
            <a:endParaRPr lang="en-GB"/>
          </a:p>
        </p:txBody>
      </p:sp>
    </p:spTree>
    <p:extLst>
      <p:ext uri="{BB962C8B-B14F-4D97-AF65-F5344CB8AC3E}">
        <p14:creationId xmlns:p14="http://schemas.microsoft.com/office/powerpoint/2010/main" val="2293161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DBDDE85-A598-4E31-80A5-9D0F748C00AB}" type="slidenum">
              <a:rPr lang="en-GB" smtClean="0"/>
              <a:t>33</a:t>
            </a:fld>
            <a:endParaRPr lang="en-GB"/>
          </a:p>
        </p:txBody>
      </p:sp>
    </p:spTree>
    <p:extLst>
      <p:ext uri="{BB962C8B-B14F-4D97-AF65-F5344CB8AC3E}">
        <p14:creationId xmlns:p14="http://schemas.microsoft.com/office/powerpoint/2010/main" val="2100907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A61E-1446-8906-07A6-84936EC173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E3259AA-8090-F445-368F-02A60BBB58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E47CEE9-E056-98A1-5242-053E59559DAE}"/>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0E06B1F5-B717-1488-2D22-7E0FA7C3E4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F796E3A-E262-B278-BA3D-A01BE1A89F15}"/>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481442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DA85D-C1D6-B7ED-8A8E-DFA14B6E4AA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7FF156-7218-A624-52A7-F2BDED67EC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1E332D-BF80-5CFD-3FC4-56D8B7E17343}"/>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4A34F222-EFA4-D663-8C66-9F248FAD86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D2B19C-64E9-161F-5B72-B93E8DD9BB4C}"/>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57808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0C96-8223-FC74-B58A-1A67D4F334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334AD72-6A77-8F3A-FDCF-C51BF8400D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15D526-1D4A-79F9-9CBC-E8DDFA071918}"/>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6ED3BAC6-5340-8844-F076-A3F4F17C3F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859C7F-C724-0D32-DFE8-D44F5591A2FC}"/>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3685161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0FA4-67C2-C0CE-5E1A-456D22AA9BF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518522-DA8C-5045-1172-0F7F28570D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82597E9-C90E-7153-33DB-FCA3E5A8D6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B26D1A-D402-A3E0-5BFA-C32CDCC4C7F2}"/>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6" name="Footer Placeholder 5">
            <a:extLst>
              <a:ext uri="{FF2B5EF4-FFF2-40B4-BE49-F238E27FC236}">
                <a16:creationId xmlns:a16="http://schemas.microsoft.com/office/drawing/2014/main" id="{262DC9F3-FC41-BFD5-638B-BC104AE8EE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E00801-BC3D-0FE4-8495-DDF7FD50A545}"/>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2117955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97F6-6CA9-6B35-1F48-1275FFAFB4C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A919D7-8251-349D-19C1-7EFDAEA172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0B27B7-4EEF-BD1C-BEBC-6FAFEF2343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A0FE168-FC22-7177-72F8-2E4F82F942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64936-D32E-348F-1284-EFDFAFFB9B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BE04599-AC8D-A381-6990-3232266BDA0B}"/>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8" name="Footer Placeholder 7">
            <a:extLst>
              <a:ext uri="{FF2B5EF4-FFF2-40B4-BE49-F238E27FC236}">
                <a16:creationId xmlns:a16="http://schemas.microsoft.com/office/drawing/2014/main" id="{26773946-33F5-02DF-C8E6-C2412935B9D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591392E-A0B4-4FF1-B8D9-81D25C51B83A}"/>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2858846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2F345-C188-E2DC-C270-5D86532D323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77F5E44-246C-730A-62EE-22E84D22CA85}"/>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4" name="Footer Placeholder 3">
            <a:extLst>
              <a:ext uri="{FF2B5EF4-FFF2-40B4-BE49-F238E27FC236}">
                <a16:creationId xmlns:a16="http://schemas.microsoft.com/office/drawing/2014/main" id="{BF3680CE-EA56-7B82-657E-D1AA321BC82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BAE8FF8-A963-0B1E-A8F8-AB3C87F6B3AD}"/>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408279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FDEE1-C46C-CF52-0C03-92CACA6E1941}"/>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3" name="Footer Placeholder 2">
            <a:extLst>
              <a:ext uri="{FF2B5EF4-FFF2-40B4-BE49-F238E27FC236}">
                <a16:creationId xmlns:a16="http://schemas.microsoft.com/office/drawing/2014/main" id="{E6024C75-7840-B36E-695F-CF872D7DFD3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1EF6A39-76DF-D4C1-29C1-6D92DCF85B3C}"/>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1172976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BBDA-138E-9DCB-AC59-2C7EEB772C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A1456E8-8A90-129B-3461-F1A9DB91E4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413E89-7BC8-5764-1DD9-EB45A16E0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28CD7-A5EB-7863-E2D0-FB18B4149F1B}"/>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6" name="Footer Placeholder 5">
            <a:extLst>
              <a:ext uri="{FF2B5EF4-FFF2-40B4-BE49-F238E27FC236}">
                <a16:creationId xmlns:a16="http://schemas.microsoft.com/office/drawing/2014/main" id="{020610BB-99E4-3348-6183-F029C0537C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31E8082-061B-B80B-DC8D-743FA333550F}"/>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1252480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CE2B0-9646-25B5-902A-BA4E79E210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7D37137-8028-2D96-D7AA-688F464F6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35D71E6-DAAE-5724-8A69-BDD490A82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47D9D5-3F30-78C3-26CC-C60B9C5A2D9F}"/>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6" name="Footer Placeholder 5">
            <a:extLst>
              <a:ext uri="{FF2B5EF4-FFF2-40B4-BE49-F238E27FC236}">
                <a16:creationId xmlns:a16="http://schemas.microsoft.com/office/drawing/2014/main" id="{1AF4ECA1-2713-03EB-970D-3104FB9E4A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84DB13-2DE4-7A50-F859-7A5503416E07}"/>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4104055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2163-7E9E-99C3-88EC-DF474467459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628B16-2FAC-7EBA-5D5A-68424E3889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894D10-A03B-90A7-EE07-6F020EE13CDD}"/>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023DD0DC-494F-9D5C-9BA5-30E3CDB12BD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1E75F0-A2AA-D297-CEBA-3E5E76D12A7B}"/>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286259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9C521-EB6F-29D6-5349-D3EAC59A74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512B51D-1166-D336-4737-61ED28095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10290F-D94D-B2BD-3ACF-452776438AE8}"/>
              </a:ext>
            </a:extLst>
          </p:cNvPr>
          <p:cNvSpPr>
            <a:spLocks noGrp="1"/>
          </p:cNvSpPr>
          <p:nvPr>
            <p:ph type="dt" sz="half" idx="10"/>
          </p:nvPr>
        </p:nvSpPr>
        <p:spPr/>
        <p:txBody>
          <a:body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EE0840F7-79A7-19F8-5D8C-14C5866978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E7D0F9-CC8B-F0E1-C6AE-57B061DF5BC8}"/>
              </a:ext>
            </a:extLst>
          </p:cNvPr>
          <p:cNvSpPr>
            <a:spLocks noGrp="1"/>
          </p:cNvSpPr>
          <p:nvPr>
            <p:ph type="sldNum" sz="quarter" idx="12"/>
          </p:nvPr>
        </p:nvSpPr>
        <p:spPr/>
        <p:txBody>
          <a:bodyPr/>
          <a:lstStyle/>
          <a:p>
            <a:fld id="{48E750AE-82ED-453E-82DD-67033F78237B}" type="slidenum">
              <a:rPr lang="en-GB" smtClean="0"/>
              <a:t>‹#›</a:t>
            </a:fld>
            <a:endParaRPr lang="en-GB"/>
          </a:p>
        </p:txBody>
      </p:sp>
    </p:spTree>
    <p:extLst>
      <p:ext uri="{BB962C8B-B14F-4D97-AF65-F5344CB8AC3E}">
        <p14:creationId xmlns:p14="http://schemas.microsoft.com/office/powerpoint/2010/main" val="1434509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817C4B-8461-A1B3-AE19-ED68BF95FB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3A2630-26F6-8ACA-67AC-F7BE55C535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12F4E0-5605-47B7-4376-9CEBAE5465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C3D957-F216-4DE6-B348-72DF6E62D4D8}" type="datetimeFigureOut">
              <a:rPr lang="en-GB" smtClean="0"/>
              <a:t>23/03/2026</a:t>
            </a:fld>
            <a:endParaRPr lang="en-GB"/>
          </a:p>
        </p:txBody>
      </p:sp>
      <p:sp>
        <p:nvSpPr>
          <p:cNvPr id="5" name="Footer Placeholder 4">
            <a:extLst>
              <a:ext uri="{FF2B5EF4-FFF2-40B4-BE49-F238E27FC236}">
                <a16:creationId xmlns:a16="http://schemas.microsoft.com/office/drawing/2014/main" id="{19D06F85-BDBB-9392-EFC7-C5B8324D95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8528C06-D230-6F11-84A2-8A04C2AAF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E750AE-82ED-453E-82DD-67033F78237B}" type="slidenum">
              <a:rPr lang="en-GB" smtClean="0"/>
              <a:t>‹#›</a:t>
            </a:fld>
            <a:endParaRPr lang="en-GB"/>
          </a:p>
        </p:txBody>
      </p:sp>
    </p:spTree>
    <p:extLst>
      <p:ext uri="{BB962C8B-B14F-4D97-AF65-F5344CB8AC3E}">
        <p14:creationId xmlns:p14="http://schemas.microsoft.com/office/powerpoint/2010/main" val="4049563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youtu.be/1uwXyonwc5U?t=29"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tescoplc.com/media/759057/tesco-annual-report-2022.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9E75F0-0A7E-B200-3C44-49EAD11EBB51}"/>
              </a:ext>
            </a:extLst>
          </p:cNvPr>
          <p:cNvSpPr>
            <a:spLocks noGrp="1"/>
          </p:cNvSpPr>
          <p:nvPr>
            <p:ph type="ctrTitle"/>
          </p:nvPr>
        </p:nvSpPr>
        <p:spPr>
          <a:xfrm>
            <a:off x="1522030" y="1209220"/>
            <a:ext cx="9147940" cy="2337238"/>
          </a:xfrm>
        </p:spPr>
        <p:txBody>
          <a:bodyPr anchor="b">
            <a:normAutofit/>
          </a:bodyPr>
          <a:lstStyle/>
          <a:p>
            <a:r>
              <a:rPr lang="en-GB" altLang="en-US" sz="5600" dirty="0">
                <a:solidFill>
                  <a:srgbClr val="FFFFFF"/>
                </a:solidFill>
                <a:ea typeface="ＭＳ Ｐゴシック" panose="020B0600070205080204" pitchFamily="34" charset="-128"/>
              </a:rPr>
              <a:t>FA565 Business Ethics and Corporate Governance</a:t>
            </a:r>
            <a:endParaRPr lang="en-GB" sz="5600" dirty="0">
              <a:solidFill>
                <a:srgbClr val="FFFFFF"/>
              </a:solidFill>
            </a:endParaRPr>
          </a:p>
        </p:txBody>
      </p:sp>
      <p:sp>
        <p:nvSpPr>
          <p:cNvPr id="3" name="Subtitle 2">
            <a:extLst>
              <a:ext uri="{FF2B5EF4-FFF2-40B4-BE49-F238E27FC236}">
                <a16:creationId xmlns:a16="http://schemas.microsoft.com/office/drawing/2014/main" id="{50F051FA-2D04-CB9B-D1B4-FD9A1BBBEE71}"/>
              </a:ext>
            </a:extLst>
          </p:cNvPr>
          <p:cNvSpPr>
            <a:spLocks noGrp="1"/>
          </p:cNvSpPr>
          <p:nvPr>
            <p:ph type="subTitle" idx="1"/>
          </p:nvPr>
        </p:nvSpPr>
        <p:spPr>
          <a:xfrm>
            <a:off x="1522030" y="3605576"/>
            <a:ext cx="9147940" cy="2226149"/>
          </a:xfrm>
        </p:spPr>
        <p:txBody>
          <a:bodyPr anchor="t">
            <a:normAutofit fontScale="70000" lnSpcReduction="20000"/>
          </a:bodyPr>
          <a:lstStyle/>
          <a:p>
            <a:r>
              <a:rPr lang="en-GB" altLang="en-US" sz="4300" dirty="0">
                <a:solidFill>
                  <a:srgbClr val="FFFFFF"/>
                </a:solidFill>
                <a:ea typeface="ＭＳ Ｐゴシック" panose="020B0600070205080204" pitchFamily="34" charset="-128"/>
              </a:rPr>
              <a:t>Week 7: </a:t>
            </a:r>
            <a:br>
              <a:rPr lang="en-GB" altLang="en-US" sz="4300" dirty="0">
                <a:solidFill>
                  <a:srgbClr val="FFFFFF"/>
                </a:solidFill>
                <a:ea typeface="ＭＳ Ｐゴシック" panose="020B0600070205080204" pitchFamily="34" charset="-128"/>
              </a:rPr>
            </a:br>
            <a:r>
              <a:rPr lang="en-GB" altLang="en-US" sz="4300" b="1" dirty="0">
                <a:solidFill>
                  <a:srgbClr val="FFFFFF"/>
                </a:solidFill>
                <a:ea typeface="ＭＳ Ｐゴシック" panose="020B0600070205080204" pitchFamily="34" charset="-128"/>
              </a:rPr>
              <a:t>Board of Directors pt 1</a:t>
            </a:r>
          </a:p>
          <a:p>
            <a:r>
              <a:rPr lang="en-GB" altLang="en-US" sz="4300" b="1" dirty="0">
                <a:solidFill>
                  <a:srgbClr val="FFFFFF"/>
                </a:solidFill>
                <a:ea typeface="ＭＳ Ｐゴシック" panose="020B0600070205080204" pitchFamily="34" charset="-128"/>
              </a:rPr>
              <a:t>Board Leadership &amp; Company Purpose</a:t>
            </a:r>
          </a:p>
          <a:p>
            <a:endParaRPr lang="en-GB" sz="4300" i="0" dirty="0">
              <a:solidFill>
                <a:srgbClr val="FFFFFF"/>
              </a:solidFill>
              <a:ea typeface="ＭＳ Ｐゴシック" panose="020B0600070205080204" pitchFamily="34" charset="-128"/>
            </a:endParaRPr>
          </a:p>
          <a:p>
            <a:r>
              <a:rPr lang="en-GB" sz="4300" i="0" dirty="0">
                <a:solidFill>
                  <a:srgbClr val="FFFFFF"/>
                </a:solidFill>
                <a:ea typeface="ＭＳ Ｐゴシック" panose="020B0600070205080204" pitchFamily="34" charset="-128"/>
              </a:rPr>
              <a:t>Mark Elliot</a:t>
            </a:r>
            <a:endParaRPr lang="en-GB" sz="4300" i="0" dirty="0">
              <a:solidFill>
                <a:srgbClr val="FFFFFF"/>
              </a:solidFill>
            </a:endParaRPr>
          </a:p>
          <a:p>
            <a:endParaRPr lang="en-GB" sz="1700" dirty="0">
              <a:solidFill>
                <a:srgbClr val="FFFFFF"/>
              </a:solidFill>
            </a:endParaRPr>
          </a:p>
        </p:txBody>
      </p:sp>
      <p:sp>
        <p:nvSpPr>
          <p:cNvPr id="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7" name="Straight Connector 2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7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Network with pins">
            <a:extLst>
              <a:ext uri="{FF2B5EF4-FFF2-40B4-BE49-F238E27FC236}">
                <a16:creationId xmlns:a16="http://schemas.microsoft.com/office/drawing/2014/main" id="{9242C350-44EE-2686-03B4-26E838941CA8}"/>
              </a:ext>
            </a:extLst>
          </p:cNvPr>
          <p:cNvPicPr>
            <a:picLocks noChangeAspect="1"/>
          </p:cNvPicPr>
          <p:nvPr/>
        </p:nvPicPr>
        <p:blipFill rotWithShape="1">
          <a:blip r:embed="rId2">
            <a:extLst>
              <a:ext uri="{28A0092B-C50C-407E-A947-70E740481C1C}">
                <a14:useLocalDpi xmlns:a14="http://schemas.microsoft.com/office/drawing/2010/main" val="0"/>
              </a:ext>
            </a:extLst>
          </a:blip>
          <a:srcRect t="15414"/>
          <a:stretch/>
        </p:blipFill>
        <p:spPr>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4" name="Title 3">
            <a:extLst>
              <a:ext uri="{FF2B5EF4-FFF2-40B4-BE49-F238E27FC236}">
                <a16:creationId xmlns:a16="http://schemas.microsoft.com/office/drawing/2014/main" id="{B7FB94D9-0D89-C34B-E4B1-F51D5A4749F7}"/>
              </a:ext>
            </a:extLst>
          </p:cNvPr>
          <p:cNvSpPr>
            <a:spLocks noGrp="1"/>
          </p:cNvSpPr>
          <p:nvPr>
            <p:ph type="title"/>
          </p:nvPr>
        </p:nvSpPr>
        <p:spPr>
          <a:xfrm>
            <a:off x="428608" y="4886633"/>
            <a:ext cx="6931319" cy="1691149"/>
          </a:xfrm>
        </p:spPr>
        <p:txBody>
          <a:bodyPr vert="horz" lIns="91440" tIns="45720" rIns="91440" bIns="45720" rtlCol="0" anchor="b">
            <a:normAutofit/>
          </a:bodyPr>
          <a:lstStyle/>
          <a:p>
            <a:r>
              <a:rPr lang="en-US" sz="4400" dirty="0">
                <a:solidFill>
                  <a:schemeClr val="tx1">
                    <a:lumMod val="85000"/>
                    <a:lumOff val="15000"/>
                  </a:schemeClr>
                </a:solidFill>
              </a:rPr>
              <a:t>1. Board Leadership and Company Purpose</a:t>
            </a:r>
          </a:p>
        </p:txBody>
      </p:sp>
    </p:spTree>
    <p:extLst>
      <p:ext uri="{BB962C8B-B14F-4D97-AF65-F5344CB8AC3E}">
        <p14:creationId xmlns:p14="http://schemas.microsoft.com/office/powerpoint/2010/main" val="4012644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0AE46-B1E6-DDE2-518F-76E74EB3BD18}"/>
              </a:ext>
            </a:extLst>
          </p:cNvPr>
          <p:cNvSpPr>
            <a:spLocks noGrp="1"/>
          </p:cNvSpPr>
          <p:nvPr>
            <p:ph type="title"/>
          </p:nvPr>
        </p:nvSpPr>
        <p:spPr/>
        <p:txBody>
          <a:bodyPr/>
          <a:lstStyle/>
          <a:p>
            <a:r>
              <a:rPr lang="en-GB" altLang="en-US" dirty="0"/>
              <a:t>Principles and Provisions of the Code</a:t>
            </a:r>
            <a:endParaRPr lang="en-GB" dirty="0"/>
          </a:p>
        </p:txBody>
      </p:sp>
      <p:sp>
        <p:nvSpPr>
          <p:cNvPr id="3" name="Content Placeholder 2">
            <a:extLst>
              <a:ext uri="{FF2B5EF4-FFF2-40B4-BE49-F238E27FC236}">
                <a16:creationId xmlns:a16="http://schemas.microsoft.com/office/drawing/2014/main" id="{94F2DADE-F251-08FE-892E-177A862A7E38}"/>
              </a:ext>
            </a:extLst>
          </p:cNvPr>
          <p:cNvSpPr>
            <a:spLocks noGrp="1"/>
          </p:cNvSpPr>
          <p:nvPr>
            <p:ph idx="1"/>
          </p:nvPr>
        </p:nvSpPr>
        <p:spPr/>
        <p:txBody>
          <a:bodyPr/>
          <a:lstStyle/>
          <a:p>
            <a:pPr>
              <a:defRPr/>
            </a:pPr>
            <a:r>
              <a:rPr lang="en-GB" dirty="0"/>
              <a:t>At the heart of this Code is an updated set of </a:t>
            </a:r>
            <a:r>
              <a:rPr lang="en-GB" b="1" dirty="0"/>
              <a:t>Principles</a:t>
            </a:r>
            <a:r>
              <a:rPr lang="en-GB" dirty="0"/>
              <a:t> that emphasise the </a:t>
            </a:r>
            <a:r>
              <a:rPr lang="en-GB" b="1" dirty="0"/>
              <a:t>value of good corporate governance </a:t>
            </a:r>
            <a:r>
              <a:rPr lang="en-GB" dirty="0"/>
              <a:t>to long-term sustainable success.’</a:t>
            </a:r>
          </a:p>
          <a:p>
            <a:pPr>
              <a:defRPr/>
            </a:pPr>
            <a:r>
              <a:rPr lang="en-GB" dirty="0"/>
              <a:t>‘By applying the Principles, </a:t>
            </a:r>
            <a:r>
              <a:rPr lang="en-GB" b="1" dirty="0"/>
              <a:t>following the more detailed Provisions </a:t>
            </a:r>
            <a:r>
              <a:rPr lang="en-GB" dirty="0"/>
              <a:t>and </a:t>
            </a:r>
            <a:r>
              <a:rPr lang="en-GB" b="1" dirty="0"/>
              <a:t>using the associated guidance</a:t>
            </a:r>
            <a:r>
              <a:rPr lang="en-GB" dirty="0"/>
              <a:t>, companies can demonstrate throughout their reporting how the governance of the company contributes to its long-term sustainable success and achieves wider objectives.’</a:t>
            </a:r>
          </a:p>
          <a:p>
            <a:pPr marL="0" indent="0" algn="r">
              <a:buFont typeface="Arial" panose="020B0604020202020204" pitchFamily="34" charset="0"/>
              <a:buNone/>
              <a:defRPr/>
            </a:pPr>
            <a:r>
              <a:rPr lang="en-GB" dirty="0"/>
              <a:t>  (From the 2018 UK CG Code Introduction).</a:t>
            </a:r>
          </a:p>
          <a:p>
            <a:endParaRPr lang="en-GB" dirty="0"/>
          </a:p>
        </p:txBody>
      </p:sp>
    </p:spTree>
    <p:extLst>
      <p:ext uri="{BB962C8B-B14F-4D97-AF65-F5344CB8AC3E}">
        <p14:creationId xmlns:p14="http://schemas.microsoft.com/office/powerpoint/2010/main" val="1666455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B78C-0433-A318-95FF-6CF945A258FC}"/>
              </a:ext>
            </a:extLst>
          </p:cNvPr>
          <p:cNvSpPr>
            <a:spLocks noGrp="1"/>
          </p:cNvSpPr>
          <p:nvPr>
            <p:ph type="title"/>
          </p:nvPr>
        </p:nvSpPr>
        <p:spPr/>
        <p:txBody>
          <a:bodyPr/>
          <a:lstStyle/>
          <a:p>
            <a:r>
              <a:rPr lang="en-GB" dirty="0"/>
              <a:t>UK Corporate Governance Code</a:t>
            </a:r>
          </a:p>
        </p:txBody>
      </p:sp>
      <p:graphicFrame>
        <p:nvGraphicFramePr>
          <p:cNvPr id="4" name="Content Placeholder 3">
            <a:extLst>
              <a:ext uri="{FF2B5EF4-FFF2-40B4-BE49-F238E27FC236}">
                <a16:creationId xmlns:a16="http://schemas.microsoft.com/office/drawing/2014/main" id="{D55EC7F9-C891-4563-AE3D-097C14E2BEB4}"/>
              </a:ext>
            </a:extLst>
          </p:cNvPr>
          <p:cNvGraphicFramePr>
            <a:graphicFrameLocks noGrp="1"/>
          </p:cNvGraphicFramePr>
          <p:nvPr>
            <p:ph idx="1"/>
            <p:extLst>
              <p:ext uri="{D42A27DB-BD31-4B8C-83A1-F6EECF244321}">
                <p14:modId xmlns:p14="http://schemas.microsoft.com/office/powerpoint/2010/main" val="10417656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636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3C9044-B5CE-393B-8AA7-EEA1D662D206}"/>
              </a:ext>
            </a:extLst>
          </p:cNvPr>
          <p:cNvSpPr>
            <a:spLocks noGrp="1"/>
          </p:cNvSpPr>
          <p:nvPr>
            <p:ph type="title"/>
          </p:nvPr>
        </p:nvSpPr>
        <p:spPr/>
        <p:txBody>
          <a:bodyPr/>
          <a:lstStyle/>
          <a:p>
            <a:r>
              <a:rPr lang="en-GB" dirty="0"/>
              <a:t>Principles A-E</a:t>
            </a:r>
          </a:p>
        </p:txBody>
      </p:sp>
      <p:sp>
        <p:nvSpPr>
          <p:cNvPr id="5" name="Text Placeholder 4">
            <a:extLst>
              <a:ext uri="{FF2B5EF4-FFF2-40B4-BE49-F238E27FC236}">
                <a16:creationId xmlns:a16="http://schemas.microsoft.com/office/drawing/2014/main" id="{B07E92C3-D98C-577D-BBD8-96D96E26C13B}"/>
              </a:ext>
            </a:extLst>
          </p:cNvPr>
          <p:cNvSpPr>
            <a:spLocks noGrp="1"/>
          </p:cNvSpPr>
          <p:nvPr>
            <p:ph type="body" idx="1"/>
          </p:nvPr>
        </p:nvSpPr>
        <p:spPr/>
        <p:txBody>
          <a:bodyPr/>
          <a:lstStyle/>
          <a:p>
            <a:r>
              <a:rPr lang="en-GB" dirty="0"/>
              <a:t>Board Leadership and Company Purpose</a:t>
            </a:r>
          </a:p>
        </p:txBody>
      </p:sp>
    </p:spTree>
    <p:extLst>
      <p:ext uri="{BB962C8B-B14F-4D97-AF65-F5344CB8AC3E}">
        <p14:creationId xmlns:p14="http://schemas.microsoft.com/office/powerpoint/2010/main" val="62920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6D413B-A94C-8A3E-0AE7-01B20DAADE68}"/>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Principle A</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8F5D34-CC9D-0096-1028-40820ECFCFFF}"/>
              </a:ext>
            </a:extLst>
          </p:cNvPr>
          <p:cNvSpPr>
            <a:spLocks noGrp="1"/>
          </p:cNvSpPr>
          <p:nvPr>
            <p:ph idx="1"/>
          </p:nvPr>
        </p:nvSpPr>
        <p:spPr>
          <a:xfrm>
            <a:off x="1155548" y="2217343"/>
            <a:ext cx="9880893" cy="3959619"/>
          </a:xfrm>
        </p:spPr>
        <p:txBody>
          <a:bodyPr>
            <a:normAutofit/>
          </a:bodyPr>
          <a:lstStyle/>
          <a:p>
            <a:pPr marL="0" indent="0">
              <a:buNone/>
              <a:defRPr/>
            </a:pPr>
            <a:r>
              <a:rPr lang="en-GB" sz="4000" dirty="0"/>
              <a:t> “A successful company is led by </a:t>
            </a:r>
            <a:r>
              <a:rPr lang="en-GB" sz="4000" b="1" dirty="0"/>
              <a:t>an effective and entrepreneurial board</a:t>
            </a:r>
            <a:r>
              <a:rPr lang="en-GB" sz="4000" dirty="0"/>
              <a:t>, whose role is to </a:t>
            </a:r>
            <a:r>
              <a:rPr lang="en-GB" sz="4000" b="1" dirty="0"/>
              <a:t>promote the long-term sustainable success </a:t>
            </a:r>
            <a:r>
              <a:rPr lang="en-GB" sz="4000" dirty="0"/>
              <a:t>of the company, </a:t>
            </a:r>
            <a:r>
              <a:rPr lang="en-GB" sz="4000" b="1" dirty="0"/>
              <a:t>generating value </a:t>
            </a:r>
            <a:r>
              <a:rPr lang="en-GB" sz="4000" dirty="0"/>
              <a:t>for shareholders and </a:t>
            </a:r>
            <a:r>
              <a:rPr lang="en-GB" sz="4000" b="1" dirty="0"/>
              <a:t>contributing</a:t>
            </a:r>
            <a:r>
              <a:rPr lang="en-GB" sz="4000" dirty="0"/>
              <a:t> to wider society.”</a:t>
            </a:r>
          </a:p>
          <a:p>
            <a:endParaRPr lang="en-GB" sz="4000" dirty="0"/>
          </a:p>
        </p:txBody>
      </p:sp>
    </p:spTree>
    <p:extLst>
      <p:ext uri="{BB962C8B-B14F-4D97-AF65-F5344CB8AC3E}">
        <p14:creationId xmlns:p14="http://schemas.microsoft.com/office/powerpoint/2010/main" val="359843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C5634-42BE-FEE5-383E-E1C61727CD42}"/>
              </a:ext>
            </a:extLst>
          </p:cNvPr>
          <p:cNvSpPr>
            <a:spLocks noGrp="1"/>
          </p:cNvSpPr>
          <p:nvPr>
            <p:ph type="title"/>
          </p:nvPr>
        </p:nvSpPr>
        <p:spPr>
          <a:xfrm>
            <a:off x="4965430" y="629266"/>
            <a:ext cx="6586491" cy="1676603"/>
          </a:xfrm>
        </p:spPr>
        <p:txBody>
          <a:bodyPr>
            <a:normAutofit/>
          </a:bodyPr>
          <a:lstStyle/>
          <a:p>
            <a:r>
              <a:rPr lang="en-GB" altLang="en-US" sz="4600" b="0"/>
              <a:t>Board Leadership Lessons from a Long-Time CEO</a:t>
            </a:r>
            <a:endParaRPr lang="en-GB" sz="4600"/>
          </a:p>
        </p:txBody>
      </p:sp>
      <p:sp>
        <p:nvSpPr>
          <p:cNvPr id="5" name="Content Placeholder 4">
            <a:extLst>
              <a:ext uri="{FF2B5EF4-FFF2-40B4-BE49-F238E27FC236}">
                <a16:creationId xmlns:a16="http://schemas.microsoft.com/office/drawing/2014/main" id="{C9254B1C-97AC-8597-F2FA-35D57763D680}"/>
              </a:ext>
            </a:extLst>
          </p:cNvPr>
          <p:cNvSpPr>
            <a:spLocks noGrp="1"/>
          </p:cNvSpPr>
          <p:nvPr>
            <p:ph idx="1"/>
          </p:nvPr>
        </p:nvSpPr>
        <p:spPr>
          <a:xfrm>
            <a:off x="4965431" y="2852530"/>
            <a:ext cx="6586489" cy="3371289"/>
          </a:xfrm>
        </p:spPr>
        <p:txBody>
          <a:bodyPr>
            <a:normAutofit/>
          </a:bodyPr>
          <a:lstStyle/>
          <a:p>
            <a:pPr marL="0" indent="0">
              <a:buNone/>
            </a:pPr>
            <a:r>
              <a:rPr lang="en-GB" altLang="en-US" sz="3600" dirty="0"/>
              <a:t>Bill </a:t>
            </a:r>
            <a:r>
              <a:rPr lang="en-GB" altLang="en-US" sz="3600" dirty="0" err="1"/>
              <a:t>Murdy</a:t>
            </a:r>
            <a:r>
              <a:rPr lang="en-GB" altLang="en-US" sz="3600" dirty="0"/>
              <a:t>: Director of Vectus (NYSE)</a:t>
            </a:r>
          </a:p>
          <a:p>
            <a:r>
              <a:rPr lang="en-GB" altLang="en-US" sz="3600" dirty="0">
                <a:hlinkClick r:id="rId2"/>
              </a:rPr>
              <a:t>https://youtu.be/1uwXyonwc5U?t=29</a:t>
            </a:r>
            <a:r>
              <a:rPr lang="en-GB" altLang="en-US" sz="3600" dirty="0"/>
              <a:t>  </a:t>
            </a:r>
            <a:endParaRPr lang="en-GB" sz="3600" dirty="0"/>
          </a:p>
        </p:txBody>
      </p:sp>
      <p:pic>
        <p:nvPicPr>
          <p:cNvPr id="1026" name="Picture 2">
            <a:extLst>
              <a:ext uri="{FF2B5EF4-FFF2-40B4-BE49-F238E27FC236}">
                <a16:creationId xmlns:a16="http://schemas.microsoft.com/office/drawing/2014/main" id="{CD594B69-D723-EEC2-3B5E-FDDF54A2B2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250"/>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26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3C9219-AF41-7D5F-129C-86962373600A}"/>
              </a:ext>
            </a:extLst>
          </p:cNvPr>
          <p:cNvSpPr>
            <a:spLocks noGrp="1"/>
          </p:cNvSpPr>
          <p:nvPr>
            <p:ph type="title"/>
          </p:nvPr>
        </p:nvSpPr>
        <p:spPr>
          <a:xfrm>
            <a:off x="1156851" y="637762"/>
            <a:ext cx="9888496" cy="900131"/>
          </a:xfrm>
        </p:spPr>
        <p:txBody>
          <a:bodyPr anchor="t">
            <a:normAutofit/>
          </a:bodyPr>
          <a:lstStyle/>
          <a:p>
            <a:r>
              <a:rPr lang="en-GB" altLang="en-US" sz="4000">
                <a:solidFill>
                  <a:schemeClr val="bg1"/>
                </a:solidFill>
              </a:rPr>
              <a:t>Principle B</a:t>
            </a:r>
            <a:endParaRPr lang="en-GB"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29CB13-B26D-E4A4-F40C-0818DF6F46AA}"/>
              </a:ext>
            </a:extLst>
          </p:cNvPr>
          <p:cNvSpPr>
            <a:spLocks noGrp="1"/>
          </p:cNvSpPr>
          <p:nvPr>
            <p:ph idx="1"/>
          </p:nvPr>
        </p:nvSpPr>
        <p:spPr>
          <a:xfrm>
            <a:off x="1155548" y="2217343"/>
            <a:ext cx="9880893" cy="3959619"/>
          </a:xfrm>
        </p:spPr>
        <p:txBody>
          <a:bodyPr>
            <a:normAutofit/>
          </a:bodyPr>
          <a:lstStyle/>
          <a:p>
            <a:pPr marL="0" indent="0">
              <a:buNone/>
            </a:pPr>
            <a:r>
              <a:rPr lang="en-GB" sz="4000" dirty="0"/>
              <a:t>“The board should </a:t>
            </a:r>
            <a:r>
              <a:rPr lang="en-GB" sz="4000" b="1" dirty="0"/>
              <a:t>establish the company’s purpose, values and strategy</a:t>
            </a:r>
            <a:r>
              <a:rPr lang="en-GB" sz="4000" dirty="0"/>
              <a:t>, and </a:t>
            </a:r>
            <a:r>
              <a:rPr lang="en-GB" sz="4000" b="1" dirty="0"/>
              <a:t>satisfy</a:t>
            </a:r>
            <a:r>
              <a:rPr lang="en-GB" sz="4000" dirty="0"/>
              <a:t> itself that these and its </a:t>
            </a:r>
            <a:r>
              <a:rPr lang="en-GB" sz="4000" b="1" dirty="0"/>
              <a:t>culture are aligned</a:t>
            </a:r>
            <a:r>
              <a:rPr lang="en-GB" sz="4000" dirty="0"/>
              <a:t>. All directors must </a:t>
            </a:r>
            <a:r>
              <a:rPr lang="en-GB" sz="4000" b="1" dirty="0"/>
              <a:t>act with integrity</a:t>
            </a:r>
            <a:r>
              <a:rPr lang="en-GB" sz="4000" dirty="0"/>
              <a:t>, </a:t>
            </a:r>
            <a:r>
              <a:rPr lang="en-GB" sz="4000" b="1" dirty="0"/>
              <a:t>lead by example </a:t>
            </a:r>
            <a:r>
              <a:rPr lang="en-GB" sz="4000" dirty="0"/>
              <a:t>and </a:t>
            </a:r>
            <a:r>
              <a:rPr lang="en-GB" sz="4000" b="1" dirty="0"/>
              <a:t>promote the desired culture</a:t>
            </a:r>
            <a:r>
              <a:rPr lang="en-GB" sz="4000" dirty="0"/>
              <a:t>.</a:t>
            </a:r>
            <a:r>
              <a:rPr lang="en-GB" sz="4000" b="1" dirty="0"/>
              <a:t>”</a:t>
            </a:r>
            <a:endParaRPr lang="en-GB" sz="4000" dirty="0"/>
          </a:p>
        </p:txBody>
      </p:sp>
    </p:spTree>
    <p:extLst>
      <p:ext uri="{BB962C8B-B14F-4D97-AF65-F5344CB8AC3E}">
        <p14:creationId xmlns:p14="http://schemas.microsoft.com/office/powerpoint/2010/main" val="3996575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50B5E-A481-B33B-E31C-F2E833043AF9}"/>
              </a:ext>
            </a:extLst>
          </p:cNvPr>
          <p:cNvSpPr>
            <a:spLocks noGrp="1"/>
          </p:cNvSpPr>
          <p:nvPr>
            <p:ph type="title"/>
          </p:nvPr>
        </p:nvSpPr>
        <p:spPr/>
        <p:txBody>
          <a:bodyPr/>
          <a:lstStyle/>
          <a:p>
            <a:r>
              <a:rPr lang="en-GB" dirty="0"/>
              <a:t>Extract from </a:t>
            </a:r>
            <a:r>
              <a:rPr lang="en-GB" b="1" dirty="0"/>
              <a:t>JD Sports Fashion Plc </a:t>
            </a:r>
            <a:r>
              <a:rPr lang="en-GB" dirty="0"/>
              <a:t>2022 Annual Report</a:t>
            </a:r>
          </a:p>
        </p:txBody>
      </p:sp>
      <p:pic>
        <p:nvPicPr>
          <p:cNvPr id="5" name="Picture 4">
            <a:extLst>
              <a:ext uri="{FF2B5EF4-FFF2-40B4-BE49-F238E27FC236}">
                <a16:creationId xmlns:a16="http://schemas.microsoft.com/office/drawing/2014/main" id="{611CE52E-AB03-4A41-4D25-5B9B1C16556E}"/>
              </a:ext>
            </a:extLst>
          </p:cNvPr>
          <p:cNvPicPr>
            <a:picLocks noChangeAspect="1"/>
          </p:cNvPicPr>
          <p:nvPr/>
        </p:nvPicPr>
        <p:blipFill>
          <a:blip r:embed="rId2"/>
          <a:stretch>
            <a:fillRect/>
          </a:stretch>
        </p:blipFill>
        <p:spPr>
          <a:xfrm>
            <a:off x="838200" y="1806702"/>
            <a:ext cx="4724400" cy="2857500"/>
          </a:xfrm>
          <a:prstGeom prst="rect">
            <a:avLst/>
          </a:prstGeom>
        </p:spPr>
      </p:pic>
      <p:pic>
        <p:nvPicPr>
          <p:cNvPr id="7" name="Picture 6">
            <a:extLst>
              <a:ext uri="{FF2B5EF4-FFF2-40B4-BE49-F238E27FC236}">
                <a16:creationId xmlns:a16="http://schemas.microsoft.com/office/drawing/2014/main" id="{62EE23D9-9AC0-5061-E0E6-33C33F2274D3}"/>
              </a:ext>
            </a:extLst>
          </p:cNvPr>
          <p:cNvPicPr>
            <a:picLocks noChangeAspect="1"/>
          </p:cNvPicPr>
          <p:nvPr/>
        </p:nvPicPr>
        <p:blipFill>
          <a:blip r:embed="rId3"/>
          <a:stretch>
            <a:fillRect/>
          </a:stretch>
        </p:blipFill>
        <p:spPr>
          <a:xfrm>
            <a:off x="6350772" y="1806702"/>
            <a:ext cx="4469628" cy="4894894"/>
          </a:xfrm>
          <a:prstGeom prst="rect">
            <a:avLst/>
          </a:prstGeom>
        </p:spPr>
      </p:pic>
      <p:pic>
        <p:nvPicPr>
          <p:cNvPr id="9" name="Picture 8">
            <a:extLst>
              <a:ext uri="{FF2B5EF4-FFF2-40B4-BE49-F238E27FC236}">
                <a16:creationId xmlns:a16="http://schemas.microsoft.com/office/drawing/2014/main" id="{505ABC92-A688-AF12-561B-B0990615FCAB}"/>
              </a:ext>
            </a:extLst>
          </p:cNvPr>
          <p:cNvPicPr>
            <a:picLocks noChangeAspect="1"/>
          </p:cNvPicPr>
          <p:nvPr/>
        </p:nvPicPr>
        <p:blipFill>
          <a:blip r:embed="rId4"/>
          <a:stretch>
            <a:fillRect/>
          </a:stretch>
        </p:blipFill>
        <p:spPr>
          <a:xfrm>
            <a:off x="838200" y="4968046"/>
            <a:ext cx="4724400" cy="1733550"/>
          </a:xfrm>
          <a:prstGeom prst="rect">
            <a:avLst/>
          </a:prstGeom>
        </p:spPr>
      </p:pic>
    </p:spTree>
    <p:extLst>
      <p:ext uri="{BB962C8B-B14F-4D97-AF65-F5344CB8AC3E}">
        <p14:creationId xmlns:p14="http://schemas.microsoft.com/office/powerpoint/2010/main" val="1234657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B14A0-E396-409A-4D39-02DB3D673729}"/>
              </a:ext>
            </a:extLst>
          </p:cNvPr>
          <p:cNvSpPr>
            <a:spLocks noGrp="1"/>
          </p:cNvSpPr>
          <p:nvPr>
            <p:ph type="title"/>
          </p:nvPr>
        </p:nvSpPr>
        <p:spPr>
          <a:xfrm>
            <a:off x="1156851" y="637762"/>
            <a:ext cx="9888496" cy="900131"/>
          </a:xfrm>
        </p:spPr>
        <p:txBody>
          <a:bodyPr anchor="t">
            <a:normAutofit/>
          </a:bodyPr>
          <a:lstStyle/>
          <a:p>
            <a:r>
              <a:rPr lang="en-GB" altLang="en-US" sz="4000">
                <a:solidFill>
                  <a:schemeClr val="bg1"/>
                </a:solidFill>
              </a:rPr>
              <a:t>Principle C</a:t>
            </a:r>
            <a:endParaRPr lang="en-GB"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DE634C-B81C-B01A-01C0-8991E77B9F32}"/>
              </a:ext>
            </a:extLst>
          </p:cNvPr>
          <p:cNvSpPr>
            <a:spLocks noGrp="1"/>
          </p:cNvSpPr>
          <p:nvPr>
            <p:ph idx="1"/>
          </p:nvPr>
        </p:nvSpPr>
        <p:spPr>
          <a:xfrm>
            <a:off x="1155548" y="2217343"/>
            <a:ext cx="9880893" cy="3959619"/>
          </a:xfrm>
        </p:spPr>
        <p:txBody>
          <a:bodyPr>
            <a:normAutofit/>
          </a:bodyPr>
          <a:lstStyle/>
          <a:p>
            <a:pPr marL="0" indent="0">
              <a:buNone/>
            </a:pPr>
            <a:r>
              <a:rPr lang="en-GB" sz="4000" dirty="0"/>
              <a:t>“The board should </a:t>
            </a:r>
            <a:r>
              <a:rPr lang="en-GB" sz="4000" b="1" dirty="0"/>
              <a:t>ensure that the necessary resources</a:t>
            </a:r>
            <a:r>
              <a:rPr lang="en-GB" sz="4000" dirty="0"/>
              <a:t> are in place for the company to meet its objectives and measure performance against them. The board should also </a:t>
            </a:r>
            <a:r>
              <a:rPr lang="en-GB" sz="4000" b="1" dirty="0"/>
              <a:t>establish a framework </a:t>
            </a:r>
            <a:r>
              <a:rPr lang="en-GB" sz="4000" dirty="0"/>
              <a:t>of </a:t>
            </a:r>
            <a:r>
              <a:rPr lang="en-GB" sz="4000" b="1" dirty="0"/>
              <a:t>prudent and effective controls</a:t>
            </a:r>
            <a:r>
              <a:rPr lang="en-GB" sz="4000" dirty="0"/>
              <a:t>, which enable </a:t>
            </a:r>
            <a:r>
              <a:rPr lang="en-GB" sz="4000" b="1" dirty="0"/>
              <a:t>risk to be assessed and managed</a:t>
            </a:r>
            <a:r>
              <a:rPr lang="en-GB" sz="4000" dirty="0"/>
              <a:t>.”</a:t>
            </a:r>
          </a:p>
          <a:p>
            <a:pPr marL="0" indent="0">
              <a:buNone/>
            </a:pPr>
            <a:endParaRPr lang="en-GB" sz="4000" dirty="0"/>
          </a:p>
          <a:p>
            <a:endParaRPr lang="en-GB" sz="4000" dirty="0"/>
          </a:p>
        </p:txBody>
      </p:sp>
    </p:spTree>
    <p:extLst>
      <p:ext uri="{BB962C8B-B14F-4D97-AF65-F5344CB8AC3E}">
        <p14:creationId xmlns:p14="http://schemas.microsoft.com/office/powerpoint/2010/main" val="3748149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FA624E-C2FA-AC35-6C3D-61ADA7CF3249}"/>
              </a:ext>
            </a:extLst>
          </p:cNvPr>
          <p:cNvSpPr>
            <a:spLocks noGrp="1"/>
          </p:cNvSpPr>
          <p:nvPr>
            <p:ph type="title"/>
          </p:nvPr>
        </p:nvSpPr>
        <p:spPr>
          <a:xfrm>
            <a:off x="1156851" y="637762"/>
            <a:ext cx="9888496" cy="900131"/>
          </a:xfrm>
        </p:spPr>
        <p:txBody>
          <a:bodyPr anchor="t">
            <a:normAutofit/>
          </a:bodyPr>
          <a:lstStyle/>
          <a:p>
            <a:r>
              <a:rPr lang="en-GB" altLang="en-US" sz="4000">
                <a:solidFill>
                  <a:schemeClr val="bg1"/>
                </a:solidFill>
              </a:rPr>
              <a:t>Principle D</a:t>
            </a:r>
            <a:endParaRPr lang="en-GB"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1D56FF5-455F-0BD5-FD3E-3B6517676B7F}"/>
              </a:ext>
            </a:extLst>
          </p:cNvPr>
          <p:cNvSpPr>
            <a:spLocks noGrp="1"/>
          </p:cNvSpPr>
          <p:nvPr>
            <p:ph idx="1"/>
          </p:nvPr>
        </p:nvSpPr>
        <p:spPr>
          <a:xfrm>
            <a:off x="1155548" y="2217343"/>
            <a:ext cx="9880893" cy="3959619"/>
          </a:xfrm>
        </p:spPr>
        <p:txBody>
          <a:bodyPr>
            <a:normAutofit/>
          </a:bodyPr>
          <a:lstStyle/>
          <a:p>
            <a:pPr marL="0" indent="0">
              <a:buNone/>
            </a:pPr>
            <a:r>
              <a:rPr lang="en-GB" sz="4000" dirty="0"/>
              <a:t>“In order for the company to meet its responsibilities to shareholders and stakeholders, the board should </a:t>
            </a:r>
            <a:r>
              <a:rPr lang="en-GB" sz="4000" b="1" dirty="0"/>
              <a:t>ensure effective engagement with</a:t>
            </a:r>
            <a:r>
              <a:rPr lang="en-GB" sz="4000" dirty="0"/>
              <a:t>, and </a:t>
            </a:r>
            <a:r>
              <a:rPr lang="en-GB" sz="4000" b="1" dirty="0"/>
              <a:t>encourage participation from</a:t>
            </a:r>
            <a:r>
              <a:rPr lang="en-GB" sz="4000" dirty="0"/>
              <a:t>, these parties.”</a:t>
            </a:r>
          </a:p>
          <a:p>
            <a:pPr marL="0" indent="0">
              <a:buNone/>
            </a:pPr>
            <a:endParaRPr lang="en-GB" sz="4000" dirty="0"/>
          </a:p>
          <a:p>
            <a:endParaRPr lang="en-GB" sz="4000" dirty="0"/>
          </a:p>
        </p:txBody>
      </p:sp>
    </p:spTree>
    <p:extLst>
      <p:ext uri="{BB962C8B-B14F-4D97-AF65-F5344CB8AC3E}">
        <p14:creationId xmlns:p14="http://schemas.microsoft.com/office/powerpoint/2010/main" val="421429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6A41C8-6152-6798-7094-BDFE0B83D59F}"/>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Principle 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D7A372D-3392-E52A-F836-FA427198E817}"/>
              </a:ext>
            </a:extLst>
          </p:cNvPr>
          <p:cNvSpPr>
            <a:spLocks noGrp="1"/>
          </p:cNvSpPr>
          <p:nvPr>
            <p:ph idx="1"/>
          </p:nvPr>
        </p:nvSpPr>
        <p:spPr>
          <a:xfrm>
            <a:off x="1155548" y="2217343"/>
            <a:ext cx="9880893" cy="3959619"/>
          </a:xfrm>
        </p:spPr>
        <p:txBody>
          <a:bodyPr>
            <a:normAutofit/>
          </a:bodyPr>
          <a:lstStyle/>
          <a:p>
            <a:pPr marL="0" indent="0">
              <a:buNone/>
            </a:pPr>
            <a:r>
              <a:rPr lang="en-GB" sz="4000" dirty="0"/>
              <a:t>“The board should </a:t>
            </a:r>
            <a:r>
              <a:rPr lang="en-GB" sz="4000" b="1" dirty="0"/>
              <a:t>ensure that workforce policies and practices are consistent</a:t>
            </a:r>
            <a:r>
              <a:rPr lang="en-GB" sz="4000" dirty="0"/>
              <a:t> with the company’s </a:t>
            </a:r>
            <a:r>
              <a:rPr lang="en-GB" sz="4000" b="1" dirty="0"/>
              <a:t>values</a:t>
            </a:r>
            <a:r>
              <a:rPr lang="en-GB" sz="4000" dirty="0"/>
              <a:t> and support its </a:t>
            </a:r>
            <a:r>
              <a:rPr lang="en-GB" sz="4000" b="1" dirty="0"/>
              <a:t>long-term sustainable success</a:t>
            </a:r>
            <a:r>
              <a:rPr lang="en-GB" sz="4000" dirty="0"/>
              <a:t>. The workforce should be able to </a:t>
            </a:r>
            <a:r>
              <a:rPr lang="en-GB" sz="4000" b="1" dirty="0"/>
              <a:t>raise any matters of concern.</a:t>
            </a:r>
            <a:r>
              <a:rPr lang="en-GB" sz="4000" dirty="0"/>
              <a:t>”</a:t>
            </a:r>
          </a:p>
        </p:txBody>
      </p:sp>
    </p:spTree>
    <p:extLst>
      <p:ext uri="{BB962C8B-B14F-4D97-AF65-F5344CB8AC3E}">
        <p14:creationId xmlns:p14="http://schemas.microsoft.com/office/powerpoint/2010/main" val="2555571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844AE8-A045-CC10-665C-BC7A2CE0EDFA}"/>
              </a:ext>
            </a:extLst>
          </p:cNvPr>
          <p:cNvSpPr>
            <a:spLocks noGrp="1"/>
          </p:cNvSpPr>
          <p:nvPr>
            <p:ph type="title"/>
          </p:nvPr>
        </p:nvSpPr>
        <p:spPr/>
        <p:txBody>
          <a:bodyPr/>
          <a:lstStyle/>
          <a:p>
            <a:r>
              <a:rPr lang="en-GB" dirty="0"/>
              <a:t>Provisions 1-8</a:t>
            </a:r>
          </a:p>
        </p:txBody>
      </p:sp>
      <p:sp>
        <p:nvSpPr>
          <p:cNvPr id="5" name="Text Placeholder 4">
            <a:extLst>
              <a:ext uri="{FF2B5EF4-FFF2-40B4-BE49-F238E27FC236}">
                <a16:creationId xmlns:a16="http://schemas.microsoft.com/office/drawing/2014/main" id="{4D4E8A42-E40B-4965-5B2C-AAF82A3E5349}"/>
              </a:ext>
            </a:extLst>
          </p:cNvPr>
          <p:cNvSpPr>
            <a:spLocks noGrp="1"/>
          </p:cNvSpPr>
          <p:nvPr>
            <p:ph type="body" idx="1"/>
          </p:nvPr>
        </p:nvSpPr>
        <p:spPr/>
        <p:txBody>
          <a:bodyPr/>
          <a:lstStyle/>
          <a:p>
            <a:r>
              <a:rPr lang="en-GB" dirty="0"/>
              <a:t>Board Leadership and Company Purpose</a:t>
            </a:r>
          </a:p>
        </p:txBody>
      </p:sp>
    </p:spTree>
    <p:extLst>
      <p:ext uri="{BB962C8B-B14F-4D97-AF65-F5344CB8AC3E}">
        <p14:creationId xmlns:p14="http://schemas.microsoft.com/office/powerpoint/2010/main" val="350166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4893-F202-EFE6-7D7B-55E57B9B4695}"/>
              </a:ext>
            </a:extLst>
          </p:cNvPr>
          <p:cNvSpPr>
            <a:spLocks noGrp="1"/>
          </p:cNvSpPr>
          <p:nvPr>
            <p:ph type="title"/>
          </p:nvPr>
        </p:nvSpPr>
        <p:spPr/>
        <p:txBody>
          <a:bodyPr/>
          <a:lstStyle/>
          <a:p>
            <a:r>
              <a:rPr lang="en-GB" sz="4400" dirty="0"/>
              <a:t>Provision 1</a:t>
            </a:r>
            <a:endParaRPr lang="en-GB" dirty="0"/>
          </a:p>
        </p:txBody>
      </p:sp>
      <p:sp>
        <p:nvSpPr>
          <p:cNvPr id="3" name="Content Placeholder 2">
            <a:extLst>
              <a:ext uri="{FF2B5EF4-FFF2-40B4-BE49-F238E27FC236}">
                <a16:creationId xmlns:a16="http://schemas.microsoft.com/office/drawing/2014/main" id="{B30A7039-822F-028D-E6D9-A0C715568417}"/>
              </a:ext>
            </a:extLst>
          </p:cNvPr>
          <p:cNvSpPr>
            <a:spLocks noGrp="1"/>
          </p:cNvSpPr>
          <p:nvPr>
            <p:ph idx="1"/>
          </p:nvPr>
        </p:nvSpPr>
        <p:spPr/>
        <p:txBody>
          <a:bodyPr>
            <a:normAutofit/>
          </a:bodyPr>
          <a:lstStyle/>
          <a:p>
            <a:pPr marL="0" indent="0">
              <a:buFont typeface="Arial" panose="020B0604020202020204" pitchFamily="34" charset="0"/>
              <a:buNone/>
              <a:defRPr/>
            </a:pPr>
            <a:r>
              <a:rPr lang="en-US" sz="3200" dirty="0"/>
              <a:t>The board should assess the basis on which the company generates and preserves value over the long-term.  </a:t>
            </a:r>
          </a:p>
          <a:p>
            <a:pPr lvl="1">
              <a:defRPr/>
            </a:pPr>
            <a:r>
              <a:rPr lang="en-US" sz="2800" dirty="0"/>
              <a:t>It should describe in the annual report how opportunities and risks to the future success of the business have been considered and addressed, the sustainability of the company’s business model and how its governance contributes to the delivery of its strategy.</a:t>
            </a:r>
          </a:p>
          <a:p>
            <a:pPr marL="0" indent="0">
              <a:buNone/>
            </a:pPr>
            <a:endParaRPr lang="en-GB" sz="3200" b="1" dirty="0"/>
          </a:p>
        </p:txBody>
      </p:sp>
    </p:spTree>
    <p:extLst>
      <p:ext uri="{BB962C8B-B14F-4D97-AF65-F5344CB8AC3E}">
        <p14:creationId xmlns:p14="http://schemas.microsoft.com/office/powerpoint/2010/main" val="1005890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EFF59-1C0F-DC61-E5B1-2A6144AD2690}"/>
              </a:ext>
            </a:extLst>
          </p:cNvPr>
          <p:cNvSpPr>
            <a:spLocks noGrp="1"/>
          </p:cNvSpPr>
          <p:nvPr>
            <p:ph type="title"/>
          </p:nvPr>
        </p:nvSpPr>
        <p:spPr/>
        <p:txBody>
          <a:bodyPr/>
          <a:lstStyle/>
          <a:p>
            <a:r>
              <a:rPr lang="en-GB" dirty="0"/>
              <a:t>Example – Tesco Plc (2022) – Risk Register</a:t>
            </a:r>
          </a:p>
        </p:txBody>
      </p:sp>
      <p:sp>
        <p:nvSpPr>
          <p:cNvPr id="3" name="Content Placeholder 2">
            <a:extLst>
              <a:ext uri="{FF2B5EF4-FFF2-40B4-BE49-F238E27FC236}">
                <a16:creationId xmlns:a16="http://schemas.microsoft.com/office/drawing/2014/main" id="{9FC24F0F-7DE0-B5B2-21E5-374B694A9522}"/>
              </a:ext>
            </a:extLst>
          </p:cNvPr>
          <p:cNvSpPr>
            <a:spLocks noGrp="1"/>
          </p:cNvSpPr>
          <p:nvPr>
            <p:ph idx="1"/>
          </p:nvPr>
        </p:nvSpPr>
        <p:spPr>
          <a:xfrm>
            <a:off x="838200" y="5961125"/>
            <a:ext cx="10515600" cy="790166"/>
          </a:xfrm>
        </p:spPr>
        <p:txBody>
          <a:bodyPr>
            <a:normAutofit/>
          </a:bodyPr>
          <a:lstStyle/>
          <a:p>
            <a:pPr marL="0" indent="0">
              <a:buNone/>
            </a:pPr>
            <a:r>
              <a:rPr lang="en-GB" sz="1800" dirty="0"/>
              <a:t>Tesco Plc 2022 Annual Report (p33) </a:t>
            </a:r>
          </a:p>
          <a:p>
            <a:pPr marL="0" indent="0">
              <a:buNone/>
            </a:pPr>
            <a:r>
              <a:rPr lang="en-GB" sz="1800" dirty="0">
                <a:hlinkClick r:id="rId2"/>
              </a:rPr>
              <a:t>https://www.tescoplc.com/media/759057/tesco-annual-report-2022.pdf</a:t>
            </a:r>
            <a:r>
              <a:rPr lang="en-GB" sz="1800" dirty="0"/>
              <a:t> </a:t>
            </a:r>
          </a:p>
        </p:txBody>
      </p:sp>
      <p:pic>
        <p:nvPicPr>
          <p:cNvPr id="5" name="Picture 4">
            <a:extLst>
              <a:ext uri="{FF2B5EF4-FFF2-40B4-BE49-F238E27FC236}">
                <a16:creationId xmlns:a16="http://schemas.microsoft.com/office/drawing/2014/main" id="{DAF02FAB-5827-F171-6356-84295D512942}"/>
              </a:ext>
            </a:extLst>
          </p:cNvPr>
          <p:cNvPicPr>
            <a:picLocks noChangeAspect="1"/>
          </p:cNvPicPr>
          <p:nvPr/>
        </p:nvPicPr>
        <p:blipFill>
          <a:blip r:embed="rId3"/>
          <a:stretch>
            <a:fillRect/>
          </a:stretch>
        </p:blipFill>
        <p:spPr>
          <a:xfrm>
            <a:off x="2394769" y="1481735"/>
            <a:ext cx="7402461" cy="4399576"/>
          </a:xfrm>
          <a:prstGeom prst="rect">
            <a:avLst/>
          </a:prstGeom>
          <a:ln>
            <a:solidFill>
              <a:schemeClr val="accent1"/>
            </a:solidFill>
          </a:ln>
        </p:spPr>
      </p:pic>
    </p:spTree>
    <p:extLst>
      <p:ext uri="{BB962C8B-B14F-4D97-AF65-F5344CB8AC3E}">
        <p14:creationId xmlns:p14="http://schemas.microsoft.com/office/powerpoint/2010/main" val="343711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D45-6A10-BCFF-67A3-359678503EDC}"/>
              </a:ext>
            </a:extLst>
          </p:cNvPr>
          <p:cNvSpPr>
            <a:spLocks noGrp="1"/>
          </p:cNvSpPr>
          <p:nvPr>
            <p:ph type="title"/>
          </p:nvPr>
        </p:nvSpPr>
        <p:spPr/>
        <p:txBody>
          <a:bodyPr/>
          <a:lstStyle/>
          <a:p>
            <a:r>
              <a:rPr lang="en-GB" dirty="0"/>
              <a:t>Provision 2</a:t>
            </a:r>
          </a:p>
        </p:txBody>
      </p:sp>
      <p:sp>
        <p:nvSpPr>
          <p:cNvPr id="3" name="Content Placeholder 2">
            <a:extLst>
              <a:ext uri="{FF2B5EF4-FFF2-40B4-BE49-F238E27FC236}">
                <a16:creationId xmlns:a16="http://schemas.microsoft.com/office/drawing/2014/main" id="{477282AE-B5B8-B8BA-13C7-7F0C03BAEB7B}"/>
              </a:ext>
            </a:extLst>
          </p:cNvPr>
          <p:cNvSpPr>
            <a:spLocks noGrp="1"/>
          </p:cNvSpPr>
          <p:nvPr>
            <p:ph idx="1"/>
          </p:nvPr>
        </p:nvSpPr>
        <p:spPr>
          <a:xfrm>
            <a:off x="838200" y="1825625"/>
            <a:ext cx="5652052" cy="4693892"/>
          </a:xfrm>
        </p:spPr>
        <p:txBody>
          <a:bodyPr/>
          <a:lstStyle/>
          <a:p>
            <a:pPr marL="0" indent="0">
              <a:buNone/>
            </a:pPr>
            <a:r>
              <a:rPr lang="en-US" altLang="en-US" dirty="0"/>
              <a:t>The board should assess and monitor culture. Where it is not satisfied that policy, practices or </a:t>
            </a:r>
            <a:r>
              <a:rPr lang="en-US" altLang="en-US" dirty="0" err="1"/>
              <a:t>behaviour</a:t>
            </a:r>
            <a:r>
              <a:rPr lang="en-US" altLang="en-US" dirty="0"/>
              <a:t> throughout the business are aligned with the company’s purpose, values and strategy, it should seek assurance that management has taken corrective action.</a:t>
            </a:r>
            <a:endParaRPr lang="en-GB" dirty="0"/>
          </a:p>
        </p:txBody>
      </p:sp>
      <p:pic>
        <p:nvPicPr>
          <p:cNvPr id="4" name="Picture 3">
            <a:extLst>
              <a:ext uri="{FF2B5EF4-FFF2-40B4-BE49-F238E27FC236}">
                <a16:creationId xmlns:a16="http://schemas.microsoft.com/office/drawing/2014/main" id="{3132B2BD-BEDD-4502-4A7F-D43C24EEFABC}"/>
              </a:ext>
            </a:extLst>
          </p:cNvPr>
          <p:cNvPicPr>
            <a:picLocks noChangeAspect="1"/>
          </p:cNvPicPr>
          <p:nvPr/>
        </p:nvPicPr>
        <p:blipFill>
          <a:blip r:embed="rId2"/>
          <a:stretch>
            <a:fillRect/>
          </a:stretch>
        </p:blipFill>
        <p:spPr>
          <a:xfrm>
            <a:off x="7438730" y="1825625"/>
            <a:ext cx="4038401" cy="3873808"/>
          </a:xfrm>
          <a:prstGeom prst="rect">
            <a:avLst/>
          </a:prstGeom>
          <a:ln>
            <a:solidFill>
              <a:schemeClr val="accent1"/>
            </a:solidFill>
          </a:ln>
        </p:spPr>
      </p:pic>
      <p:sp>
        <p:nvSpPr>
          <p:cNvPr id="5" name="TextBox 4">
            <a:extLst>
              <a:ext uri="{FF2B5EF4-FFF2-40B4-BE49-F238E27FC236}">
                <a16:creationId xmlns:a16="http://schemas.microsoft.com/office/drawing/2014/main" id="{08CCE08A-295A-E7C6-78C9-1294B8A8751D}"/>
              </a:ext>
            </a:extLst>
          </p:cNvPr>
          <p:cNvSpPr txBox="1"/>
          <p:nvPr/>
        </p:nvSpPr>
        <p:spPr>
          <a:xfrm>
            <a:off x="838200" y="5376267"/>
            <a:ext cx="5956300" cy="646331"/>
          </a:xfrm>
          <a:prstGeom prst="rect">
            <a:avLst/>
          </a:prstGeom>
          <a:noFill/>
          <a:ln>
            <a:solidFill>
              <a:schemeClr val="accent1"/>
            </a:solidFill>
          </a:ln>
        </p:spPr>
        <p:txBody>
          <a:bodyPr wrap="square" rtlCol="0">
            <a:spAutoFit/>
          </a:bodyPr>
          <a:lstStyle/>
          <a:p>
            <a:pPr algn="ctr"/>
            <a:r>
              <a:rPr lang="en-GB" dirty="0"/>
              <a:t>Reminder: This links to Principle B, which talks about promoting the desired culture.</a:t>
            </a:r>
          </a:p>
        </p:txBody>
      </p:sp>
    </p:spTree>
    <p:extLst>
      <p:ext uri="{BB962C8B-B14F-4D97-AF65-F5344CB8AC3E}">
        <p14:creationId xmlns:p14="http://schemas.microsoft.com/office/powerpoint/2010/main" val="3593293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F7496-C227-460A-1112-E0FC6E2E7CE7}"/>
              </a:ext>
            </a:extLst>
          </p:cNvPr>
          <p:cNvSpPr>
            <a:spLocks noGrp="1"/>
          </p:cNvSpPr>
          <p:nvPr>
            <p:ph type="title"/>
          </p:nvPr>
        </p:nvSpPr>
        <p:spPr/>
        <p:txBody>
          <a:bodyPr/>
          <a:lstStyle/>
          <a:p>
            <a:r>
              <a:rPr lang="en-GB" dirty="0"/>
              <a:t>Group Exercise – Word Cloud</a:t>
            </a:r>
          </a:p>
        </p:txBody>
      </p:sp>
      <p:sp>
        <p:nvSpPr>
          <p:cNvPr id="3" name="Content Placeholder 2">
            <a:extLst>
              <a:ext uri="{FF2B5EF4-FFF2-40B4-BE49-F238E27FC236}">
                <a16:creationId xmlns:a16="http://schemas.microsoft.com/office/drawing/2014/main" id="{54B88BEB-3B48-F6C1-C0B8-FB399E2E7D53}"/>
              </a:ext>
            </a:extLst>
          </p:cNvPr>
          <p:cNvSpPr>
            <a:spLocks noGrp="1"/>
          </p:cNvSpPr>
          <p:nvPr>
            <p:ph idx="1"/>
          </p:nvPr>
        </p:nvSpPr>
        <p:spPr>
          <a:xfrm>
            <a:off x="838200" y="2241755"/>
            <a:ext cx="5257800" cy="3935208"/>
          </a:xfrm>
        </p:spPr>
        <p:txBody>
          <a:bodyPr>
            <a:normAutofit/>
          </a:bodyPr>
          <a:lstStyle/>
          <a:p>
            <a:pPr marL="0" indent="0">
              <a:buNone/>
            </a:pPr>
            <a:r>
              <a:rPr lang="en-GB" sz="3600" dirty="0"/>
              <a:t>1) What types of attributes indicate a </a:t>
            </a:r>
            <a:r>
              <a:rPr lang="en-GB" sz="3600" b="1" dirty="0"/>
              <a:t>desirable </a:t>
            </a:r>
            <a:r>
              <a:rPr lang="en-GB" sz="3600" dirty="0"/>
              <a:t>culture within an organisation?</a:t>
            </a:r>
          </a:p>
          <a:p>
            <a:pPr marL="0" indent="0">
              <a:buNone/>
            </a:pPr>
            <a:r>
              <a:rPr lang="en-GB" sz="3600" dirty="0"/>
              <a:t>2) What would a </a:t>
            </a:r>
            <a:r>
              <a:rPr lang="en-GB" sz="3600" b="1" dirty="0"/>
              <a:t>problematic </a:t>
            </a:r>
            <a:r>
              <a:rPr lang="en-GB" sz="3600" dirty="0"/>
              <a:t>organisational culture look like?</a:t>
            </a:r>
          </a:p>
        </p:txBody>
      </p:sp>
      <p:sp>
        <p:nvSpPr>
          <p:cNvPr id="9" name="TextBox 8">
            <a:extLst>
              <a:ext uri="{FF2B5EF4-FFF2-40B4-BE49-F238E27FC236}">
                <a16:creationId xmlns:a16="http://schemas.microsoft.com/office/drawing/2014/main" id="{A6C17DA0-6F5C-191E-D499-260B553B32BB}"/>
              </a:ext>
            </a:extLst>
          </p:cNvPr>
          <p:cNvSpPr txBox="1"/>
          <p:nvPr/>
        </p:nvSpPr>
        <p:spPr>
          <a:xfrm>
            <a:off x="7150935" y="5458675"/>
            <a:ext cx="4202863" cy="1200329"/>
          </a:xfrm>
          <a:prstGeom prst="rect">
            <a:avLst/>
          </a:prstGeom>
          <a:noFill/>
        </p:spPr>
        <p:txBody>
          <a:bodyPr wrap="square" rtlCol="0">
            <a:spAutoFit/>
          </a:bodyPr>
          <a:lstStyle/>
          <a:p>
            <a:pPr algn="ctr"/>
            <a:r>
              <a:rPr lang="en-GB" sz="3600" dirty="0"/>
              <a:t>Slido.com </a:t>
            </a:r>
          </a:p>
          <a:p>
            <a:pPr algn="ctr"/>
            <a:r>
              <a:rPr lang="en-GB" sz="3600" dirty="0"/>
              <a:t>#FA565 April25</a:t>
            </a:r>
          </a:p>
        </p:txBody>
      </p:sp>
      <p:pic>
        <p:nvPicPr>
          <p:cNvPr id="4" name="Picture 3">
            <a:extLst>
              <a:ext uri="{FF2B5EF4-FFF2-40B4-BE49-F238E27FC236}">
                <a16:creationId xmlns:a16="http://schemas.microsoft.com/office/drawing/2014/main" id="{2087DBF5-7CDF-4886-8182-0BBB7055967E}"/>
              </a:ext>
            </a:extLst>
          </p:cNvPr>
          <p:cNvPicPr>
            <a:picLocks noChangeAspect="1"/>
          </p:cNvPicPr>
          <p:nvPr/>
        </p:nvPicPr>
        <p:blipFill>
          <a:blip r:embed="rId2"/>
          <a:stretch>
            <a:fillRect/>
          </a:stretch>
        </p:blipFill>
        <p:spPr>
          <a:xfrm>
            <a:off x="7488175" y="1664809"/>
            <a:ext cx="3528381" cy="3528381"/>
          </a:xfrm>
          <a:prstGeom prst="rect">
            <a:avLst/>
          </a:prstGeom>
        </p:spPr>
      </p:pic>
    </p:spTree>
    <p:extLst>
      <p:ext uri="{BB962C8B-B14F-4D97-AF65-F5344CB8AC3E}">
        <p14:creationId xmlns:p14="http://schemas.microsoft.com/office/powerpoint/2010/main" val="122406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ECDB-8E91-4BCA-1B8D-128EB9B09D76}"/>
              </a:ext>
            </a:extLst>
          </p:cNvPr>
          <p:cNvSpPr>
            <a:spLocks noGrp="1"/>
          </p:cNvSpPr>
          <p:nvPr>
            <p:ph type="title"/>
          </p:nvPr>
        </p:nvSpPr>
        <p:spPr>
          <a:xfrm>
            <a:off x="838200" y="365125"/>
            <a:ext cx="5257800" cy="1325563"/>
          </a:xfrm>
        </p:spPr>
        <p:txBody>
          <a:bodyPr/>
          <a:lstStyle/>
          <a:p>
            <a:r>
              <a:rPr lang="en-GB" dirty="0"/>
              <a:t>Healthy Culture</a:t>
            </a:r>
          </a:p>
        </p:txBody>
      </p:sp>
      <p:sp>
        <p:nvSpPr>
          <p:cNvPr id="7" name="Content Placeholder 6">
            <a:extLst>
              <a:ext uri="{FF2B5EF4-FFF2-40B4-BE49-F238E27FC236}">
                <a16:creationId xmlns:a16="http://schemas.microsoft.com/office/drawing/2014/main" id="{8563B0F7-AFCD-C4D6-524D-4D2D636A7026}"/>
              </a:ext>
            </a:extLst>
          </p:cNvPr>
          <p:cNvSpPr>
            <a:spLocks noGrp="1"/>
          </p:cNvSpPr>
          <p:nvPr>
            <p:ph sz="half" idx="1"/>
          </p:nvPr>
        </p:nvSpPr>
        <p:spPr/>
        <p:txBody>
          <a:bodyPr>
            <a:normAutofit fontScale="85000" lnSpcReduction="20000"/>
          </a:bodyPr>
          <a:lstStyle/>
          <a:p>
            <a:pPr marL="0" indent="0">
              <a:buNone/>
            </a:pPr>
            <a:r>
              <a:rPr lang="en-GB" dirty="0"/>
              <a:t>Honesty</a:t>
            </a:r>
          </a:p>
          <a:p>
            <a:pPr marL="0" indent="0">
              <a:buNone/>
            </a:pPr>
            <a:r>
              <a:rPr lang="en-GB" dirty="0"/>
              <a:t>Openness</a:t>
            </a:r>
          </a:p>
          <a:p>
            <a:pPr marL="0" indent="0">
              <a:buNone/>
            </a:pPr>
            <a:r>
              <a:rPr lang="en-GB" dirty="0"/>
              <a:t>Respect</a:t>
            </a:r>
          </a:p>
          <a:p>
            <a:pPr marL="0" indent="0">
              <a:buNone/>
            </a:pPr>
            <a:r>
              <a:rPr lang="en-GB" dirty="0"/>
              <a:t>Adaptability</a:t>
            </a:r>
          </a:p>
          <a:p>
            <a:pPr marL="0" indent="0">
              <a:buNone/>
            </a:pPr>
            <a:r>
              <a:rPr lang="en-GB" dirty="0"/>
              <a:t>Reliability</a:t>
            </a:r>
          </a:p>
          <a:p>
            <a:pPr marL="0" indent="0">
              <a:buNone/>
            </a:pPr>
            <a:r>
              <a:rPr lang="en-GB" dirty="0"/>
              <a:t>Recognition</a:t>
            </a:r>
          </a:p>
          <a:p>
            <a:pPr marL="0" indent="0">
              <a:buNone/>
            </a:pPr>
            <a:r>
              <a:rPr lang="en-GB" dirty="0"/>
              <a:t>Acceptance of challenge</a:t>
            </a:r>
          </a:p>
          <a:p>
            <a:pPr marL="0" indent="0">
              <a:buNone/>
            </a:pPr>
            <a:r>
              <a:rPr lang="en-GB" dirty="0"/>
              <a:t>Accountability</a:t>
            </a:r>
          </a:p>
          <a:p>
            <a:pPr marL="0" indent="0">
              <a:buNone/>
            </a:pPr>
            <a:r>
              <a:rPr lang="en-GB" dirty="0"/>
              <a:t>A sense of shared purpose</a:t>
            </a:r>
          </a:p>
        </p:txBody>
      </p:sp>
      <p:sp>
        <p:nvSpPr>
          <p:cNvPr id="10" name="Content Placeholder 9">
            <a:extLst>
              <a:ext uri="{FF2B5EF4-FFF2-40B4-BE49-F238E27FC236}">
                <a16:creationId xmlns:a16="http://schemas.microsoft.com/office/drawing/2014/main" id="{A5EA26B0-90E1-6820-96A8-C190D4C2F24C}"/>
              </a:ext>
            </a:extLst>
          </p:cNvPr>
          <p:cNvSpPr>
            <a:spLocks noGrp="1"/>
          </p:cNvSpPr>
          <p:nvPr>
            <p:ph sz="half" idx="2"/>
          </p:nvPr>
        </p:nvSpPr>
        <p:spPr>
          <a:xfrm>
            <a:off x="6096000" y="1825624"/>
            <a:ext cx="5181600" cy="4870143"/>
          </a:xfrm>
        </p:spPr>
        <p:txBody>
          <a:bodyPr>
            <a:normAutofit fontScale="85000" lnSpcReduction="20000"/>
          </a:bodyPr>
          <a:lstStyle/>
          <a:p>
            <a:pPr marL="0" indent="0">
              <a:buNone/>
            </a:pPr>
            <a:r>
              <a:rPr lang="en-GB" dirty="0"/>
              <a:t>Silo thinking</a:t>
            </a:r>
          </a:p>
          <a:p>
            <a:pPr marL="0" indent="0">
              <a:buNone/>
            </a:pPr>
            <a:r>
              <a:rPr lang="en-GB" dirty="0"/>
              <a:t>Dominant chief executive</a:t>
            </a:r>
          </a:p>
          <a:p>
            <a:pPr marL="0" indent="0">
              <a:buNone/>
            </a:pPr>
            <a:r>
              <a:rPr lang="en-GB" dirty="0"/>
              <a:t>Leadership arrogance</a:t>
            </a:r>
          </a:p>
          <a:p>
            <a:pPr marL="0" indent="0">
              <a:buNone/>
            </a:pPr>
            <a:r>
              <a:rPr lang="en-GB" dirty="0"/>
              <a:t>Pressure to meet the numbers/overambitious targets</a:t>
            </a:r>
          </a:p>
          <a:p>
            <a:pPr marL="0" indent="0">
              <a:buNone/>
            </a:pPr>
            <a:r>
              <a:rPr lang="en-GB" dirty="0"/>
              <a:t>Lack of access to information</a:t>
            </a:r>
          </a:p>
          <a:p>
            <a:pPr marL="0" indent="0">
              <a:buNone/>
            </a:pPr>
            <a:r>
              <a:rPr lang="en-GB" dirty="0"/>
              <a:t>Low levels of meaningful engagement between leadership and employees</a:t>
            </a:r>
          </a:p>
          <a:p>
            <a:pPr marL="0" indent="0">
              <a:buNone/>
            </a:pPr>
            <a:r>
              <a:rPr lang="en-GB" dirty="0"/>
              <a:t>Lack of openness to challenge</a:t>
            </a:r>
          </a:p>
          <a:p>
            <a:pPr marL="0" indent="0">
              <a:buNone/>
            </a:pPr>
            <a:r>
              <a:rPr lang="en-GB" dirty="0"/>
              <a:t>Tolerance of regulatory or code of ethics breaches</a:t>
            </a:r>
          </a:p>
          <a:p>
            <a:pPr marL="0" indent="0">
              <a:buNone/>
            </a:pPr>
            <a:r>
              <a:rPr lang="en-GB" dirty="0"/>
              <a:t>Short-term focus</a:t>
            </a:r>
          </a:p>
          <a:p>
            <a:pPr marL="0" indent="0">
              <a:buNone/>
            </a:pPr>
            <a:r>
              <a:rPr lang="en-GB" dirty="0"/>
              <a:t>Misaligned incentives</a:t>
            </a:r>
          </a:p>
        </p:txBody>
      </p:sp>
      <p:sp>
        <p:nvSpPr>
          <p:cNvPr id="11" name="Title 1">
            <a:extLst>
              <a:ext uri="{FF2B5EF4-FFF2-40B4-BE49-F238E27FC236}">
                <a16:creationId xmlns:a16="http://schemas.microsoft.com/office/drawing/2014/main" id="{A3A3E978-BD63-E028-36F7-C675C820D38E}"/>
              </a:ext>
            </a:extLst>
          </p:cNvPr>
          <p:cNvSpPr txBox="1">
            <a:spLocks/>
          </p:cNvSpPr>
          <p:nvPr/>
        </p:nvSpPr>
        <p:spPr>
          <a:xfrm>
            <a:off x="6096000" y="365124"/>
            <a:ext cx="52578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Culture Problem</a:t>
            </a:r>
          </a:p>
        </p:txBody>
      </p:sp>
      <p:sp>
        <p:nvSpPr>
          <p:cNvPr id="12" name="TextBox 11">
            <a:extLst>
              <a:ext uri="{FF2B5EF4-FFF2-40B4-BE49-F238E27FC236}">
                <a16:creationId xmlns:a16="http://schemas.microsoft.com/office/drawing/2014/main" id="{32469238-085A-8172-7523-6A9BD282FA61}"/>
              </a:ext>
            </a:extLst>
          </p:cNvPr>
          <p:cNvSpPr txBox="1"/>
          <p:nvPr/>
        </p:nvSpPr>
        <p:spPr>
          <a:xfrm>
            <a:off x="838200" y="5751871"/>
            <a:ext cx="4149213" cy="646331"/>
          </a:xfrm>
          <a:prstGeom prst="rect">
            <a:avLst/>
          </a:prstGeom>
          <a:noFill/>
        </p:spPr>
        <p:txBody>
          <a:bodyPr wrap="square" rtlCol="0">
            <a:spAutoFit/>
          </a:bodyPr>
          <a:lstStyle/>
          <a:p>
            <a:r>
              <a:rPr lang="en-GB" dirty="0"/>
              <a:t>Source: Guidance on Board Effectiveness (FRC, 2018)</a:t>
            </a:r>
          </a:p>
        </p:txBody>
      </p:sp>
    </p:spTree>
    <p:extLst>
      <p:ext uri="{BB962C8B-B14F-4D97-AF65-F5344CB8AC3E}">
        <p14:creationId xmlns:p14="http://schemas.microsoft.com/office/powerpoint/2010/main" val="569125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FA624E-C2FA-AC35-6C3D-61ADA7CF3249}"/>
              </a:ext>
            </a:extLst>
          </p:cNvPr>
          <p:cNvSpPr>
            <a:spLocks noGrp="1"/>
          </p:cNvSpPr>
          <p:nvPr>
            <p:ph type="title"/>
          </p:nvPr>
        </p:nvSpPr>
        <p:spPr>
          <a:xfrm>
            <a:off x="1156851" y="637762"/>
            <a:ext cx="9888496" cy="900131"/>
          </a:xfrm>
        </p:spPr>
        <p:txBody>
          <a:bodyPr anchor="t">
            <a:normAutofit/>
          </a:bodyPr>
          <a:lstStyle/>
          <a:p>
            <a:r>
              <a:rPr lang="en-GB" altLang="en-US" sz="4000" dirty="0">
                <a:solidFill>
                  <a:schemeClr val="bg1"/>
                </a:solidFill>
              </a:rPr>
              <a:t>Reminder: Principle D</a:t>
            </a:r>
            <a:endParaRPr lang="en-GB" sz="40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1D56FF5-455F-0BD5-FD3E-3B6517676B7F}"/>
              </a:ext>
            </a:extLst>
          </p:cNvPr>
          <p:cNvSpPr>
            <a:spLocks noGrp="1"/>
          </p:cNvSpPr>
          <p:nvPr>
            <p:ph idx="1"/>
          </p:nvPr>
        </p:nvSpPr>
        <p:spPr>
          <a:xfrm>
            <a:off x="1155548" y="2217343"/>
            <a:ext cx="9880893" cy="3959619"/>
          </a:xfrm>
        </p:spPr>
        <p:txBody>
          <a:bodyPr>
            <a:normAutofit/>
          </a:bodyPr>
          <a:lstStyle/>
          <a:p>
            <a:pPr marL="0" indent="0">
              <a:buNone/>
            </a:pPr>
            <a:r>
              <a:rPr lang="en-GB" sz="4000" dirty="0"/>
              <a:t>“In order for the company to meet its responsibilities to shareholders and stakeholders, the board should </a:t>
            </a:r>
            <a:r>
              <a:rPr lang="en-GB" sz="4000" b="1" dirty="0"/>
              <a:t>ensure effective engagement with</a:t>
            </a:r>
            <a:r>
              <a:rPr lang="en-GB" sz="4000" dirty="0"/>
              <a:t>, and </a:t>
            </a:r>
            <a:r>
              <a:rPr lang="en-GB" sz="4000" b="1" dirty="0"/>
              <a:t>encourage participation from</a:t>
            </a:r>
            <a:r>
              <a:rPr lang="en-GB" sz="4000" dirty="0"/>
              <a:t>, these parties.”</a:t>
            </a:r>
          </a:p>
          <a:p>
            <a:pPr marL="0" indent="0">
              <a:buNone/>
            </a:pPr>
            <a:endParaRPr lang="en-GB" sz="4000" dirty="0"/>
          </a:p>
          <a:p>
            <a:endParaRPr lang="en-GB" sz="4000" dirty="0"/>
          </a:p>
        </p:txBody>
      </p:sp>
    </p:spTree>
    <p:extLst>
      <p:ext uri="{BB962C8B-B14F-4D97-AF65-F5344CB8AC3E}">
        <p14:creationId xmlns:p14="http://schemas.microsoft.com/office/powerpoint/2010/main" val="745714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BCBDD-94DE-8EC7-2AAD-7369FE8A6E90}"/>
              </a:ext>
            </a:extLst>
          </p:cNvPr>
          <p:cNvSpPr>
            <a:spLocks noGrp="1"/>
          </p:cNvSpPr>
          <p:nvPr>
            <p:ph type="title"/>
          </p:nvPr>
        </p:nvSpPr>
        <p:spPr/>
        <p:txBody>
          <a:bodyPr/>
          <a:lstStyle/>
          <a:p>
            <a:r>
              <a:rPr lang="en-GB" dirty="0"/>
              <a:t>Provision 3</a:t>
            </a:r>
          </a:p>
        </p:txBody>
      </p:sp>
      <p:sp>
        <p:nvSpPr>
          <p:cNvPr id="3" name="Content Placeholder 2">
            <a:extLst>
              <a:ext uri="{FF2B5EF4-FFF2-40B4-BE49-F238E27FC236}">
                <a16:creationId xmlns:a16="http://schemas.microsoft.com/office/drawing/2014/main" id="{B8CEA261-3373-7222-1175-6CFDE11C29A8}"/>
              </a:ext>
            </a:extLst>
          </p:cNvPr>
          <p:cNvSpPr>
            <a:spLocks noGrp="1"/>
          </p:cNvSpPr>
          <p:nvPr>
            <p:ph idx="1"/>
          </p:nvPr>
        </p:nvSpPr>
        <p:spPr/>
        <p:txBody>
          <a:bodyPr>
            <a:normAutofit/>
          </a:bodyPr>
          <a:lstStyle/>
          <a:p>
            <a:pPr marL="0" indent="0">
              <a:buFont typeface="Arial" panose="020B0604020202020204" pitchFamily="34" charset="0"/>
              <a:buNone/>
            </a:pPr>
            <a:r>
              <a:rPr lang="en-US" altLang="en-US" dirty="0"/>
              <a:t>The chair should seek regular engagement with major shareholders in order to understand their views on governance and performance against the strategy.</a:t>
            </a:r>
          </a:p>
        </p:txBody>
      </p:sp>
    </p:spTree>
    <p:extLst>
      <p:ext uri="{BB962C8B-B14F-4D97-AF65-F5344CB8AC3E}">
        <p14:creationId xmlns:p14="http://schemas.microsoft.com/office/powerpoint/2010/main" val="1862788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BCBDD-94DE-8EC7-2AAD-7369FE8A6E90}"/>
              </a:ext>
            </a:extLst>
          </p:cNvPr>
          <p:cNvSpPr>
            <a:spLocks noGrp="1"/>
          </p:cNvSpPr>
          <p:nvPr>
            <p:ph type="title"/>
          </p:nvPr>
        </p:nvSpPr>
        <p:spPr/>
        <p:txBody>
          <a:bodyPr/>
          <a:lstStyle/>
          <a:p>
            <a:r>
              <a:rPr lang="en-GB" dirty="0"/>
              <a:t>Provision 4</a:t>
            </a:r>
          </a:p>
        </p:txBody>
      </p:sp>
      <p:sp>
        <p:nvSpPr>
          <p:cNvPr id="3" name="Content Placeholder 2">
            <a:extLst>
              <a:ext uri="{FF2B5EF4-FFF2-40B4-BE49-F238E27FC236}">
                <a16:creationId xmlns:a16="http://schemas.microsoft.com/office/drawing/2014/main" id="{B8CEA261-3373-7222-1175-6CFDE11C29A8}"/>
              </a:ext>
            </a:extLst>
          </p:cNvPr>
          <p:cNvSpPr>
            <a:spLocks noGrp="1"/>
          </p:cNvSpPr>
          <p:nvPr>
            <p:ph idx="1"/>
          </p:nvPr>
        </p:nvSpPr>
        <p:spPr/>
        <p:txBody>
          <a:bodyPr>
            <a:normAutofit/>
          </a:bodyPr>
          <a:lstStyle/>
          <a:p>
            <a:pPr marL="0" indent="0">
              <a:buFont typeface="Arial" panose="020B0604020202020204" pitchFamily="34" charset="0"/>
              <a:buNone/>
            </a:pPr>
            <a:r>
              <a:rPr lang="en-US" altLang="en-US" dirty="0"/>
              <a:t>When 20% or more of votes have been cast against the board recommendation for a resolution, the company should explain, when announcing voting results, what actions it intends to take to consult shareholders in order to understand the reasons behind the result.</a:t>
            </a:r>
          </a:p>
        </p:txBody>
      </p:sp>
    </p:spTree>
    <p:extLst>
      <p:ext uri="{BB962C8B-B14F-4D97-AF65-F5344CB8AC3E}">
        <p14:creationId xmlns:p14="http://schemas.microsoft.com/office/powerpoint/2010/main" val="4038539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816D-0C70-5FF5-50C5-EDBEE368AD6D}"/>
              </a:ext>
            </a:extLst>
          </p:cNvPr>
          <p:cNvSpPr>
            <a:spLocks noGrp="1"/>
          </p:cNvSpPr>
          <p:nvPr>
            <p:ph type="title"/>
          </p:nvPr>
        </p:nvSpPr>
        <p:spPr/>
        <p:txBody>
          <a:bodyPr/>
          <a:lstStyle/>
          <a:p>
            <a:r>
              <a:rPr lang="en-GB" dirty="0"/>
              <a:t>Provision 5</a:t>
            </a:r>
          </a:p>
        </p:txBody>
      </p:sp>
      <p:sp>
        <p:nvSpPr>
          <p:cNvPr id="3" name="Content Placeholder 2">
            <a:extLst>
              <a:ext uri="{FF2B5EF4-FFF2-40B4-BE49-F238E27FC236}">
                <a16:creationId xmlns:a16="http://schemas.microsoft.com/office/drawing/2014/main" id="{FA141832-F6D1-50AE-735C-627720AD508A}"/>
              </a:ext>
            </a:extLst>
          </p:cNvPr>
          <p:cNvSpPr>
            <a:spLocks noGrp="1"/>
          </p:cNvSpPr>
          <p:nvPr>
            <p:ph idx="1"/>
          </p:nvPr>
        </p:nvSpPr>
        <p:spPr/>
        <p:txBody>
          <a:bodyPr>
            <a:normAutofit/>
          </a:bodyPr>
          <a:lstStyle/>
          <a:p>
            <a:pPr marL="0" indent="0" algn="l">
              <a:buNone/>
            </a:pPr>
            <a:r>
              <a:rPr lang="en-GB" sz="2600" dirty="0"/>
              <a:t>The board should understand the views of the company’s </a:t>
            </a:r>
            <a:r>
              <a:rPr lang="en-GB" sz="2600" b="1" dirty="0"/>
              <a:t>other</a:t>
            </a:r>
            <a:r>
              <a:rPr lang="en-GB" sz="2600" dirty="0"/>
              <a:t> key stakeholders and describe in the annual report how their interests have been considered in board discussions and decision-making. </a:t>
            </a:r>
            <a:r>
              <a:rPr lang="en-GB" sz="2600" b="0" i="0" u="none" strike="noStrike" baseline="0" dirty="0"/>
              <a:t>For engagement with the workforce, one or a combination of the following methods should be used:</a:t>
            </a:r>
          </a:p>
          <a:p>
            <a:pPr lvl="1"/>
            <a:r>
              <a:rPr lang="en-GB" sz="2200" b="0" i="0" u="none" strike="noStrike" baseline="0" dirty="0"/>
              <a:t> a director appointed from the workforce;</a:t>
            </a:r>
          </a:p>
          <a:p>
            <a:pPr lvl="1"/>
            <a:r>
              <a:rPr lang="en-GB" sz="2200" b="0" i="0" u="none" strike="noStrike" baseline="0" dirty="0"/>
              <a:t>a formal workforce advisory panel;</a:t>
            </a:r>
          </a:p>
          <a:p>
            <a:pPr lvl="1"/>
            <a:r>
              <a:rPr lang="en-GB" sz="2200" b="0" i="0" u="none" strike="noStrike" baseline="0" dirty="0"/>
              <a:t>a designated non-executive director.</a:t>
            </a:r>
          </a:p>
          <a:p>
            <a:pPr marL="0" indent="0" algn="l">
              <a:buNone/>
            </a:pPr>
            <a:r>
              <a:rPr lang="en-GB" sz="2600" b="0" i="0" u="none" strike="noStrike" baseline="0" dirty="0"/>
              <a:t>If the board has not chosen one or more of these methods, it should explain what alternative arrangements are in place and why it considers that they are effective.</a:t>
            </a:r>
            <a:endParaRPr lang="en-GB" sz="2600" dirty="0"/>
          </a:p>
          <a:p>
            <a:pPr marL="0" indent="0">
              <a:buNone/>
            </a:pPr>
            <a:endParaRPr lang="en-GB" dirty="0"/>
          </a:p>
        </p:txBody>
      </p:sp>
    </p:spTree>
    <p:extLst>
      <p:ext uri="{BB962C8B-B14F-4D97-AF65-F5344CB8AC3E}">
        <p14:creationId xmlns:p14="http://schemas.microsoft.com/office/powerpoint/2010/main" val="1200909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54FB3-B532-86F5-13F0-0C3DB4CFCDC7}"/>
              </a:ext>
            </a:extLst>
          </p:cNvPr>
          <p:cNvSpPr>
            <a:spLocks noGrp="1"/>
          </p:cNvSpPr>
          <p:nvPr>
            <p:ph type="title"/>
          </p:nvPr>
        </p:nvSpPr>
        <p:spPr/>
        <p:txBody>
          <a:bodyPr/>
          <a:lstStyle/>
          <a:p>
            <a:r>
              <a:rPr lang="en-GB" dirty="0"/>
              <a:t>Group Discussion</a:t>
            </a:r>
          </a:p>
        </p:txBody>
      </p:sp>
      <p:sp>
        <p:nvSpPr>
          <p:cNvPr id="3" name="Content Placeholder 2">
            <a:extLst>
              <a:ext uri="{FF2B5EF4-FFF2-40B4-BE49-F238E27FC236}">
                <a16:creationId xmlns:a16="http://schemas.microsoft.com/office/drawing/2014/main" id="{F34AEB41-120E-6F55-9725-4423D2489561}"/>
              </a:ext>
            </a:extLst>
          </p:cNvPr>
          <p:cNvSpPr>
            <a:spLocks noGrp="1"/>
          </p:cNvSpPr>
          <p:nvPr>
            <p:ph idx="1"/>
          </p:nvPr>
        </p:nvSpPr>
        <p:spPr/>
        <p:txBody>
          <a:bodyPr>
            <a:normAutofit/>
          </a:bodyPr>
          <a:lstStyle/>
          <a:p>
            <a:pPr marL="0" indent="0">
              <a:buNone/>
            </a:pPr>
            <a:r>
              <a:rPr lang="en-GB" sz="3600" dirty="0"/>
              <a:t>How can the board encourage engagement with, and participation from, all stakeholder groups?</a:t>
            </a:r>
          </a:p>
          <a:p>
            <a:pPr marL="0" indent="0">
              <a:buNone/>
            </a:pPr>
            <a:endParaRPr lang="en-GB" sz="3600" dirty="0"/>
          </a:p>
          <a:p>
            <a:pPr marL="0" indent="0">
              <a:buNone/>
            </a:pPr>
            <a:r>
              <a:rPr lang="en-GB" sz="3600" dirty="0"/>
              <a:t>Are there any differences in how they can or should engage with </a:t>
            </a:r>
            <a:r>
              <a:rPr lang="en-GB" sz="3600" b="1" dirty="0"/>
              <a:t>different</a:t>
            </a:r>
            <a:r>
              <a:rPr lang="en-GB" sz="3600" dirty="0"/>
              <a:t> types of stakeholders?</a:t>
            </a:r>
          </a:p>
        </p:txBody>
      </p:sp>
    </p:spTree>
    <p:extLst>
      <p:ext uri="{BB962C8B-B14F-4D97-AF65-F5344CB8AC3E}">
        <p14:creationId xmlns:p14="http://schemas.microsoft.com/office/powerpoint/2010/main" val="3694956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414C-6560-D004-EDD5-4B23CB276246}"/>
              </a:ext>
            </a:extLst>
          </p:cNvPr>
          <p:cNvSpPr>
            <a:spLocks noGrp="1"/>
          </p:cNvSpPr>
          <p:nvPr>
            <p:ph type="title"/>
          </p:nvPr>
        </p:nvSpPr>
        <p:spPr/>
        <p:txBody>
          <a:bodyPr/>
          <a:lstStyle/>
          <a:p>
            <a:r>
              <a:rPr lang="en-GB" dirty="0"/>
              <a:t>Sources of Stakeholder Feedback</a:t>
            </a:r>
          </a:p>
        </p:txBody>
      </p:sp>
      <p:graphicFrame>
        <p:nvGraphicFramePr>
          <p:cNvPr id="4" name="Content Placeholder 3">
            <a:extLst>
              <a:ext uri="{FF2B5EF4-FFF2-40B4-BE49-F238E27FC236}">
                <a16:creationId xmlns:a16="http://schemas.microsoft.com/office/drawing/2014/main" id="{ACEF701F-4297-17F9-2306-28B690A51E9D}"/>
              </a:ext>
            </a:extLst>
          </p:cNvPr>
          <p:cNvGraphicFramePr>
            <a:graphicFrameLocks noGrp="1"/>
          </p:cNvGraphicFramePr>
          <p:nvPr>
            <p:ph idx="1"/>
            <p:extLst>
              <p:ext uri="{D42A27DB-BD31-4B8C-83A1-F6EECF244321}">
                <p14:modId xmlns:p14="http://schemas.microsoft.com/office/powerpoint/2010/main" val="2766863333"/>
              </p:ext>
            </p:extLst>
          </p:nvPr>
        </p:nvGraphicFramePr>
        <p:xfrm>
          <a:off x="838200" y="1690688"/>
          <a:ext cx="10515600" cy="49389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1571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46F0-3EB7-3CAB-5A13-CEF55D9260DC}"/>
              </a:ext>
            </a:extLst>
          </p:cNvPr>
          <p:cNvSpPr>
            <a:spLocks noGrp="1"/>
          </p:cNvSpPr>
          <p:nvPr>
            <p:ph type="title"/>
          </p:nvPr>
        </p:nvSpPr>
        <p:spPr/>
        <p:txBody>
          <a:bodyPr/>
          <a:lstStyle/>
          <a:p>
            <a:r>
              <a:rPr lang="en-GB" dirty="0"/>
              <a:t>Poor Decision-Making</a:t>
            </a:r>
          </a:p>
        </p:txBody>
      </p:sp>
      <p:graphicFrame>
        <p:nvGraphicFramePr>
          <p:cNvPr id="4" name="Content Placeholder 3">
            <a:extLst>
              <a:ext uri="{FF2B5EF4-FFF2-40B4-BE49-F238E27FC236}">
                <a16:creationId xmlns:a16="http://schemas.microsoft.com/office/drawing/2014/main" id="{9444F12C-CDB8-8AD2-B5F6-026A6233850F}"/>
              </a:ext>
            </a:extLst>
          </p:cNvPr>
          <p:cNvGraphicFramePr>
            <a:graphicFrameLocks noGrp="1"/>
          </p:cNvGraphicFramePr>
          <p:nvPr>
            <p:ph idx="1"/>
            <p:extLst>
              <p:ext uri="{D42A27DB-BD31-4B8C-83A1-F6EECF244321}">
                <p14:modId xmlns:p14="http://schemas.microsoft.com/office/powerpoint/2010/main" val="25193732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8636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816D-0C70-5FF5-50C5-EDBEE368AD6D}"/>
              </a:ext>
            </a:extLst>
          </p:cNvPr>
          <p:cNvSpPr>
            <a:spLocks noGrp="1"/>
          </p:cNvSpPr>
          <p:nvPr>
            <p:ph type="title"/>
          </p:nvPr>
        </p:nvSpPr>
        <p:spPr/>
        <p:txBody>
          <a:bodyPr/>
          <a:lstStyle/>
          <a:p>
            <a:r>
              <a:rPr lang="en-GB" dirty="0"/>
              <a:t>Provision 6</a:t>
            </a:r>
          </a:p>
        </p:txBody>
      </p:sp>
      <p:sp>
        <p:nvSpPr>
          <p:cNvPr id="3" name="Content Placeholder 2">
            <a:extLst>
              <a:ext uri="{FF2B5EF4-FFF2-40B4-BE49-F238E27FC236}">
                <a16:creationId xmlns:a16="http://schemas.microsoft.com/office/drawing/2014/main" id="{FA141832-F6D1-50AE-735C-627720AD508A}"/>
              </a:ext>
            </a:extLst>
          </p:cNvPr>
          <p:cNvSpPr>
            <a:spLocks noGrp="1"/>
          </p:cNvSpPr>
          <p:nvPr>
            <p:ph idx="1"/>
          </p:nvPr>
        </p:nvSpPr>
        <p:spPr/>
        <p:txBody>
          <a:bodyPr>
            <a:normAutofit/>
          </a:bodyPr>
          <a:lstStyle/>
          <a:p>
            <a:pPr marL="0" indent="0">
              <a:buFont typeface="Arial" panose="020B0604020202020204" pitchFamily="34" charset="0"/>
              <a:buNone/>
            </a:pPr>
            <a:r>
              <a:rPr lang="en-GB" sz="3200" dirty="0"/>
              <a:t>There should be a means for the workforce to raise concerns in confidence and – if they wish – anonymously. The board should routinely review this and the reports arising from its operation. It should ensure that arrangements are in place for the proportionate and independent investigation of such matters and for follow-up action.</a:t>
            </a:r>
          </a:p>
          <a:p>
            <a:pPr marL="0" indent="0">
              <a:buNone/>
            </a:pPr>
            <a:endParaRPr lang="en-GB" sz="3600" dirty="0"/>
          </a:p>
        </p:txBody>
      </p:sp>
    </p:spTree>
    <p:extLst>
      <p:ext uri="{BB962C8B-B14F-4D97-AF65-F5344CB8AC3E}">
        <p14:creationId xmlns:p14="http://schemas.microsoft.com/office/powerpoint/2010/main" val="1228769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7393-5031-46B5-25EE-B77487218227}"/>
              </a:ext>
            </a:extLst>
          </p:cNvPr>
          <p:cNvSpPr>
            <a:spLocks noGrp="1"/>
          </p:cNvSpPr>
          <p:nvPr>
            <p:ph type="title"/>
          </p:nvPr>
        </p:nvSpPr>
        <p:spPr/>
        <p:txBody>
          <a:bodyPr/>
          <a:lstStyle/>
          <a:p>
            <a:r>
              <a:rPr lang="en-GB" altLang="en-US" dirty="0"/>
              <a:t>Employee Feedback – Examples</a:t>
            </a:r>
            <a:endParaRPr lang="en-GB" dirty="0"/>
          </a:p>
        </p:txBody>
      </p:sp>
      <p:sp>
        <p:nvSpPr>
          <p:cNvPr id="3" name="Content Placeholder 2">
            <a:extLst>
              <a:ext uri="{FF2B5EF4-FFF2-40B4-BE49-F238E27FC236}">
                <a16:creationId xmlns:a16="http://schemas.microsoft.com/office/drawing/2014/main" id="{1371B22E-BCF3-6D91-5838-1235D6CA9C67}"/>
              </a:ext>
            </a:extLst>
          </p:cNvPr>
          <p:cNvSpPr>
            <a:spLocks noGrp="1"/>
          </p:cNvSpPr>
          <p:nvPr>
            <p:ph idx="1"/>
          </p:nvPr>
        </p:nvSpPr>
        <p:spPr/>
        <p:txBody>
          <a:bodyPr>
            <a:normAutofit fontScale="92500" lnSpcReduction="10000"/>
          </a:bodyPr>
          <a:lstStyle/>
          <a:p>
            <a:r>
              <a:rPr lang="en-GB" sz="1800" b="0" i="0" u="none" strike="noStrike" baseline="0" dirty="0">
                <a:latin typeface="HelveticaNeue"/>
              </a:rPr>
              <a:t>Hosting talent breakfast/lunches, town halls and open-door days</a:t>
            </a:r>
          </a:p>
          <a:p>
            <a:r>
              <a:rPr lang="en-GB" sz="1800" b="0" i="0" u="none" strike="noStrike" baseline="0" dirty="0">
                <a:latin typeface="HelveticaNeue"/>
              </a:rPr>
              <a:t>Listening groups for frontline workers and supervisors</a:t>
            </a:r>
          </a:p>
          <a:p>
            <a:r>
              <a:rPr lang="en-GB" sz="1800" b="0" i="0" u="none" strike="noStrike" baseline="0" dirty="0">
                <a:latin typeface="HelveticaNeue"/>
              </a:rPr>
              <a:t>Focus or consultative groups</a:t>
            </a:r>
          </a:p>
          <a:p>
            <a:r>
              <a:rPr lang="en-GB" sz="1800" b="0" i="0" u="none" strike="noStrike" baseline="0" dirty="0">
                <a:latin typeface="HelveticaNeue"/>
              </a:rPr>
              <a:t>Meeting groups of elected workforce representatives</a:t>
            </a:r>
          </a:p>
          <a:p>
            <a:r>
              <a:rPr lang="en-GB" sz="1800" b="0" i="0" u="none" strike="noStrike" baseline="0" dirty="0">
                <a:latin typeface="HelveticaNeue"/>
              </a:rPr>
              <a:t>Meeting future leaders without senior management present</a:t>
            </a:r>
          </a:p>
          <a:p>
            <a:r>
              <a:rPr lang="en-GB" sz="1800" b="0" i="0" u="none" strike="noStrike" baseline="0" dirty="0">
                <a:latin typeface="HelveticaNeue"/>
              </a:rPr>
              <a:t>Social media updates</a:t>
            </a:r>
          </a:p>
          <a:p>
            <a:r>
              <a:rPr lang="en-GB" sz="1800" b="0" i="0" u="none" strike="noStrike" baseline="0" dirty="0">
                <a:latin typeface="HelveticaNeue"/>
              </a:rPr>
              <a:t>Visiting regional and overseas sites</a:t>
            </a:r>
          </a:p>
          <a:p>
            <a:r>
              <a:rPr lang="en-GB" sz="1800" b="0" i="0" u="none" strike="noStrike" baseline="0" dirty="0">
                <a:latin typeface="HelveticaNeue"/>
              </a:rPr>
              <a:t>Inviting colleagues from different business functions to board meetings</a:t>
            </a:r>
          </a:p>
          <a:p>
            <a:r>
              <a:rPr lang="en-GB" sz="1800" b="0" i="0" u="none" strike="noStrike" baseline="0" dirty="0">
                <a:latin typeface="HelveticaNeue"/>
              </a:rPr>
              <a:t>Employee AGMs</a:t>
            </a:r>
          </a:p>
          <a:p>
            <a:r>
              <a:rPr lang="en-GB" sz="1800" b="0" i="0" u="none" strike="noStrike" baseline="0" dirty="0">
                <a:latin typeface="HelveticaNeue"/>
              </a:rPr>
              <a:t>Involvement in training and development activities</a:t>
            </a:r>
          </a:p>
          <a:p>
            <a:r>
              <a:rPr lang="en-GB" sz="1800" b="0" i="0" u="none" strike="noStrike" baseline="0" dirty="0">
                <a:latin typeface="HelveticaNeue"/>
              </a:rPr>
              <a:t>Surveys</a:t>
            </a:r>
          </a:p>
          <a:p>
            <a:r>
              <a:rPr lang="en-GB" sz="1800" b="0" i="0" u="none" strike="noStrike" baseline="0" dirty="0">
                <a:latin typeface="HelveticaNeue"/>
              </a:rPr>
              <a:t>Digital sharing platforms</a:t>
            </a:r>
          </a:p>
          <a:p>
            <a:r>
              <a:rPr lang="en-GB" sz="1800" b="0" i="0" u="none" strike="noStrike" baseline="0" dirty="0">
                <a:latin typeface="HelveticaNeue"/>
              </a:rPr>
              <a:t>Establishing mentoring between non-executive directors and middle managers</a:t>
            </a:r>
          </a:p>
        </p:txBody>
      </p:sp>
    </p:spTree>
    <p:extLst>
      <p:ext uri="{BB962C8B-B14F-4D97-AF65-F5344CB8AC3E}">
        <p14:creationId xmlns:p14="http://schemas.microsoft.com/office/powerpoint/2010/main" val="910839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35901-1ED1-C7A6-B4FD-3BCFE0ADDC0B}"/>
              </a:ext>
            </a:extLst>
          </p:cNvPr>
          <p:cNvSpPr>
            <a:spLocks noGrp="1"/>
          </p:cNvSpPr>
          <p:nvPr>
            <p:ph type="title"/>
          </p:nvPr>
        </p:nvSpPr>
        <p:spPr/>
        <p:txBody>
          <a:bodyPr/>
          <a:lstStyle/>
          <a:p>
            <a:r>
              <a:rPr lang="en-GB" dirty="0"/>
              <a:t>Provision 7</a:t>
            </a:r>
          </a:p>
        </p:txBody>
      </p:sp>
      <p:sp>
        <p:nvSpPr>
          <p:cNvPr id="3" name="Content Placeholder 2">
            <a:extLst>
              <a:ext uri="{FF2B5EF4-FFF2-40B4-BE49-F238E27FC236}">
                <a16:creationId xmlns:a16="http://schemas.microsoft.com/office/drawing/2014/main" id="{3DE917C0-A79F-6C32-0D42-82F03A0BB199}"/>
              </a:ext>
            </a:extLst>
          </p:cNvPr>
          <p:cNvSpPr>
            <a:spLocks noGrp="1"/>
          </p:cNvSpPr>
          <p:nvPr>
            <p:ph idx="1"/>
          </p:nvPr>
        </p:nvSpPr>
        <p:spPr/>
        <p:txBody>
          <a:bodyPr/>
          <a:lstStyle/>
          <a:p>
            <a:pPr marL="0" indent="0">
              <a:buNone/>
            </a:pPr>
            <a:r>
              <a:rPr lang="en-US" altLang="en-US" dirty="0"/>
              <a:t>The board should take action to identify and manage conflicts of interest, including those resulting from significant shareholdings, and ensure that the influence of third parties does not compromise or override independent judgement.</a:t>
            </a:r>
            <a:endParaRPr lang="en-GB" dirty="0"/>
          </a:p>
        </p:txBody>
      </p:sp>
    </p:spTree>
    <p:extLst>
      <p:ext uri="{BB962C8B-B14F-4D97-AF65-F5344CB8AC3E}">
        <p14:creationId xmlns:p14="http://schemas.microsoft.com/office/powerpoint/2010/main" val="1630845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35901-1ED1-C7A6-B4FD-3BCFE0ADDC0B}"/>
              </a:ext>
            </a:extLst>
          </p:cNvPr>
          <p:cNvSpPr>
            <a:spLocks noGrp="1"/>
          </p:cNvSpPr>
          <p:nvPr>
            <p:ph type="title"/>
          </p:nvPr>
        </p:nvSpPr>
        <p:spPr/>
        <p:txBody>
          <a:bodyPr/>
          <a:lstStyle/>
          <a:p>
            <a:r>
              <a:rPr lang="en-GB" dirty="0"/>
              <a:t>Provision 8</a:t>
            </a:r>
          </a:p>
        </p:txBody>
      </p:sp>
      <p:sp>
        <p:nvSpPr>
          <p:cNvPr id="3" name="Content Placeholder 2">
            <a:extLst>
              <a:ext uri="{FF2B5EF4-FFF2-40B4-BE49-F238E27FC236}">
                <a16:creationId xmlns:a16="http://schemas.microsoft.com/office/drawing/2014/main" id="{3DE917C0-A79F-6C32-0D42-82F03A0BB199}"/>
              </a:ext>
            </a:extLst>
          </p:cNvPr>
          <p:cNvSpPr>
            <a:spLocks noGrp="1"/>
          </p:cNvSpPr>
          <p:nvPr>
            <p:ph idx="1"/>
          </p:nvPr>
        </p:nvSpPr>
        <p:spPr/>
        <p:txBody>
          <a:bodyPr/>
          <a:lstStyle/>
          <a:p>
            <a:pPr marL="0" indent="0" algn="l">
              <a:buNone/>
            </a:pPr>
            <a:r>
              <a:rPr lang="en-GB" b="0" i="0" u="none" strike="noStrike" baseline="0" dirty="0"/>
              <a:t>Where directors have concerns about the operation of the board or the management of the company that cannot be resolved, their concerns should be recorded in the board minutes. </a:t>
            </a:r>
          </a:p>
          <a:p>
            <a:pPr lvl="1"/>
            <a:r>
              <a:rPr lang="en-GB" b="0" i="0" u="none" strike="noStrike" baseline="0" dirty="0"/>
              <a:t>On resignation, a non-executive director should provide a written statement to the chair, for circulation to the board, if they have any such concerns.</a:t>
            </a:r>
            <a:endParaRPr lang="en-GB" b="1" dirty="0"/>
          </a:p>
          <a:p>
            <a:pPr marL="0" indent="0">
              <a:buNone/>
            </a:pPr>
            <a:endParaRPr lang="en-GB" dirty="0"/>
          </a:p>
        </p:txBody>
      </p:sp>
    </p:spTree>
    <p:extLst>
      <p:ext uri="{BB962C8B-B14F-4D97-AF65-F5344CB8AC3E}">
        <p14:creationId xmlns:p14="http://schemas.microsoft.com/office/powerpoint/2010/main" val="3393676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969083-1617-D970-6BC2-7314107523B9}"/>
              </a:ext>
            </a:extLst>
          </p:cNvPr>
          <p:cNvSpPr>
            <a:spLocks noGrp="1"/>
          </p:cNvSpPr>
          <p:nvPr>
            <p:ph type="title"/>
          </p:nvPr>
        </p:nvSpPr>
        <p:spPr/>
        <p:txBody>
          <a:bodyPr/>
          <a:lstStyle/>
          <a:p>
            <a:r>
              <a:rPr lang="en-GB" dirty="0"/>
              <a:t>Activity</a:t>
            </a:r>
          </a:p>
        </p:txBody>
      </p:sp>
      <p:sp>
        <p:nvSpPr>
          <p:cNvPr id="5" name="Text Placeholder 4">
            <a:extLst>
              <a:ext uri="{FF2B5EF4-FFF2-40B4-BE49-F238E27FC236}">
                <a16:creationId xmlns:a16="http://schemas.microsoft.com/office/drawing/2014/main" id="{008C3C30-F324-A3B7-A942-8058D5B11AF3}"/>
              </a:ext>
            </a:extLst>
          </p:cNvPr>
          <p:cNvSpPr>
            <a:spLocks noGrp="1"/>
          </p:cNvSpPr>
          <p:nvPr>
            <p:ph type="body" idx="1"/>
          </p:nvPr>
        </p:nvSpPr>
        <p:spPr/>
        <p:txBody>
          <a:bodyPr/>
          <a:lstStyle/>
          <a:p>
            <a:r>
              <a:rPr lang="en-GB" dirty="0"/>
              <a:t>Car Group Online Plc</a:t>
            </a:r>
          </a:p>
        </p:txBody>
      </p:sp>
    </p:spTree>
    <p:extLst>
      <p:ext uri="{BB962C8B-B14F-4D97-AF65-F5344CB8AC3E}">
        <p14:creationId xmlns:p14="http://schemas.microsoft.com/office/powerpoint/2010/main" val="1640105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2D9CE1-D172-D329-426A-2EB8EFA3B5F2}"/>
              </a:ext>
            </a:extLst>
          </p:cNvPr>
          <p:cNvSpPr>
            <a:spLocks noGrp="1"/>
          </p:cNvSpPr>
          <p:nvPr>
            <p:ph type="title"/>
          </p:nvPr>
        </p:nvSpPr>
        <p:spPr/>
        <p:txBody>
          <a:bodyPr/>
          <a:lstStyle/>
          <a:p>
            <a:r>
              <a:rPr lang="en-GB" dirty="0"/>
              <a:t>Car Group Online Plc</a:t>
            </a:r>
          </a:p>
        </p:txBody>
      </p:sp>
      <p:sp>
        <p:nvSpPr>
          <p:cNvPr id="5" name="Content Placeholder 4">
            <a:extLst>
              <a:ext uri="{FF2B5EF4-FFF2-40B4-BE49-F238E27FC236}">
                <a16:creationId xmlns:a16="http://schemas.microsoft.com/office/drawing/2014/main" id="{3F5A6217-9FFB-0550-319B-CC023B9F76B9}"/>
              </a:ext>
            </a:extLst>
          </p:cNvPr>
          <p:cNvSpPr>
            <a:spLocks noGrp="1"/>
          </p:cNvSpPr>
          <p:nvPr>
            <p:ph idx="1"/>
          </p:nvPr>
        </p:nvSpPr>
        <p:spPr/>
        <p:txBody>
          <a:bodyPr/>
          <a:lstStyle/>
          <a:p>
            <a:pPr marL="0" indent="0">
              <a:buNone/>
            </a:pPr>
            <a:r>
              <a:rPr lang="en-GB" dirty="0"/>
              <a:t>Use the extract from Car Group Online Plc’s Annual Report to answer the questions.</a:t>
            </a:r>
          </a:p>
          <a:p>
            <a:pPr marL="0" indent="0">
              <a:buNone/>
            </a:pPr>
            <a:endParaRPr lang="en-GB" dirty="0"/>
          </a:p>
          <a:p>
            <a:pPr mar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1) What does the UK Corporate Governance Code (2018) recommend that a company’s culture should promote?   </a:t>
            </a:r>
            <a:endParaRPr lang="en-GB" dirty="0">
              <a:latin typeface="Calibri" panose="020F0502020204030204" pitchFamily="34" charset="0"/>
              <a:ea typeface="SimSun" panose="02010600030101010101" pitchFamily="2" charset="-122"/>
              <a:cs typeface="Times New Roman" panose="02020603050405020304" pitchFamily="18" charset="0"/>
            </a:endParaRPr>
          </a:p>
          <a:p>
            <a:pPr mar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Evaluate how Car Online Group plc complies with the Code in this regard, using THREE examples from the information provided. </a:t>
            </a:r>
            <a:endParaRPr lang="en-GB" dirty="0">
              <a:effectLst/>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262099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2D9CE1-D172-D329-426A-2EB8EFA3B5F2}"/>
              </a:ext>
            </a:extLst>
          </p:cNvPr>
          <p:cNvSpPr>
            <a:spLocks noGrp="1"/>
          </p:cNvSpPr>
          <p:nvPr>
            <p:ph type="title"/>
          </p:nvPr>
        </p:nvSpPr>
        <p:spPr/>
        <p:txBody>
          <a:bodyPr/>
          <a:lstStyle/>
          <a:p>
            <a:r>
              <a:rPr lang="en-GB" dirty="0"/>
              <a:t>Car Group Online Plc</a:t>
            </a:r>
          </a:p>
        </p:txBody>
      </p:sp>
      <p:sp>
        <p:nvSpPr>
          <p:cNvPr id="5" name="Content Placeholder 4">
            <a:extLst>
              <a:ext uri="{FF2B5EF4-FFF2-40B4-BE49-F238E27FC236}">
                <a16:creationId xmlns:a16="http://schemas.microsoft.com/office/drawing/2014/main" id="{3F5A6217-9FFB-0550-319B-CC023B9F76B9}"/>
              </a:ext>
            </a:extLst>
          </p:cNvPr>
          <p:cNvSpPr>
            <a:spLocks noGrp="1"/>
          </p:cNvSpPr>
          <p:nvPr>
            <p:ph idx="1"/>
          </p:nvPr>
        </p:nvSpPr>
        <p:spPr/>
        <p:txBody>
          <a:bodyPr/>
          <a:lstStyle/>
          <a:p>
            <a:pPr marL="0" lv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2) Using </a:t>
            </a:r>
            <a:r>
              <a:rPr lang="en-GB" b="1" u="sng" dirty="0">
                <a:effectLst/>
                <a:latin typeface="Calibri" panose="020F0502020204030204" pitchFamily="34" charset="0"/>
                <a:ea typeface="SimSun" panose="02010600030101010101" pitchFamily="2" charset="-122"/>
                <a:cs typeface="Calibri" panose="020F0502020204030204" pitchFamily="34" charset="0"/>
              </a:rPr>
              <a:t>two examples</a:t>
            </a:r>
            <a:r>
              <a:rPr lang="en-GB" b="1" dirty="0">
                <a:latin typeface="Calibri" panose="020F0502020204030204" pitchFamily="34" charset="0"/>
                <a:ea typeface="SimSun" panose="02010600030101010101" pitchFamily="2" charset="-122"/>
                <a:cs typeface="Calibri" panose="020F0502020204030204" pitchFamily="34" charset="0"/>
              </a:rPr>
              <a:t> from the provided information, evaluate the extent to which Car Group Online plc complies with Principle B and Provision 2 of the Code.</a:t>
            </a:r>
            <a:endParaRPr lang="en-GB" sz="1800" dirty="0">
              <a:effectLst/>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711203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2D9CE1-D172-D329-426A-2EB8EFA3B5F2}"/>
              </a:ext>
            </a:extLst>
          </p:cNvPr>
          <p:cNvSpPr>
            <a:spLocks noGrp="1"/>
          </p:cNvSpPr>
          <p:nvPr>
            <p:ph type="title"/>
          </p:nvPr>
        </p:nvSpPr>
        <p:spPr/>
        <p:txBody>
          <a:bodyPr/>
          <a:lstStyle/>
          <a:p>
            <a:r>
              <a:rPr lang="en-GB" dirty="0"/>
              <a:t>Car Group Online Plc</a:t>
            </a:r>
          </a:p>
        </p:txBody>
      </p:sp>
      <p:sp>
        <p:nvSpPr>
          <p:cNvPr id="5" name="Content Placeholder 4">
            <a:extLst>
              <a:ext uri="{FF2B5EF4-FFF2-40B4-BE49-F238E27FC236}">
                <a16:creationId xmlns:a16="http://schemas.microsoft.com/office/drawing/2014/main" id="{3F5A6217-9FFB-0550-319B-CC023B9F76B9}"/>
              </a:ext>
            </a:extLst>
          </p:cNvPr>
          <p:cNvSpPr>
            <a:spLocks noGrp="1"/>
          </p:cNvSpPr>
          <p:nvPr>
            <p:ph idx="1"/>
          </p:nvPr>
        </p:nvSpPr>
        <p:spPr/>
        <p:txBody>
          <a:bodyPr>
            <a:normAutofit/>
          </a:bodyPr>
          <a:lstStyle/>
          <a:p>
            <a:pPr marL="0" lv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3) Principle E and </a:t>
            </a:r>
            <a:r>
              <a:rPr lang="en-GB" b="1" u="sng" dirty="0">
                <a:effectLst/>
                <a:latin typeface="Calibri" panose="020F0502020204030204" pitchFamily="34" charset="0"/>
                <a:ea typeface="SimSun" panose="02010600030101010101" pitchFamily="2" charset="-122"/>
                <a:cs typeface="Calibri" panose="020F0502020204030204" pitchFamily="34" charset="0"/>
              </a:rPr>
              <a:t>which Provisions</a:t>
            </a:r>
            <a:r>
              <a:rPr lang="en-GB" b="1" dirty="0">
                <a:effectLst/>
                <a:latin typeface="Calibri" panose="020F0502020204030204" pitchFamily="34" charset="0"/>
                <a:ea typeface="SimSun" panose="02010600030101010101" pitchFamily="2" charset="-122"/>
                <a:cs typeface="Calibri" panose="020F0502020204030204" pitchFamily="34" charset="0"/>
              </a:rPr>
              <a:t> (1-8) are relevant to Car Online Group plc’s engagement with their workforce? </a:t>
            </a:r>
          </a:p>
          <a:p>
            <a:pPr marL="0" lv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Evaluate Car Online Group Plc’s application of this Principle and Provisions using the information provided.</a:t>
            </a:r>
          </a:p>
          <a:p>
            <a:pPr marL="0" lvl="0" indent="0">
              <a:lnSpc>
                <a:spcPct val="107000"/>
              </a:lnSpc>
              <a:spcAft>
                <a:spcPts val="800"/>
              </a:spcAft>
              <a:buNone/>
            </a:pPr>
            <a:r>
              <a:rPr lang="en-GB" b="1" dirty="0">
                <a:effectLst/>
                <a:latin typeface="Calibri" panose="020F0502020204030204" pitchFamily="34" charset="0"/>
                <a:ea typeface="SimSun" panose="02010600030101010101" pitchFamily="2" charset="-122"/>
                <a:cs typeface="Calibri" panose="020F0502020204030204" pitchFamily="34" charset="0"/>
              </a:rPr>
              <a:t>Suggest future actions to better comply with the Code in this respect.</a:t>
            </a:r>
            <a:endParaRPr lang="en-GB" dirty="0"/>
          </a:p>
        </p:txBody>
      </p:sp>
    </p:spTree>
    <p:extLst>
      <p:ext uri="{BB962C8B-B14F-4D97-AF65-F5344CB8AC3E}">
        <p14:creationId xmlns:p14="http://schemas.microsoft.com/office/powerpoint/2010/main" val="165197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TotalTime>
  <Words>1456</Words>
  <Application>Microsoft Macintosh PowerPoint</Application>
  <PresentationFormat>Widescreen</PresentationFormat>
  <Paragraphs>152</Paragraphs>
  <Slides>33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ＭＳ Ｐゴシック</vt:lpstr>
      <vt:lpstr>Arial</vt:lpstr>
      <vt:lpstr>Calibri</vt:lpstr>
      <vt:lpstr>Calibri Light</vt:lpstr>
      <vt:lpstr>HelveticaNeue</vt:lpstr>
      <vt:lpstr>Office Theme</vt:lpstr>
      <vt:lpstr>FA565 Business Ethics and Corporate Governance</vt:lpstr>
      <vt:lpstr>1. Board Leadership and Company Purpose</vt:lpstr>
      <vt:lpstr>Principles and Provisions of the Code</vt:lpstr>
      <vt:lpstr>UK Corporate Governance Code</vt:lpstr>
      <vt:lpstr>Principles A-E</vt:lpstr>
      <vt:lpstr>Principle A</vt:lpstr>
      <vt:lpstr>Board Leadership Lessons from a Long-Time CEO</vt:lpstr>
      <vt:lpstr>Principle B</vt:lpstr>
      <vt:lpstr>Extract from JD Sports Fashion Plc 2022 Annual Report</vt:lpstr>
      <vt:lpstr>Principle C</vt:lpstr>
      <vt:lpstr>Principle D</vt:lpstr>
      <vt:lpstr>Principle E</vt:lpstr>
      <vt:lpstr>Provisions 1-8</vt:lpstr>
      <vt:lpstr>Provision 1</vt:lpstr>
      <vt:lpstr>Example – Tesco Plc (2022) – Risk Register</vt:lpstr>
      <vt:lpstr>Provision 2</vt:lpstr>
      <vt:lpstr>Group Exercise – Word Cloud</vt:lpstr>
      <vt:lpstr>Healthy Culture</vt:lpstr>
      <vt:lpstr>Reminder: Principle D</vt:lpstr>
      <vt:lpstr>Provision 3</vt:lpstr>
      <vt:lpstr>Provision 4</vt:lpstr>
      <vt:lpstr>Provision 5</vt:lpstr>
      <vt:lpstr>Group Discussion</vt:lpstr>
      <vt:lpstr>Sources of Stakeholder Feedback</vt:lpstr>
      <vt:lpstr>Poor Decision-Making</vt:lpstr>
      <vt:lpstr>Provision 6</vt:lpstr>
      <vt:lpstr>Employee Feedback – Examples</vt:lpstr>
      <vt:lpstr>Provision 7</vt:lpstr>
      <vt:lpstr>Provision 8</vt:lpstr>
      <vt:lpstr>Activity</vt:lpstr>
      <vt:lpstr>Car Group Online Plc</vt:lpstr>
      <vt:lpstr>Car Group Online Plc</vt:lpstr>
      <vt:lpstr>Car Group Online Plc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FA565 Business Ethics and Corporate Governance</dc:title>
  <dc:creator>Ali Hepburn</dc:creator>
  <cp:lastModifiedBy>Mark Elliot</cp:lastModifiedBy>
  <cp:revision>3</cp:revision>
  <dcterms:created xsi:type="dcterms:W3CDTF">2022-07-22T16:18:08Z</dcterms:created>
  <dcterms:modified xsi:type="dcterms:W3CDTF">2026-03-23T08:20:15Z</dcterms:modified>
</cp:coreProperties>
</file>